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3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9144000" cy="5143500" type="screen16x9"/>
  <p:notesSz cx="6858000" cy="9144000"/>
  <p:embeddedFontLst>
    <p:embeddedFont>
      <p:font typeface="Bebas Neue" panose="020B0606020202050201" pitchFamily="34" charset="0"/>
      <p:regular r:id="rId36"/>
    </p:embeddedFont>
    <p:embeddedFont>
      <p:font typeface="Bowlby One" panose="020B0604020202020204" charset="0"/>
      <p:regular r:id="rId37"/>
    </p:embeddedFont>
    <p:embeddedFont>
      <p:font typeface="DM Sans" pitchFamily="2" charset="0"/>
      <p:regular r:id="rId38"/>
      <p:bold r:id="rId39"/>
      <p:italic r:id="rId40"/>
      <p:boldItalic r:id="rId41"/>
    </p:embeddedFont>
    <p:embeddedFont>
      <p:font typeface="DM Sans Light" panose="020B0604020202020204" charset="0"/>
      <p:regular r:id="rId42"/>
      <p:bold r:id="rId43"/>
      <p:italic r:id="rId44"/>
      <p:boldItalic r:id="rId45"/>
    </p:embeddedFont>
    <p:embeddedFont>
      <p:font typeface="DM Sans Medium" pitchFamily="2" charset="0"/>
      <p:regular r:id="rId46"/>
      <p:bold r:id="rId47"/>
      <p:italic r:id="rId48"/>
      <p:boldItalic r:id="rId49"/>
    </p:embeddedFont>
    <p:embeddedFont>
      <p:font typeface="DM Sans SemiBold" panose="020B060402020202020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DA5CAA-93D9-4E7E-A6EF-C5FFCCC3B342}">
  <a:tblStyle styleId="{2BDA5CAA-93D9-4E7E-A6EF-C5FFCCC3B34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2064cf7d6f0_0_13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064cf7d6f0_0_1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Eric</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a3bf9ae98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3a3bf9ae98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solidFill>
                  <a:schemeClr val="dk1"/>
                </a:solidFill>
              </a:rPr>
              <a:t>Eric</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206b310d198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206b310d198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Clara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3a55a949e3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7" name="Google Shape;727;g3a55a949e3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Clara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3a975881417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3a975881417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Clara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3a975881417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3a975881417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Clara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3a975881417_1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7" name="Google Shape;747;g3a975881417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Clara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0672ef768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20672ef768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3aa027f1fcb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3aa027f1fcb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Everyone says their own question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3a3bf9ae98e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3a3bf9ae98e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Clara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3aa027f1fcb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9" name="Google Shape;869;g3aa027f1fcb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Eric</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3aa027f1fc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3aa027f1fc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Keerthanaa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3aa027f1fcb_0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3aa027f1fcb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Angel</a:t>
            </a:r>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“Now I’ll walk through our fourth research question, which focuses on whether certain </a:t>
            </a:r>
            <a:r>
              <a:rPr lang="en" i="1">
                <a:solidFill>
                  <a:schemeClr val="dk1"/>
                </a:solidFill>
              </a:rPr>
              <a:t>profiles</a:t>
            </a:r>
            <a:r>
              <a:rPr lang="en">
                <a:solidFill>
                  <a:schemeClr val="dk1"/>
                </a:solidFill>
              </a:rPr>
              <a:t> of smartphone behavior are linked to negative academic or mental-health outcomes.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For this section, we combined both regression models and clustering. Our goal was to look beyond individual variables and instead understand full behavior patterns.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We focused on daily usage, bedtime screen time, phone checks, and time spent on different types of apps—like social media, gaming, and educational tools. After testing several models, we used the elbow method and identified three main clusters: light or moderate users, heavy users, and educational or balanced users.</a:t>
            </a:r>
            <a:endParaRPr>
              <a:solidFill>
                <a:schemeClr val="dk1"/>
              </a:solidFill>
            </a:endParaRPr>
          </a:p>
          <a:p>
            <a:pPr marL="0" lvl="0" indent="0" algn="l" rtl="0">
              <a:lnSpc>
                <a:spcPct val="115000"/>
              </a:lnSpc>
              <a:spcBef>
                <a:spcPts val="1200"/>
              </a:spcBef>
              <a:spcAft>
                <a:spcPts val="0"/>
              </a:spcAft>
              <a:buNone/>
            </a:pPr>
            <a:r>
              <a:rPr lang="en">
                <a:solidFill>
                  <a:schemeClr val="dk1"/>
                </a:solidFill>
              </a:rPr>
              <a:t>Our focus here is that we wanted to see whether </a:t>
            </a:r>
            <a:r>
              <a:rPr lang="en" i="1">
                <a:solidFill>
                  <a:schemeClr val="dk1"/>
                </a:solidFill>
              </a:rPr>
              <a:t>behavioral patterns</a:t>
            </a:r>
            <a:r>
              <a:rPr lang="en">
                <a:solidFill>
                  <a:schemeClr val="dk1"/>
                </a:solidFill>
              </a:rPr>
              <a:t>, rather than isolated habits, could better predict lower grades or worse mental health.”</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I will now pass it back to Clara</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06b310d198_1_1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3" name="Google Shape;913;g206b310d198_1_1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3aa027f1fcb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0" name="Google Shape;1010;g3aa027f1fc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Clara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3aa027f1fcb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3aa027f1fcb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Clara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3aa027f1fcb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2" name="Google Shape;1052;g3aa027f1fcb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Eric</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3aa027f1fcb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9" name="Google Shape;1129;g3aa027f1fcb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Eric</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3aa027f1fcb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3aa027f1fcb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Eric</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g3ac834f56a4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6" name="Google Shape;1196;g3ac834f56a4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Keerthanaa</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3ac834f56a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5" name="Google Shape;1205;g3ac834f56a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Angel</a:t>
            </a:r>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“To answer my research question, we combined multiple methods, because no single analysis captures the complexity of teen smartphone use.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First, our regression models allowed us to test how individual behaviors—like social media use or phone checks—relate to academic performance and depression.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Second, the cluster analysis helped us group teens with similar patterns and assess whether these profiles explain differences in grades or mental-health outcomes.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Putting these together gave us a clearer picture: instead of any one behavior driving outcomes, it’s the </a:t>
            </a:r>
            <a:r>
              <a:rPr lang="en" i="1">
                <a:solidFill>
                  <a:schemeClr val="dk1"/>
                </a:solidFill>
              </a:rPr>
              <a:t>combination</a:t>
            </a:r>
            <a:r>
              <a:rPr lang="en">
                <a:solidFill>
                  <a:schemeClr val="dk1"/>
                </a:solidFill>
              </a:rPr>
              <a:t> of behaviors that really matters. That’s why looking at profiles, not just variables, became a major part of our approach.”</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g3ac834f56a4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7" name="Google Shape;1247;g3ac834f56a4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Angel</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9"/>
        <p:cNvGrpSpPr/>
        <p:nvPr/>
      </p:nvGrpSpPr>
      <p:grpSpPr>
        <a:xfrm>
          <a:off x="0" y="0"/>
          <a:ext cx="0" cy="0"/>
          <a:chOff x="0" y="0"/>
          <a:chExt cx="0" cy="0"/>
        </a:xfrm>
      </p:grpSpPr>
      <p:sp>
        <p:nvSpPr>
          <p:cNvPr id="1310" name="Google Shape;1310;g3ac834f56a4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1" name="Google Shape;1311;g3ac834f56a4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Angel</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1"/>
        <p:cNvGrpSpPr/>
        <p:nvPr/>
      </p:nvGrpSpPr>
      <p:grpSpPr>
        <a:xfrm>
          <a:off x="0" y="0"/>
          <a:ext cx="0" cy="0"/>
          <a:chOff x="0" y="0"/>
          <a:chExt cx="0" cy="0"/>
        </a:xfrm>
      </p:grpSpPr>
      <p:sp>
        <p:nvSpPr>
          <p:cNvPr id="1372" name="Google Shape;1372;g20672ef768a_0_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3" name="Google Shape;1373;g20672ef768a_0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4"/>
        <p:cNvGrpSpPr/>
        <p:nvPr/>
      </p:nvGrpSpPr>
      <p:grpSpPr>
        <a:xfrm>
          <a:off x="0" y="0"/>
          <a:ext cx="0" cy="0"/>
          <a:chOff x="0" y="0"/>
          <a:chExt cx="0" cy="0"/>
        </a:xfrm>
      </p:grpSpPr>
      <p:sp>
        <p:nvSpPr>
          <p:cNvPr id="1515" name="Google Shape;1515;g20719f23fcf_0_5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6" name="Google Shape;1516;g20719f23fcf_0_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Angel</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9"/>
        <p:cNvGrpSpPr/>
        <p:nvPr/>
      </p:nvGrpSpPr>
      <p:grpSpPr>
        <a:xfrm>
          <a:off x="0" y="0"/>
          <a:ext cx="0" cy="0"/>
          <a:chOff x="0" y="0"/>
          <a:chExt cx="0" cy="0"/>
        </a:xfrm>
      </p:grpSpPr>
      <p:sp>
        <p:nvSpPr>
          <p:cNvPr id="1590" name="Google Shape;1590;g20719f23fc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1" name="Google Shape;1591;g20719f23fc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1"/>
        <p:cNvGrpSpPr/>
        <p:nvPr/>
      </p:nvGrpSpPr>
      <p:grpSpPr>
        <a:xfrm>
          <a:off x="0" y="0"/>
          <a:ext cx="0" cy="0"/>
          <a:chOff x="0" y="0"/>
          <a:chExt cx="0" cy="0"/>
        </a:xfrm>
      </p:grpSpPr>
      <p:sp>
        <p:nvSpPr>
          <p:cNvPr id="1662" name="Google Shape;1662;g3ac834f56a4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3" name="Google Shape;1663;g3ac834f56a4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Keerthanaa</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8"/>
        <p:cNvGrpSpPr/>
        <p:nvPr/>
      </p:nvGrpSpPr>
      <p:grpSpPr>
        <a:xfrm>
          <a:off x="0" y="0"/>
          <a:ext cx="0" cy="0"/>
          <a:chOff x="0" y="0"/>
          <a:chExt cx="0" cy="0"/>
        </a:xfrm>
      </p:grpSpPr>
      <p:sp>
        <p:nvSpPr>
          <p:cNvPr id="1669" name="Google Shape;1669;g3ac834f56a4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0" name="Google Shape;1670;g3ac834f56a4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Keerthanaa</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1"/>
        <p:cNvGrpSpPr/>
        <p:nvPr/>
      </p:nvGrpSpPr>
      <p:grpSpPr>
        <a:xfrm>
          <a:off x="0" y="0"/>
          <a:ext cx="0" cy="0"/>
          <a:chOff x="0" y="0"/>
          <a:chExt cx="0" cy="0"/>
        </a:xfrm>
      </p:grpSpPr>
      <p:sp>
        <p:nvSpPr>
          <p:cNvPr id="1682" name="Google Shape;1682;g207221e3b81_0_9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3" name="Google Shape;1683;g207221e3b81_0_9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7"/>
        <p:cNvGrpSpPr/>
        <p:nvPr/>
      </p:nvGrpSpPr>
      <p:grpSpPr>
        <a:xfrm>
          <a:off x="0" y="0"/>
          <a:ext cx="0" cy="0"/>
          <a:chOff x="0" y="0"/>
          <a:chExt cx="0" cy="0"/>
        </a:xfrm>
      </p:grpSpPr>
      <p:sp>
        <p:nvSpPr>
          <p:cNvPr id="1758" name="Google Shape;1758;g3ac834f56a4_0_3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9" name="Google Shape;1759;g3ac834f56a4_0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Eric</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8"/>
        <p:cNvGrpSpPr/>
        <p:nvPr/>
      </p:nvGrpSpPr>
      <p:grpSpPr>
        <a:xfrm>
          <a:off x="0" y="0"/>
          <a:ext cx="0" cy="0"/>
          <a:chOff x="0" y="0"/>
          <a:chExt cx="0" cy="0"/>
        </a:xfrm>
      </p:grpSpPr>
      <p:sp>
        <p:nvSpPr>
          <p:cNvPr id="1779" name="Google Shape;1779;g11f924e3519_0_4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0" name="Google Shape;1780;g11f924e3519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5"/>
        <p:cNvGrpSpPr/>
        <p:nvPr/>
      </p:nvGrpSpPr>
      <p:grpSpPr>
        <a:xfrm>
          <a:off x="0" y="0"/>
          <a:ext cx="0" cy="0"/>
          <a:chOff x="0" y="0"/>
          <a:chExt cx="0" cy="0"/>
        </a:xfrm>
      </p:grpSpPr>
      <p:sp>
        <p:nvSpPr>
          <p:cNvPr id="1786" name="Google Shape;1786;g3ac834f56a4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7" name="Google Shape;1787;g3ac834f56a4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4"/>
        <p:cNvGrpSpPr/>
        <p:nvPr/>
      </p:nvGrpSpPr>
      <p:grpSpPr>
        <a:xfrm>
          <a:off x="0" y="0"/>
          <a:ext cx="0" cy="0"/>
          <a:chOff x="0" y="0"/>
          <a:chExt cx="0" cy="0"/>
        </a:xfrm>
      </p:grpSpPr>
      <p:sp>
        <p:nvSpPr>
          <p:cNvPr id="1805" name="Google Shape;1805;g3a1843d013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6" name="Google Shape;1806;g3a1843d013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subTitle" idx="1"/>
          </p:nvPr>
        </p:nvSpPr>
        <p:spPr>
          <a:xfrm>
            <a:off x="2137029" y="2860175"/>
            <a:ext cx="4853700" cy="409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latin typeface="DM Sans"/>
                <a:ea typeface="DM Sans"/>
                <a:cs typeface="DM Sans"/>
                <a:sym typeface="DM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569978" y="246023"/>
            <a:ext cx="482627" cy="460485"/>
            <a:chOff x="543765" y="376748"/>
            <a:chExt cx="482627" cy="460485"/>
          </a:xfrm>
        </p:grpSpPr>
        <p:sp>
          <p:nvSpPr>
            <p:cNvPr id="12" name="Google Shape;12;p2"/>
            <p:cNvSpPr/>
            <p:nvPr/>
          </p:nvSpPr>
          <p:spPr>
            <a:xfrm>
              <a:off x="543765" y="534993"/>
              <a:ext cx="302354" cy="302240"/>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46124" y="376748"/>
              <a:ext cx="180268" cy="18019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txBox="1">
            <a:spLocks noGrp="1"/>
          </p:cNvSpPr>
          <p:nvPr>
            <p:ph type="ctrTitle"/>
          </p:nvPr>
        </p:nvSpPr>
        <p:spPr>
          <a:xfrm>
            <a:off x="1615950" y="1070463"/>
            <a:ext cx="5907600" cy="17436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Clr>
                <a:srgbClr val="191919"/>
              </a:buClr>
              <a:buSzPts val="5200"/>
              <a:buNone/>
              <a:defRPr sz="8500" b="1"/>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grpSp>
        <p:nvGrpSpPr>
          <p:cNvPr id="16" name="Google Shape;16;p2"/>
          <p:cNvGrpSpPr/>
          <p:nvPr/>
        </p:nvGrpSpPr>
        <p:grpSpPr>
          <a:xfrm>
            <a:off x="8183592" y="342254"/>
            <a:ext cx="490607" cy="137264"/>
            <a:chOff x="7764896" y="270525"/>
            <a:chExt cx="517900" cy="144900"/>
          </a:xfrm>
        </p:grpSpPr>
        <p:sp>
          <p:nvSpPr>
            <p:cNvPr id="17" name="Google Shape;17;p2"/>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 name="Google Shape;23;p3"/>
          <p:cNvGrpSpPr/>
          <p:nvPr/>
        </p:nvGrpSpPr>
        <p:grpSpPr>
          <a:xfrm>
            <a:off x="8076684" y="375380"/>
            <a:ext cx="253875" cy="71030"/>
            <a:chOff x="7764896" y="270525"/>
            <a:chExt cx="517900" cy="144900"/>
          </a:xfrm>
        </p:grpSpPr>
        <p:sp>
          <p:nvSpPr>
            <p:cNvPr id="24" name="Google Shape;24;p3"/>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27;p3"/>
          <p:cNvSpPr txBox="1">
            <a:spLocks noGrp="1"/>
          </p:cNvSpPr>
          <p:nvPr>
            <p:ph type="title"/>
          </p:nvPr>
        </p:nvSpPr>
        <p:spPr>
          <a:xfrm>
            <a:off x="3819400" y="2257875"/>
            <a:ext cx="4609500" cy="1335300"/>
          </a:xfrm>
          <a:prstGeom prst="rect">
            <a:avLst/>
          </a:prstGeom>
        </p:spPr>
        <p:txBody>
          <a:bodyPr spcFirstLastPara="1" wrap="square" lIns="91425" tIns="91425" rIns="91425" bIns="91425" anchor="t" anchorCtr="0">
            <a:noAutofit/>
          </a:bodyPr>
          <a:lstStyle>
            <a:lvl1pPr lvl="0" algn="ctr">
              <a:spcBef>
                <a:spcPts val="0"/>
              </a:spcBef>
              <a:spcAft>
                <a:spcPts val="0"/>
              </a:spcAft>
              <a:buSzPts val="5000"/>
              <a:buNone/>
              <a:defRPr sz="43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28" name="Google Shape;28;p3"/>
          <p:cNvSpPr txBox="1">
            <a:spLocks noGrp="1"/>
          </p:cNvSpPr>
          <p:nvPr>
            <p:ph type="title" idx="2" hasCustomPrompt="1"/>
          </p:nvPr>
        </p:nvSpPr>
        <p:spPr>
          <a:xfrm>
            <a:off x="5203300" y="1305975"/>
            <a:ext cx="1841700" cy="9519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9" name="Google Shape;29;p3"/>
          <p:cNvSpPr txBox="1">
            <a:spLocks noGrp="1"/>
          </p:cNvSpPr>
          <p:nvPr>
            <p:ph type="subTitle" idx="1"/>
          </p:nvPr>
        </p:nvSpPr>
        <p:spPr>
          <a:xfrm>
            <a:off x="3819400" y="3754175"/>
            <a:ext cx="4609500" cy="37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4"/>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4"/>
          <p:cNvGrpSpPr/>
          <p:nvPr/>
        </p:nvGrpSpPr>
        <p:grpSpPr>
          <a:xfrm>
            <a:off x="8076684" y="375380"/>
            <a:ext cx="253875" cy="71030"/>
            <a:chOff x="7764896" y="270525"/>
            <a:chExt cx="517900" cy="144900"/>
          </a:xfrm>
        </p:grpSpPr>
        <p:sp>
          <p:nvSpPr>
            <p:cNvPr id="34" name="Google Shape;34;p4"/>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3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8" name="Google Shape;38;p4"/>
          <p:cNvSpPr txBox="1">
            <a:spLocks noGrp="1"/>
          </p:cNvSpPr>
          <p:nvPr>
            <p:ph type="body" idx="1"/>
          </p:nvPr>
        </p:nvSpPr>
        <p:spPr>
          <a:xfrm>
            <a:off x="720000" y="1152475"/>
            <a:ext cx="7704000" cy="4299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
        <p:nvSpPr>
          <p:cNvPr id="39" name="Google Shape;39;p4"/>
          <p:cNvSpPr/>
          <p:nvPr/>
        </p:nvSpPr>
        <p:spPr>
          <a:xfrm>
            <a:off x="422199" y="3845199"/>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575035" y="4040023"/>
            <a:ext cx="144969" cy="144901"/>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5"/>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4;p5"/>
          <p:cNvGrpSpPr/>
          <p:nvPr/>
        </p:nvGrpSpPr>
        <p:grpSpPr>
          <a:xfrm>
            <a:off x="8076684" y="375380"/>
            <a:ext cx="253875" cy="71030"/>
            <a:chOff x="7764896" y="270525"/>
            <a:chExt cx="517900" cy="144900"/>
          </a:xfrm>
        </p:grpSpPr>
        <p:sp>
          <p:nvSpPr>
            <p:cNvPr id="45" name="Google Shape;45;p5"/>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Google Shape;48;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9" name="Google Shape;49;p5"/>
          <p:cNvSpPr txBox="1">
            <a:spLocks noGrp="1"/>
          </p:cNvSpPr>
          <p:nvPr>
            <p:ph type="subTitle" idx="1"/>
          </p:nvPr>
        </p:nvSpPr>
        <p:spPr>
          <a:xfrm>
            <a:off x="1497946" y="2424825"/>
            <a:ext cx="2562900" cy="145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 name="Google Shape;50;p5"/>
          <p:cNvSpPr txBox="1">
            <a:spLocks noGrp="1"/>
          </p:cNvSpPr>
          <p:nvPr>
            <p:ph type="subTitle" idx="2"/>
          </p:nvPr>
        </p:nvSpPr>
        <p:spPr>
          <a:xfrm>
            <a:off x="1497946" y="2116850"/>
            <a:ext cx="25629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1" name="Google Shape;51;p5"/>
          <p:cNvSpPr txBox="1">
            <a:spLocks noGrp="1"/>
          </p:cNvSpPr>
          <p:nvPr>
            <p:ph type="subTitle" idx="3"/>
          </p:nvPr>
        </p:nvSpPr>
        <p:spPr>
          <a:xfrm>
            <a:off x="5083162" y="2424825"/>
            <a:ext cx="2562900" cy="145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2" name="Google Shape;52;p5"/>
          <p:cNvSpPr txBox="1">
            <a:spLocks noGrp="1"/>
          </p:cNvSpPr>
          <p:nvPr>
            <p:ph type="subTitle" idx="4"/>
          </p:nvPr>
        </p:nvSpPr>
        <p:spPr>
          <a:xfrm>
            <a:off x="5083162" y="2116850"/>
            <a:ext cx="25629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grpSp>
        <p:nvGrpSpPr>
          <p:cNvPr id="53" name="Google Shape;53;p5"/>
          <p:cNvGrpSpPr/>
          <p:nvPr/>
        </p:nvGrpSpPr>
        <p:grpSpPr>
          <a:xfrm>
            <a:off x="320938" y="3777873"/>
            <a:ext cx="385668" cy="385642"/>
            <a:chOff x="6067621" y="1137730"/>
            <a:chExt cx="452503" cy="452472"/>
          </a:xfrm>
        </p:grpSpPr>
        <p:grpSp>
          <p:nvGrpSpPr>
            <p:cNvPr id="54" name="Google Shape;54;p5"/>
            <p:cNvGrpSpPr/>
            <p:nvPr/>
          </p:nvGrpSpPr>
          <p:grpSpPr>
            <a:xfrm>
              <a:off x="6067621" y="1137730"/>
              <a:ext cx="452503" cy="452472"/>
              <a:chOff x="7260446" y="1803430"/>
              <a:chExt cx="452503" cy="452472"/>
            </a:xfrm>
          </p:grpSpPr>
          <p:sp>
            <p:nvSpPr>
              <p:cNvPr id="55" name="Google Shape;55;p5"/>
              <p:cNvSpPr/>
              <p:nvPr/>
            </p:nvSpPr>
            <p:spPr>
              <a:xfrm>
                <a:off x="7260446" y="1803430"/>
                <a:ext cx="452503" cy="452472"/>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7345852" y="1925714"/>
                <a:ext cx="90457" cy="85987"/>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7537231" y="1925714"/>
                <a:ext cx="90383" cy="85987"/>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58;p5"/>
            <p:cNvSpPr/>
            <p:nvPr/>
          </p:nvSpPr>
          <p:spPr>
            <a:xfrm rot="10800000">
              <a:off x="6168113" y="1329405"/>
              <a:ext cx="251524" cy="131850"/>
            </a:xfrm>
            <a:custGeom>
              <a:avLst/>
              <a:gdLst/>
              <a:ahLst/>
              <a:cxnLst/>
              <a:rect l="l" t="t" r="r" b="b"/>
              <a:pathLst>
                <a:path w="723" h="379" fill="none" extrusionOk="0">
                  <a:moveTo>
                    <a:pt x="1" y="0"/>
                  </a:moveTo>
                  <a:cubicBezTo>
                    <a:pt x="1" y="0"/>
                    <a:pt x="254" y="378"/>
                    <a:pt x="723" y="0"/>
                  </a:cubicBez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5"/>
          <p:cNvGrpSpPr/>
          <p:nvPr/>
        </p:nvGrpSpPr>
        <p:grpSpPr>
          <a:xfrm>
            <a:off x="422191" y="1046749"/>
            <a:ext cx="284409" cy="1264133"/>
            <a:chOff x="422191" y="1046749"/>
            <a:chExt cx="284409" cy="1264133"/>
          </a:xfrm>
        </p:grpSpPr>
        <p:sp>
          <p:nvSpPr>
            <p:cNvPr id="60" name="Google Shape;60;p5"/>
            <p:cNvSpPr/>
            <p:nvPr/>
          </p:nvSpPr>
          <p:spPr>
            <a:xfrm>
              <a:off x="574700" y="1826375"/>
              <a:ext cx="131900" cy="131850"/>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422191" y="2177028"/>
              <a:ext cx="133905" cy="133854"/>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439174" y="1046749"/>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63;p5"/>
          <p:cNvSpPr/>
          <p:nvPr/>
        </p:nvSpPr>
        <p:spPr>
          <a:xfrm>
            <a:off x="8567037" y="4441448"/>
            <a:ext cx="180268" cy="18019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6"/>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 name="Google Shape;67;p6"/>
          <p:cNvGrpSpPr/>
          <p:nvPr/>
        </p:nvGrpSpPr>
        <p:grpSpPr>
          <a:xfrm>
            <a:off x="8076684" y="375380"/>
            <a:ext cx="253875" cy="71030"/>
            <a:chOff x="7764896" y="270525"/>
            <a:chExt cx="517900" cy="144900"/>
          </a:xfrm>
        </p:grpSpPr>
        <p:sp>
          <p:nvSpPr>
            <p:cNvPr id="68" name="Google Shape;68;p6"/>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6"/>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 name="Google Shape;71;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72" name="Google Shape;72;p6"/>
          <p:cNvGrpSpPr/>
          <p:nvPr/>
        </p:nvGrpSpPr>
        <p:grpSpPr>
          <a:xfrm>
            <a:off x="323078" y="3247120"/>
            <a:ext cx="482627" cy="872050"/>
            <a:chOff x="323078" y="3247120"/>
            <a:chExt cx="482627" cy="872050"/>
          </a:xfrm>
        </p:grpSpPr>
        <p:grpSp>
          <p:nvGrpSpPr>
            <p:cNvPr id="73" name="Google Shape;73;p6"/>
            <p:cNvGrpSpPr/>
            <p:nvPr/>
          </p:nvGrpSpPr>
          <p:grpSpPr>
            <a:xfrm>
              <a:off x="323078" y="3658686"/>
              <a:ext cx="482627" cy="460485"/>
              <a:chOff x="543765" y="376748"/>
              <a:chExt cx="482627" cy="460485"/>
            </a:xfrm>
          </p:grpSpPr>
          <p:sp>
            <p:nvSpPr>
              <p:cNvPr id="74" name="Google Shape;74;p6"/>
              <p:cNvSpPr/>
              <p:nvPr/>
            </p:nvSpPr>
            <p:spPr>
              <a:xfrm>
                <a:off x="543765" y="534993"/>
                <a:ext cx="302354" cy="302240"/>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6"/>
              <p:cNvSpPr/>
              <p:nvPr/>
            </p:nvSpPr>
            <p:spPr>
              <a:xfrm>
                <a:off x="846124" y="376748"/>
                <a:ext cx="180268" cy="18019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6"/>
            <p:cNvGrpSpPr/>
            <p:nvPr/>
          </p:nvGrpSpPr>
          <p:grpSpPr>
            <a:xfrm>
              <a:off x="390622" y="3247120"/>
              <a:ext cx="347554" cy="316597"/>
              <a:chOff x="1453550" y="959950"/>
              <a:chExt cx="167925" cy="152975"/>
            </a:xfrm>
          </p:grpSpPr>
          <p:sp>
            <p:nvSpPr>
              <p:cNvPr id="77" name="Google Shape;77;p6"/>
              <p:cNvSpPr/>
              <p:nvPr/>
            </p:nvSpPr>
            <p:spPr>
              <a:xfrm>
                <a:off x="1453550" y="959950"/>
                <a:ext cx="167925" cy="152975"/>
              </a:xfrm>
              <a:custGeom>
                <a:avLst/>
                <a:gdLst/>
                <a:ahLst/>
                <a:cxnLst/>
                <a:rect l="l" t="t" r="r" b="b"/>
                <a:pathLst>
                  <a:path w="6717" h="6119" extrusionOk="0">
                    <a:moveTo>
                      <a:pt x="3359" y="0"/>
                    </a:moveTo>
                    <a:cubicBezTo>
                      <a:pt x="2576" y="0"/>
                      <a:pt x="1793" y="299"/>
                      <a:pt x="1195" y="896"/>
                    </a:cubicBezTo>
                    <a:cubicBezTo>
                      <a:pt x="1" y="2091"/>
                      <a:pt x="1" y="4027"/>
                      <a:pt x="1195" y="5222"/>
                    </a:cubicBezTo>
                    <a:cubicBezTo>
                      <a:pt x="1793" y="5820"/>
                      <a:pt x="2576" y="6118"/>
                      <a:pt x="3359" y="6118"/>
                    </a:cubicBezTo>
                    <a:cubicBezTo>
                      <a:pt x="4142" y="6118"/>
                      <a:pt x="4925" y="5820"/>
                      <a:pt x="5523" y="5222"/>
                    </a:cubicBezTo>
                    <a:cubicBezTo>
                      <a:pt x="6716" y="4027"/>
                      <a:pt x="6716" y="2091"/>
                      <a:pt x="5523" y="896"/>
                    </a:cubicBezTo>
                    <a:cubicBezTo>
                      <a:pt x="4925" y="299"/>
                      <a:pt x="4142" y="0"/>
                      <a:pt x="3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6"/>
              <p:cNvSpPr/>
              <p:nvPr/>
            </p:nvSpPr>
            <p:spPr>
              <a:xfrm>
                <a:off x="1495475" y="998925"/>
                <a:ext cx="84150" cy="80175"/>
              </a:xfrm>
              <a:custGeom>
                <a:avLst/>
                <a:gdLst/>
                <a:ahLst/>
                <a:cxnLst/>
                <a:rect l="l" t="t" r="r" b="b"/>
                <a:pathLst>
                  <a:path w="3366" h="3207" extrusionOk="0">
                    <a:moveTo>
                      <a:pt x="909" y="0"/>
                    </a:moveTo>
                    <a:cubicBezTo>
                      <a:pt x="863" y="0"/>
                      <a:pt x="811" y="2"/>
                      <a:pt x="758" y="8"/>
                    </a:cubicBezTo>
                    <a:cubicBezTo>
                      <a:pt x="427" y="40"/>
                      <a:pt x="46" y="343"/>
                      <a:pt x="0" y="921"/>
                    </a:cubicBezTo>
                    <a:lnTo>
                      <a:pt x="0" y="1113"/>
                    </a:lnTo>
                    <a:cubicBezTo>
                      <a:pt x="42" y="1668"/>
                      <a:pt x="461" y="2351"/>
                      <a:pt x="1683" y="3207"/>
                    </a:cubicBezTo>
                    <a:cubicBezTo>
                      <a:pt x="2903" y="2350"/>
                      <a:pt x="3322" y="1668"/>
                      <a:pt x="3365" y="1113"/>
                    </a:cubicBezTo>
                    <a:lnTo>
                      <a:pt x="3365" y="921"/>
                    </a:lnTo>
                    <a:cubicBezTo>
                      <a:pt x="3318" y="341"/>
                      <a:pt x="2937" y="39"/>
                      <a:pt x="2606" y="8"/>
                    </a:cubicBezTo>
                    <a:cubicBezTo>
                      <a:pt x="2553" y="2"/>
                      <a:pt x="2503" y="0"/>
                      <a:pt x="2455" y="0"/>
                    </a:cubicBezTo>
                    <a:cubicBezTo>
                      <a:pt x="2076" y="0"/>
                      <a:pt x="1892" y="165"/>
                      <a:pt x="1683" y="412"/>
                    </a:cubicBezTo>
                    <a:cubicBezTo>
                      <a:pt x="1472" y="165"/>
                      <a:pt x="1291" y="0"/>
                      <a:pt x="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9" name="Google Shape;79;p6"/>
          <p:cNvSpPr/>
          <p:nvPr/>
        </p:nvSpPr>
        <p:spPr>
          <a:xfrm>
            <a:off x="8533024" y="1662298"/>
            <a:ext cx="180268" cy="18019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0"/>
        <p:cNvGrpSpPr/>
        <p:nvPr/>
      </p:nvGrpSpPr>
      <p:grpSpPr>
        <a:xfrm>
          <a:off x="0" y="0"/>
          <a:ext cx="0" cy="0"/>
          <a:chOff x="0" y="0"/>
          <a:chExt cx="0" cy="0"/>
        </a:xfrm>
      </p:grpSpPr>
      <p:sp>
        <p:nvSpPr>
          <p:cNvPr id="81" name="Google Shape;81;p7"/>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7"/>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 name="Google Shape;83;p7"/>
          <p:cNvGrpSpPr/>
          <p:nvPr/>
        </p:nvGrpSpPr>
        <p:grpSpPr>
          <a:xfrm>
            <a:off x="8076684" y="375380"/>
            <a:ext cx="253875" cy="71030"/>
            <a:chOff x="7764896" y="270525"/>
            <a:chExt cx="517900" cy="144900"/>
          </a:xfrm>
        </p:grpSpPr>
        <p:sp>
          <p:nvSpPr>
            <p:cNvPr id="84" name="Google Shape;84;p7"/>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7"/>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7"/>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 name="Google Shape;87;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88" name="Google Shape;88;p7"/>
          <p:cNvSpPr txBox="1">
            <a:spLocks noGrp="1"/>
          </p:cNvSpPr>
          <p:nvPr>
            <p:ph type="body" idx="1"/>
          </p:nvPr>
        </p:nvSpPr>
        <p:spPr>
          <a:xfrm>
            <a:off x="720000" y="1540175"/>
            <a:ext cx="3307800" cy="2510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
        <p:nvSpPr>
          <p:cNvPr id="89" name="Google Shape;89;p7"/>
          <p:cNvSpPr>
            <a:spLocks noGrp="1"/>
          </p:cNvSpPr>
          <p:nvPr>
            <p:ph type="pic" idx="2"/>
          </p:nvPr>
        </p:nvSpPr>
        <p:spPr>
          <a:xfrm>
            <a:off x="4355575" y="1133550"/>
            <a:ext cx="4068600" cy="3291900"/>
          </a:xfrm>
          <a:prstGeom prst="roundRect">
            <a:avLst>
              <a:gd name="adj" fmla="val 16667"/>
            </a:avLst>
          </a:prstGeom>
          <a:noFill/>
          <a:ln w="9525" cap="flat" cmpd="sng">
            <a:solidFill>
              <a:schemeClr val="accent6"/>
            </a:solidFill>
            <a:prstDash val="solid"/>
            <a:round/>
            <a:headEnd type="none" w="sm" len="sm"/>
            <a:tailEnd type="none" w="sm" len="sm"/>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p8"/>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 name="Google Shape;93;p8"/>
          <p:cNvGrpSpPr/>
          <p:nvPr/>
        </p:nvGrpSpPr>
        <p:grpSpPr>
          <a:xfrm>
            <a:off x="8076684" y="375380"/>
            <a:ext cx="253875" cy="71030"/>
            <a:chOff x="7764896" y="270525"/>
            <a:chExt cx="517900" cy="144900"/>
          </a:xfrm>
        </p:grpSpPr>
        <p:sp>
          <p:nvSpPr>
            <p:cNvPr id="94" name="Google Shape;94;p8"/>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8"/>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8"/>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 name="Google Shape;97;p8"/>
          <p:cNvSpPr txBox="1">
            <a:spLocks noGrp="1"/>
          </p:cNvSpPr>
          <p:nvPr>
            <p:ph type="title"/>
          </p:nvPr>
        </p:nvSpPr>
        <p:spPr>
          <a:xfrm>
            <a:off x="715100" y="1676850"/>
            <a:ext cx="4639500" cy="17898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8"/>
        <p:cNvGrpSpPr/>
        <p:nvPr/>
      </p:nvGrpSpPr>
      <p:grpSpPr>
        <a:xfrm>
          <a:off x="0" y="0"/>
          <a:ext cx="0" cy="0"/>
          <a:chOff x="0" y="0"/>
          <a:chExt cx="0" cy="0"/>
        </a:xfrm>
      </p:grpSpPr>
      <p:sp>
        <p:nvSpPr>
          <p:cNvPr id="99" name="Google Shape;99;p9"/>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9"/>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 name="Google Shape;101;p9"/>
          <p:cNvGrpSpPr/>
          <p:nvPr/>
        </p:nvGrpSpPr>
        <p:grpSpPr>
          <a:xfrm>
            <a:off x="8076684" y="375380"/>
            <a:ext cx="253875" cy="71030"/>
            <a:chOff x="7764896" y="270525"/>
            <a:chExt cx="517900" cy="144900"/>
          </a:xfrm>
        </p:grpSpPr>
        <p:sp>
          <p:nvSpPr>
            <p:cNvPr id="102" name="Google Shape;102;p9"/>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9"/>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9"/>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9"/>
          <p:cNvSpPr txBox="1">
            <a:spLocks noGrp="1"/>
          </p:cNvSpPr>
          <p:nvPr>
            <p:ph type="title"/>
          </p:nvPr>
        </p:nvSpPr>
        <p:spPr>
          <a:xfrm>
            <a:off x="715100" y="1531963"/>
            <a:ext cx="48810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300">
                <a:solidFill>
                  <a:schemeClr val="accent3"/>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6" name="Google Shape;106;p9"/>
          <p:cNvSpPr txBox="1">
            <a:spLocks noGrp="1"/>
          </p:cNvSpPr>
          <p:nvPr>
            <p:ph type="subTitle" idx="1"/>
          </p:nvPr>
        </p:nvSpPr>
        <p:spPr>
          <a:xfrm>
            <a:off x="715100" y="2422338"/>
            <a:ext cx="3940500" cy="118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lt1"/>
        </a:solidFill>
        <a:effectLst/>
      </p:bgPr>
    </p:bg>
    <p:spTree>
      <p:nvGrpSpPr>
        <p:cNvPr id="1" name="Shape 107"/>
        <p:cNvGrpSpPr/>
        <p:nvPr/>
      </p:nvGrpSpPr>
      <p:grpSpPr>
        <a:xfrm>
          <a:off x="0" y="0"/>
          <a:ext cx="0" cy="0"/>
          <a:chOff x="0" y="0"/>
          <a:chExt cx="0" cy="0"/>
        </a:xfrm>
      </p:grpSpPr>
      <p:sp>
        <p:nvSpPr>
          <p:cNvPr id="108" name="Google Shape;108;p10"/>
          <p:cNvSpPr txBox="1">
            <a:spLocks noGrp="1"/>
          </p:cNvSpPr>
          <p:nvPr>
            <p:ph type="title"/>
          </p:nvPr>
        </p:nvSpPr>
        <p:spPr>
          <a:xfrm>
            <a:off x="706600" y="535000"/>
            <a:ext cx="4209900" cy="14820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SzPts val="3000"/>
              <a:buNone/>
              <a:defRPr sz="2800">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09" name="Google Shape;109;p10"/>
          <p:cNvSpPr/>
          <p:nvPr/>
        </p:nvSpPr>
        <p:spPr>
          <a:xfrm>
            <a:off x="136200" y="125100"/>
            <a:ext cx="8871600" cy="4893300"/>
          </a:xfrm>
          <a:prstGeom prst="roundRect">
            <a:avLst>
              <a:gd name="adj" fmla="val 4585"/>
            </a:avLst>
          </a:prstGeom>
          <a:noFill/>
          <a:ln w="762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0"/>
        <p:cNvGrpSpPr/>
        <p:nvPr/>
      </p:nvGrpSpPr>
      <p:grpSpPr>
        <a:xfrm>
          <a:off x="0" y="0"/>
          <a:ext cx="0" cy="0"/>
          <a:chOff x="0" y="0"/>
          <a:chExt cx="0" cy="0"/>
        </a:xfrm>
      </p:grpSpPr>
      <p:sp>
        <p:nvSpPr>
          <p:cNvPr id="111" name="Google Shape;111;p11"/>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11"/>
          <p:cNvGrpSpPr/>
          <p:nvPr/>
        </p:nvGrpSpPr>
        <p:grpSpPr>
          <a:xfrm>
            <a:off x="8076684" y="375380"/>
            <a:ext cx="253875" cy="71030"/>
            <a:chOff x="7764896" y="270525"/>
            <a:chExt cx="517900" cy="144900"/>
          </a:xfrm>
        </p:grpSpPr>
        <p:sp>
          <p:nvSpPr>
            <p:cNvPr id="114" name="Google Shape;114;p11"/>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 name="Google Shape;117;p11"/>
          <p:cNvSpPr txBox="1">
            <a:spLocks noGrp="1"/>
          </p:cNvSpPr>
          <p:nvPr>
            <p:ph type="title" hasCustomPrompt="1"/>
          </p:nvPr>
        </p:nvSpPr>
        <p:spPr>
          <a:xfrm>
            <a:off x="927175" y="2061600"/>
            <a:ext cx="6576000" cy="1306200"/>
          </a:xfrm>
          <a:prstGeom prst="rect">
            <a:avLst/>
          </a:prstGeom>
          <a:solidFill>
            <a:schemeClr val="accent6"/>
          </a:solidFill>
        </p:spPr>
        <p:txBody>
          <a:bodyPr spcFirstLastPara="1" wrap="square" lIns="91425" tIns="91425" rIns="91425" bIns="91425" anchor="ctr" anchorCtr="0">
            <a:noAutofit/>
          </a:bodyPr>
          <a:lstStyle>
            <a:lvl1pPr lvl="0" algn="ctr">
              <a:spcBef>
                <a:spcPts val="0"/>
              </a:spcBef>
              <a:spcAft>
                <a:spcPts val="0"/>
              </a:spcAft>
              <a:buSzPts val="8500"/>
              <a:buNone/>
              <a:defRPr sz="6000">
                <a:solidFill>
                  <a:schemeClr val="lt1"/>
                </a:solidFill>
              </a:defRPr>
            </a:lvl1pPr>
            <a:lvl2pPr lvl="1" algn="ctr">
              <a:spcBef>
                <a:spcPts val="0"/>
              </a:spcBef>
              <a:spcAft>
                <a:spcPts val="0"/>
              </a:spcAft>
              <a:buSzPts val="8500"/>
              <a:buNone/>
              <a:defRPr sz="8500"/>
            </a:lvl2pPr>
            <a:lvl3pPr lvl="2" algn="ctr">
              <a:spcBef>
                <a:spcPts val="0"/>
              </a:spcBef>
              <a:spcAft>
                <a:spcPts val="0"/>
              </a:spcAft>
              <a:buSzPts val="8500"/>
              <a:buNone/>
              <a:defRPr sz="8500"/>
            </a:lvl3pPr>
            <a:lvl4pPr lvl="3" algn="ctr">
              <a:spcBef>
                <a:spcPts val="0"/>
              </a:spcBef>
              <a:spcAft>
                <a:spcPts val="0"/>
              </a:spcAft>
              <a:buSzPts val="8500"/>
              <a:buNone/>
              <a:defRPr sz="8500"/>
            </a:lvl4pPr>
            <a:lvl5pPr lvl="4" algn="ctr">
              <a:spcBef>
                <a:spcPts val="0"/>
              </a:spcBef>
              <a:spcAft>
                <a:spcPts val="0"/>
              </a:spcAft>
              <a:buSzPts val="8500"/>
              <a:buNone/>
              <a:defRPr sz="8500"/>
            </a:lvl5pPr>
            <a:lvl6pPr lvl="5" algn="ctr">
              <a:spcBef>
                <a:spcPts val="0"/>
              </a:spcBef>
              <a:spcAft>
                <a:spcPts val="0"/>
              </a:spcAft>
              <a:buSzPts val="8500"/>
              <a:buNone/>
              <a:defRPr sz="8500"/>
            </a:lvl6pPr>
            <a:lvl7pPr lvl="6" algn="ctr">
              <a:spcBef>
                <a:spcPts val="0"/>
              </a:spcBef>
              <a:spcAft>
                <a:spcPts val="0"/>
              </a:spcAft>
              <a:buSzPts val="8500"/>
              <a:buNone/>
              <a:defRPr sz="8500"/>
            </a:lvl7pPr>
            <a:lvl8pPr lvl="7" algn="ctr">
              <a:spcBef>
                <a:spcPts val="0"/>
              </a:spcBef>
              <a:spcAft>
                <a:spcPts val="0"/>
              </a:spcAft>
              <a:buSzPts val="8500"/>
              <a:buNone/>
              <a:defRPr sz="8500"/>
            </a:lvl8pPr>
            <a:lvl9pPr lvl="8" algn="ctr">
              <a:spcBef>
                <a:spcPts val="0"/>
              </a:spcBef>
              <a:spcAft>
                <a:spcPts val="0"/>
              </a:spcAft>
              <a:buSzPts val="8500"/>
              <a:buNone/>
              <a:defRPr sz="8500"/>
            </a:lvl9pPr>
          </a:lstStyle>
          <a:p>
            <a:r>
              <a:t>xx%</a:t>
            </a:r>
          </a:p>
        </p:txBody>
      </p:sp>
      <p:sp>
        <p:nvSpPr>
          <p:cNvPr id="118" name="Google Shape;118;p11"/>
          <p:cNvSpPr txBox="1">
            <a:spLocks noGrp="1"/>
          </p:cNvSpPr>
          <p:nvPr>
            <p:ph type="subTitle" idx="1"/>
          </p:nvPr>
        </p:nvSpPr>
        <p:spPr>
          <a:xfrm>
            <a:off x="927175" y="3439250"/>
            <a:ext cx="6576000" cy="38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119" name="Google Shape;119;p11"/>
          <p:cNvGrpSpPr/>
          <p:nvPr/>
        </p:nvGrpSpPr>
        <p:grpSpPr>
          <a:xfrm>
            <a:off x="8480592" y="3691424"/>
            <a:ext cx="443739" cy="567924"/>
            <a:chOff x="8480592" y="3691424"/>
            <a:chExt cx="443739" cy="567924"/>
          </a:xfrm>
        </p:grpSpPr>
        <p:sp>
          <p:nvSpPr>
            <p:cNvPr id="120" name="Google Shape;120;p11"/>
            <p:cNvSpPr/>
            <p:nvPr/>
          </p:nvSpPr>
          <p:spPr>
            <a:xfrm rot="909554">
              <a:off x="8516473" y="3892468"/>
              <a:ext cx="371977" cy="323881"/>
            </a:xfrm>
            <a:custGeom>
              <a:avLst/>
              <a:gdLst/>
              <a:ahLst/>
              <a:cxnLst/>
              <a:rect l="l" t="t" r="r" b="b"/>
              <a:pathLst>
                <a:path w="6958" h="6058" extrusionOk="0">
                  <a:moveTo>
                    <a:pt x="3903" y="1"/>
                  </a:moveTo>
                  <a:cubicBezTo>
                    <a:pt x="3640" y="1"/>
                    <a:pt x="3429" y="195"/>
                    <a:pt x="3429" y="435"/>
                  </a:cubicBezTo>
                  <a:lnTo>
                    <a:pt x="3429" y="898"/>
                  </a:lnTo>
                  <a:cubicBezTo>
                    <a:pt x="3304" y="2429"/>
                    <a:pt x="2141" y="2828"/>
                    <a:pt x="2141" y="2828"/>
                  </a:cubicBezTo>
                  <a:lnTo>
                    <a:pt x="2141" y="2396"/>
                  </a:lnTo>
                  <a:lnTo>
                    <a:pt x="0" y="2396"/>
                  </a:lnTo>
                  <a:lnTo>
                    <a:pt x="0" y="6058"/>
                  </a:lnTo>
                  <a:lnTo>
                    <a:pt x="2141" y="6058"/>
                  </a:lnTo>
                  <a:lnTo>
                    <a:pt x="2141" y="5594"/>
                  </a:lnTo>
                  <a:cubicBezTo>
                    <a:pt x="2141" y="5594"/>
                    <a:pt x="2633" y="5935"/>
                    <a:pt x="4016" y="5954"/>
                  </a:cubicBezTo>
                  <a:cubicBezTo>
                    <a:pt x="4083" y="5985"/>
                    <a:pt x="4155" y="6006"/>
                    <a:pt x="4233" y="6006"/>
                  </a:cubicBezTo>
                  <a:lnTo>
                    <a:pt x="5862" y="6006"/>
                  </a:lnTo>
                  <a:cubicBezTo>
                    <a:pt x="6136" y="6006"/>
                    <a:pt x="6358" y="5782"/>
                    <a:pt x="6358" y="5508"/>
                  </a:cubicBezTo>
                  <a:cubicBezTo>
                    <a:pt x="6358" y="5335"/>
                    <a:pt x="6269" y="5183"/>
                    <a:pt x="6136" y="5094"/>
                  </a:cubicBezTo>
                  <a:cubicBezTo>
                    <a:pt x="6375" y="5057"/>
                    <a:pt x="6558" y="4853"/>
                    <a:pt x="6558" y="4605"/>
                  </a:cubicBezTo>
                  <a:cubicBezTo>
                    <a:pt x="6558" y="4433"/>
                    <a:pt x="6470" y="4281"/>
                    <a:pt x="6336" y="4192"/>
                  </a:cubicBezTo>
                  <a:cubicBezTo>
                    <a:pt x="6575" y="4154"/>
                    <a:pt x="6759" y="3951"/>
                    <a:pt x="6759" y="3702"/>
                  </a:cubicBezTo>
                  <a:cubicBezTo>
                    <a:pt x="6759" y="3530"/>
                    <a:pt x="6670" y="3378"/>
                    <a:pt x="6536" y="3287"/>
                  </a:cubicBezTo>
                  <a:cubicBezTo>
                    <a:pt x="6772" y="3252"/>
                    <a:pt x="6957" y="3049"/>
                    <a:pt x="6957" y="2800"/>
                  </a:cubicBezTo>
                  <a:cubicBezTo>
                    <a:pt x="6957" y="2525"/>
                    <a:pt x="6735" y="2301"/>
                    <a:pt x="6461" y="2301"/>
                  </a:cubicBezTo>
                  <a:lnTo>
                    <a:pt x="4831" y="2301"/>
                  </a:lnTo>
                  <a:cubicBezTo>
                    <a:pt x="4756" y="2301"/>
                    <a:pt x="4683" y="2321"/>
                    <a:pt x="4618" y="2352"/>
                  </a:cubicBezTo>
                  <a:lnTo>
                    <a:pt x="4284" y="2352"/>
                  </a:lnTo>
                  <a:cubicBezTo>
                    <a:pt x="4514" y="1683"/>
                    <a:pt x="4379" y="435"/>
                    <a:pt x="4379" y="435"/>
                  </a:cubicBezTo>
                  <a:cubicBezTo>
                    <a:pt x="4379" y="195"/>
                    <a:pt x="4166" y="1"/>
                    <a:pt x="39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a:off x="8535980" y="3691424"/>
              <a:ext cx="70246" cy="70199"/>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2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23"/>
        <p:cNvGrpSpPr/>
        <p:nvPr/>
      </p:nvGrpSpPr>
      <p:grpSpPr>
        <a:xfrm>
          <a:off x="0" y="0"/>
          <a:ext cx="0" cy="0"/>
          <a:chOff x="0" y="0"/>
          <a:chExt cx="0" cy="0"/>
        </a:xfrm>
      </p:grpSpPr>
      <p:sp>
        <p:nvSpPr>
          <p:cNvPr id="124" name="Google Shape;124;p13"/>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3"/>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 name="Google Shape;126;p13"/>
          <p:cNvGrpSpPr/>
          <p:nvPr/>
        </p:nvGrpSpPr>
        <p:grpSpPr>
          <a:xfrm>
            <a:off x="8076684" y="375380"/>
            <a:ext cx="253875" cy="71030"/>
            <a:chOff x="7764896" y="270525"/>
            <a:chExt cx="517900" cy="144900"/>
          </a:xfrm>
        </p:grpSpPr>
        <p:sp>
          <p:nvSpPr>
            <p:cNvPr id="127" name="Google Shape;127;p13"/>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3"/>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3"/>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 name="Google Shape;130;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1" name="Google Shape;131;p13"/>
          <p:cNvSpPr txBox="1">
            <a:spLocks noGrp="1"/>
          </p:cNvSpPr>
          <p:nvPr>
            <p:ph type="title" idx="2" hasCustomPrompt="1"/>
          </p:nvPr>
        </p:nvSpPr>
        <p:spPr>
          <a:xfrm>
            <a:off x="2013904" y="1321488"/>
            <a:ext cx="707400" cy="4053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SzPts val="3000"/>
              <a:buNone/>
              <a:defRPr sz="2300">
                <a:solidFill>
                  <a:schemeClr val="lt1"/>
                </a:solidFill>
                <a:latin typeface="Bowlby One"/>
                <a:ea typeface="Bowlby One"/>
                <a:cs typeface="Bowlby One"/>
                <a:sym typeface="Bowlby 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2" name="Google Shape;132;p13"/>
          <p:cNvSpPr txBox="1">
            <a:spLocks noGrp="1"/>
          </p:cNvSpPr>
          <p:nvPr>
            <p:ph type="subTitle" idx="1"/>
          </p:nvPr>
        </p:nvSpPr>
        <p:spPr>
          <a:xfrm>
            <a:off x="1254579" y="2111010"/>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3" name="Google Shape;133;p13"/>
          <p:cNvSpPr txBox="1">
            <a:spLocks noGrp="1"/>
          </p:cNvSpPr>
          <p:nvPr>
            <p:ph type="subTitle" idx="3"/>
          </p:nvPr>
        </p:nvSpPr>
        <p:spPr>
          <a:xfrm>
            <a:off x="1254629" y="1803000"/>
            <a:ext cx="23364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4" name="Google Shape;134;p13"/>
          <p:cNvSpPr txBox="1">
            <a:spLocks noGrp="1"/>
          </p:cNvSpPr>
          <p:nvPr>
            <p:ph type="title" idx="4" hasCustomPrompt="1"/>
          </p:nvPr>
        </p:nvSpPr>
        <p:spPr>
          <a:xfrm>
            <a:off x="2013904" y="2967413"/>
            <a:ext cx="707400" cy="4053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SzPts val="3000"/>
              <a:buNone/>
              <a:defRPr sz="2300">
                <a:solidFill>
                  <a:schemeClr val="lt1"/>
                </a:solidFill>
                <a:latin typeface="Bowlby One"/>
                <a:ea typeface="Bowlby One"/>
                <a:cs typeface="Bowlby One"/>
                <a:sym typeface="Bowlby 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5" name="Google Shape;135;p13"/>
          <p:cNvSpPr txBox="1">
            <a:spLocks noGrp="1"/>
          </p:cNvSpPr>
          <p:nvPr>
            <p:ph type="subTitle" idx="5"/>
          </p:nvPr>
        </p:nvSpPr>
        <p:spPr>
          <a:xfrm>
            <a:off x="1254579" y="3762585"/>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6" name="Google Shape;136;p13"/>
          <p:cNvSpPr txBox="1">
            <a:spLocks noGrp="1"/>
          </p:cNvSpPr>
          <p:nvPr>
            <p:ph type="subTitle" idx="6"/>
          </p:nvPr>
        </p:nvSpPr>
        <p:spPr>
          <a:xfrm>
            <a:off x="1254629" y="3454575"/>
            <a:ext cx="23364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7" name="Google Shape;137;p13"/>
          <p:cNvSpPr txBox="1">
            <a:spLocks noGrp="1"/>
          </p:cNvSpPr>
          <p:nvPr>
            <p:ph type="title" idx="7" hasCustomPrompt="1"/>
          </p:nvPr>
        </p:nvSpPr>
        <p:spPr>
          <a:xfrm>
            <a:off x="4350354" y="1321488"/>
            <a:ext cx="707400" cy="4053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SzPts val="3000"/>
              <a:buNone/>
              <a:defRPr sz="2300">
                <a:solidFill>
                  <a:schemeClr val="lt1"/>
                </a:solidFill>
                <a:latin typeface="Bowlby One"/>
                <a:ea typeface="Bowlby One"/>
                <a:cs typeface="Bowlby One"/>
                <a:sym typeface="Bowlby 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8" name="Google Shape;138;p13"/>
          <p:cNvSpPr txBox="1">
            <a:spLocks noGrp="1"/>
          </p:cNvSpPr>
          <p:nvPr>
            <p:ph type="subTitle" idx="8"/>
          </p:nvPr>
        </p:nvSpPr>
        <p:spPr>
          <a:xfrm>
            <a:off x="3591029" y="2111010"/>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9" name="Google Shape;139;p13"/>
          <p:cNvSpPr txBox="1">
            <a:spLocks noGrp="1"/>
          </p:cNvSpPr>
          <p:nvPr>
            <p:ph type="subTitle" idx="9"/>
          </p:nvPr>
        </p:nvSpPr>
        <p:spPr>
          <a:xfrm>
            <a:off x="3591079" y="1803000"/>
            <a:ext cx="23364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40" name="Google Shape;140;p13"/>
          <p:cNvSpPr txBox="1">
            <a:spLocks noGrp="1"/>
          </p:cNvSpPr>
          <p:nvPr>
            <p:ph type="title" idx="13" hasCustomPrompt="1"/>
          </p:nvPr>
        </p:nvSpPr>
        <p:spPr>
          <a:xfrm>
            <a:off x="4350354" y="2967413"/>
            <a:ext cx="707400" cy="4053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SzPts val="3000"/>
              <a:buNone/>
              <a:defRPr sz="2300">
                <a:solidFill>
                  <a:schemeClr val="lt1"/>
                </a:solidFill>
                <a:latin typeface="Bowlby One"/>
                <a:ea typeface="Bowlby One"/>
                <a:cs typeface="Bowlby One"/>
                <a:sym typeface="Bowlby 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41" name="Google Shape;141;p13"/>
          <p:cNvSpPr txBox="1">
            <a:spLocks noGrp="1"/>
          </p:cNvSpPr>
          <p:nvPr>
            <p:ph type="subTitle" idx="14"/>
          </p:nvPr>
        </p:nvSpPr>
        <p:spPr>
          <a:xfrm>
            <a:off x="3591029" y="3762585"/>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2" name="Google Shape;142;p13"/>
          <p:cNvSpPr txBox="1">
            <a:spLocks noGrp="1"/>
          </p:cNvSpPr>
          <p:nvPr>
            <p:ph type="subTitle" idx="15"/>
          </p:nvPr>
        </p:nvSpPr>
        <p:spPr>
          <a:xfrm>
            <a:off x="3591079" y="3454575"/>
            <a:ext cx="23364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43" name="Google Shape;143;p13"/>
          <p:cNvSpPr txBox="1">
            <a:spLocks noGrp="1"/>
          </p:cNvSpPr>
          <p:nvPr>
            <p:ph type="title" idx="16" hasCustomPrompt="1"/>
          </p:nvPr>
        </p:nvSpPr>
        <p:spPr>
          <a:xfrm>
            <a:off x="6686804" y="1321488"/>
            <a:ext cx="707400" cy="4053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SzPts val="3000"/>
              <a:buNone/>
              <a:defRPr sz="2300">
                <a:solidFill>
                  <a:schemeClr val="lt1"/>
                </a:solidFill>
                <a:latin typeface="Bowlby One"/>
                <a:ea typeface="Bowlby One"/>
                <a:cs typeface="Bowlby One"/>
                <a:sym typeface="Bowlby 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44" name="Google Shape;144;p13"/>
          <p:cNvSpPr txBox="1">
            <a:spLocks noGrp="1"/>
          </p:cNvSpPr>
          <p:nvPr>
            <p:ph type="subTitle" idx="17"/>
          </p:nvPr>
        </p:nvSpPr>
        <p:spPr>
          <a:xfrm>
            <a:off x="5927479" y="2111010"/>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5" name="Google Shape;145;p13"/>
          <p:cNvSpPr txBox="1">
            <a:spLocks noGrp="1"/>
          </p:cNvSpPr>
          <p:nvPr>
            <p:ph type="subTitle" idx="18"/>
          </p:nvPr>
        </p:nvSpPr>
        <p:spPr>
          <a:xfrm>
            <a:off x="5927529" y="1803000"/>
            <a:ext cx="23364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46" name="Google Shape;146;p13"/>
          <p:cNvSpPr txBox="1">
            <a:spLocks noGrp="1"/>
          </p:cNvSpPr>
          <p:nvPr>
            <p:ph type="title" idx="19" hasCustomPrompt="1"/>
          </p:nvPr>
        </p:nvSpPr>
        <p:spPr>
          <a:xfrm>
            <a:off x="6686804" y="2967413"/>
            <a:ext cx="707400" cy="4053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SzPts val="3000"/>
              <a:buNone/>
              <a:defRPr sz="2300">
                <a:solidFill>
                  <a:schemeClr val="lt1"/>
                </a:solidFill>
                <a:latin typeface="Bowlby One"/>
                <a:ea typeface="Bowlby One"/>
                <a:cs typeface="Bowlby One"/>
                <a:sym typeface="Bowlby 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47" name="Google Shape;147;p13"/>
          <p:cNvSpPr txBox="1">
            <a:spLocks noGrp="1"/>
          </p:cNvSpPr>
          <p:nvPr>
            <p:ph type="subTitle" idx="20"/>
          </p:nvPr>
        </p:nvSpPr>
        <p:spPr>
          <a:xfrm>
            <a:off x="5927479" y="3762585"/>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8" name="Google Shape;148;p13"/>
          <p:cNvSpPr txBox="1">
            <a:spLocks noGrp="1"/>
          </p:cNvSpPr>
          <p:nvPr>
            <p:ph type="subTitle" idx="21"/>
          </p:nvPr>
        </p:nvSpPr>
        <p:spPr>
          <a:xfrm>
            <a:off x="5927529" y="3454575"/>
            <a:ext cx="23364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grpSp>
        <p:nvGrpSpPr>
          <p:cNvPr id="149" name="Google Shape;149;p13"/>
          <p:cNvGrpSpPr/>
          <p:nvPr/>
        </p:nvGrpSpPr>
        <p:grpSpPr>
          <a:xfrm>
            <a:off x="8363628" y="4378261"/>
            <a:ext cx="482627" cy="460485"/>
            <a:chOff x="543765" y="376748"/>
            <a:chExt cx="482627" cy="460485"/>
          </a:xfrm>
        </p:grpSpPr>
        <p:sp>
          <p:nvSpPr>
            <p:cNvPr id="150" name="Google Shape;150;p13"/>
            <p:cNvSpPr/>
            <p:nvPr/>
          </p:nvSpPr>
          <p:spPr>
            <a:xfrm>
              <a:off x="543765" y="534993"/>
              <a:ext cx="302354" cy="302240"/>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3"/>
            <p:cNvSpPr/>
            <p:nvPr/>
          </p:nvSpPr>
          <p:spPr>
            <a:xfrm>
              <a:off x="846124" y="376748"/>
              <a:ext cx="180268" cy="18019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52"/>
        <p:cNvGrpSpPr/>
        <p:nvPr/>
      </p:nvGrpSpPr>
      <p:grpSpPr>
        <a:xfrm>
          <a:off x="0" y="0"/>
          <a:ext cx="0" cy="0"/>
          <a:chOff x="0" y="0"/>
          <a:chExt cx="0" cy="0"/>
        </a:xfrm>
      </p:grpSpPr>
      <p:sp>
        <p:nvSpPr>
          <p:cNvPr id="153" name="Google Shape;153;p14"/>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4"/>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 name="Google Shape;155;p14"/>
          <p:cNvGrpSpPr/>
          <p:nvPr/>
        </p:nvGrpSpPr>
        <p:grpSpPr>
          <a:xfrm>
            <a:off x="8076684" y="375380"/>
            <a:ext cx="253875" cy="71030"/>
            <a:chOff x="7764896" y="270525"/>
            <a:chExt cx="517900" cy="144900"/>
          </a:xfrm>
        </p:grpSpPr>
        <p:sp>
          <p:nvSpPr>
            <p:cNvPr id="156" name="Google Shape;156;p14"/>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4"/>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4"/>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 name="Google Shape;159;p14"/>
          <p:cNvSpPr txBox="1">
            <a:spLocks noGrp="1"/>
          </p:cNvSpPr>
          <p:nvPr>
            <p:ph type="title"/>
          </p:nvPr>
        </p:nvSpPr>
        <p:spPr>
          <a:xfrm>
            <a:off x="715100" y="3122850"/>
            <a:ext cx="4699200" cy="53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accent3"/>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60" name="Google Shape;160;p14"/>
          <p:cNvSpPr txBox="1">
            <a:spLocks noGrp="1"/>
          </p:cNvSpPr>
          <p:nvPr>
            <p:ph type="subTitle" idx="1"/>
          </p:nvPr>
        </p:nvSpPr>
        <p:spPr>
          <a:xfrm>
            <a:off x="715100" y="1230400"/>
            <a:ext cx="4699200" cy="165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CUSTOM_2">
    <p:spTree>
      <p:nvGrpSpPr>
        <p:cNvPr id="1" name="Shape 161"/>
        <p:cNvGrpSpPr/>
        <p:nvPr/>
      </p:nvGrpSpPr>
      <p:grpSpPr>
        <a:xfrm>
          <a:off x="0" y="0"/>
          <a:ext cx="0" cy="0"/>
          <a:chOff x="0" y="0"/>
          <a:chExt cx="0" cy="0"/>
        </a:xfrm>
      </p:grpSpPr>
      <p:sp>
        <p:nvSpPr>
          <p:cNvPr id="162" name="Google Shape;162;p15"/>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5"/>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 name="Google Shape;164;p15"/>
          <p:cNvGrpSpPr/>
          <p:nvPr/>
        </p:nvGrpSpPr>
        <p:grpSpPr>
          <a:xfrm>
            <a:off x="8076684" y="375380"/>
            <a:ext cx="253875" cy="71030"/>
            <a:chOff x="7764896" y="270525"/>
            <a:chExt cx="517900" cy="144900"/>
          </a:xfrm>
        </p:grpSpPr>
        <p:sp>
          <p:nvSpPr>
            <p:cNvPr id="165" name="Google Shape;165;p15"/>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5"/>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5"/>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69" name="Google Shape;169;p15"/>
          <p:cNvGrpSpPr/>
          <p:nvPr/>
        </p:nvGrpSpPr>
        <p:grpSpPr>
          <a:xfrm>
            <a:off x="7097616" y="217074"/>
            <a:ext cx="438224" cy="387666"/>
            <a:chOff x="6861441" y="445037"/>
            <a:chExt cx="438224" cy="387666"/>
          </a:xfrm>
        </p:grpSpPr>
        <p:sp>
          <p:nvSpPr>
            <p:cNvPr id="170" name="Google Shape;170;p15"/>
            <p:cNvSpPr/>
            <p:nvPr/>
          </p:nvSpPr>
          <p:spPr>
            <a:xfrm>
              <a:off x="7051944" y="445038"/>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5"/>
            <p:cNvSpPr/>
            <p:nvPr/>
          </p:nvSpPr>
          <p:spPr>
            <a:xfrm>
              <a:off x="6961390" y="692665"/>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5"/>
            <p:cNvSpPr/>
            <p:nvPr/>
          </p:nvSpPr>
          <p:spPr>
            <a:xfrm>
              <a:off x="6861441" y="445037"/>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 name="Google Shape;173;p15"/>
          <p:cNvGrpSpPr/>
          <p:nvPr/>
        </p:nvGrpSpPr>
        <p:grpSpPr>
          <a:xfrm>
            <a:off x="8507681" y="4005735"/>
            <a:ext cx="350586" cy="434267"/>
            <a:chOff x="8507681" y="4005735"/>
            <a:chExt cx="350586" cy="434267"/>
          </a:xfrm>
        </p:grpSpPr>
        <p:sp>
          <p:nvSpPr>
            <p:cNvPr id="174" name="Google Shape;174;p15"/>
            <p:cNvSpPr/>
            <p:nvPr/>
          </p:nvSpPr>
          <p:spPr>
            <a:xfrm>
              <a:off x="8507681" y="4192375"/>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5"/>
            <p:cNvSpPr/>
            <p:nvPr/>
          </p:nvSpPr>
          <p:spPr>
            <a:xfrm>
              <a:off x="8713298" y="4005735"/>
              <a:ext cx="144969" cy="144901"/>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CUSTOM_2_1">
    <p:bg>
      <p:bgPr>
        <a:solidFill>
          <a:schemeClr val="accent3"/>
        </a:solidFill>
        <a:effectLst/>
      </p:bgPr>
    </p:bg>
    <p:spTree>
      <p:nvGrpSpPr>
        <p:cNvPr id="1" name="Shape 176"/>
        <p:cNvGrpSpPr/>
        <p:nvPr/>
      </p:nvGrpSpPr>
      <p:grpSpPr>
        <a:xfrm>
          <a:off x="0" y="0"/>
          <a:ext cx="0" cy="0"/>
          <a:chOff x="0" y="0"/>
          <a:chExt cx="0" cy="0"/>
        </a:xfrm>
      </p:grpSpPr>
      <p:sp>
        <p:nvSpPr>
          <p:cNvPr id="177" name="Google Shape;177;p16"/>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6"/>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 name="Google Shape;179;p16"/>
          <p:cNvGrpSpPr/>
          <p:nvPr/>
        </p:nvGrpSpPr>
        <p:grpSpPr>
          <a:xfrm>
            <a:off x="8076684" y="375380"/>
            <a:ext cx="253875" cy="71030"/>
            <a:chOff x="7764896" y="270525"/>
            <a:chExt cx="517900" cy="144900"/>
          </a:xfrm>
        </p:grpSpPr>
        <p:sp>
          <p:nvSpPr>
            <p:cNvPr id="180" name="Google Shape;180;p16"/>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6"/>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6"/>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 name="Google Shape;183;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4" name="Google Shape;184;p16"/>
          <p:cNvSpPr/>
          <p:nvPr/>
        </p:nvSpPr>
        <p:spPr>
          <a:xfrm>
            <a:off x="8524852" y="4110202"/>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 name="Google Shape;185;p16"/>
          <p:cNvGrpSpPr/>
          <p:nvPr/>
        </p:nvGrpSpPr>
        <p:grpSpPr>
          <a:xfrm>
            <a:off x="343563" y="3935910"/>
            <a:ext cx="287077" cy="287077"/>
            <a:chOff x="1252775" y="959150"/>
            <a:chExt cx="154575" cy="154575"/>
          </a:xfrm>
        </p:grpSpPr>
        <p:sp>
          <p:nvSpPr>
            <p:cNvPr id="186" name="Google Shape;186;p16"/>
            <p:cNvSpPr/>
            <p:nvPr/>
          </p:nvSpPr>
          <p:spPr>
            <a:xfrm>
              <a:off x="1252775" y="959150"/>
              <a:ext cx="154575" cy="154575"/>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6"/>
            <p:cNvSpPr/>
            <p:nvPr/>
          </p:nvSpPr>
          <p:spPr>
            <a:xfrm>
              <a:off x="1281950" y="1000925"/>
              <a:ext cx="30900" cy="29375"/>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6"/>
            <p:cNvSpPr/>
            <p:nvPr/>
          </p:nvSpPr>
          <p:spPr>
            <a:xfrm>
              <a:off x="1347325" y="1000925"/>
              <a:ext cx="30875" cy="29375"/>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6"/>
            <p:cNvSpPr/>
            <p:nvPr/>
          </p:nvSpPr>
          <p:spPr>
            <a:xfrm>
              <a:off x="1280725" y="1044625"/>
              <a:ext cx="98625" cy="49300"/>
            </a:xfrm>
            <a:custGeom>
              <a:avLst/>
              <a:gdLst/>
              <a:ahLst/>
              <a:cxnLst/>
              <a:rect l="l" t="t" r="r" b="b"/>
              <a:pathLst>
                <a:path w="3945" h="1972" extrusionOk="0">
                  <a:moveTo>
                    <a:pt x="1" y="0"/>
                  </a:moveTo>
                  <a:cubicBezTo>
                    <a:pt x="1" y="1090"/>
                    <a:pt x="883" y="1972"/>
                    <a:pt x="1972" y="1972"/>
                  </a:cubicBezTo>
                  <a:cubicBezTo>
                    <a:pt x="3062" y="1972"/>
                    <a:pt x="3944" y="1090"/>
                    <a:pt x="39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6"/>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rgbClr val="FF9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6"/>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CUSTOM_2_1_1">
    <p:spTree>
      <p:nvGrpSpPr>
        <p:cNvPr id="1" name="Shape 192"/>
        <p:cNvGrpSpPr/>
        <p:nvPr/>
      </p:nvGrpSpPr>
      <p:grpSpPr>
        <a:xfrm>
          <a:off x="0" y="0"/>
          <a:ext cx="0" cy="0"/>
          <a:chOff x="0" y="0"/>
          <a:chExt cx="0" cy="0"/>
        </a:xfrm>
      </p:grpSpPr>
      <p:sp>
        <p:nvSpPr>
          <p:cNvPr id="193" name="Google Shape;193;p17"/>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7"/>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 name="Google Shape;195;p17"/>
          <p:cNvGrpSpPr/>
          <p:nvPr/>
        </p:nvGrpSpPr>
        <p:grpSpPr>
          <a:xfrm>
            <a:off x="8076684" y="375380"/>
            <a:ext cx="253875" cy="71030"/>
            <a:chOff x="7764896" y="270525"/>
            <a:chExt cx="517900" cy="144900"/>
          </a:xfrm>
        </p:grpSpPr>
        <p:sp>
          <p:nvSpPr>
            <p:cNvPr id="196" name="Google Shape;196;p17"/>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7"/>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7"/>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9" name="Google Shape;199;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00" name="Google Shape;200;p17"/>
          <p:cNvGrpSpPr/>
          <p:nvPr/>
        </p:nvGrpSpPr>
        <p:grpSpPr>
          <a:xfrm>
            <a:off x="8429716" y="4160038"/>
            <a:ext cx="403649" cy="338478"/>
            <a:chOff x="8257954" y="4160038"/>
            <a:chExt cx="403649" cy="338478"/>
          </a:xfrm>
        </p:grpSpPr>
        <p:sp>
          <p:nvSpPr>
            <p:cNvPr id="201" name="Google Shape;201;p17"/>
            <p:cNvSpPr/>
            <p:nvPr/>
          </p:nvSpPr>
          <p:spPr>
            <a:xfrm>
              <a:off x="8413881" y="4160038"/>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7"/>
            <p:cNvSpPr/>
            <p:nvPr/>
          </p:nvSpPr>
          <p:spPr>
            <a:xfrm>
              <a:off x="8257954" y="4398612"/>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203"/>
        <p:cNvGrpSpPr/>
        <p:nvPr/>
      </p:nvGrpSpPr>
      <p:grpSpPr>
        <a:xfrm>
          <a:off x="0" y="0"/>
          <a:ext cx="0" cy="0"/>
          <a:chOff x="0" y="0"/>
          <a:chExt cx="0" cy="0"/>
        </a:xfrm>
      </p:grpSpPr>
      <p:sp>
        <p:nvSpPr>
          <p:cNvPr id="204" name="Google Shape;204;p18"/>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8"/>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 name="Google Shape;206;p18"/>
          <p:cNvGrpSpPr/>
          <p:nvPr/>
        </p:nvGrpSpPr>
        <p:grpSpPr>
          <a:xfrm>
            <a:off x="8076684" y="375380"/>
            <a:ext cx="253875" cy="71030"/>
            <a:chOff x="7764896" y="270525"/>
            <a:chExt cx="517900" cy="144900"/>
          </a:xfrm>
        </p:grpSpPr>
        <p:sp>
          <p:nvSpPr>
            <p:cNvPr id="207" name="Google Shape;207;p18"/>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8"/>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8"/>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 name="Google Shape;210;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211" name="Google Shape;211;p18"/>
          <p:cNvSpPr txBox="1">
            <a:spLocks noGrp="1"/>
          </p:cNvSpPr>
          <p:nvPr>
            <p:ph type="body" idx="1"/>
          </p:nvPr>
        </p:nvSpPr>
        <p:spPr>
          <a:xfrm>
            <a:off x="720000" y="1396825"/>
            <a:ext cx="4707000" cy="22878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3_1">
    <p:spTree>
      <p:nvGrpSpPr>
        <p:cNvPr id="1" name="Shape 212"/>
        <p:cNvGrpSpPr/>
        <p:nvPr/>
      </p:nvGrpSpPr>
      <p:grpSpPr>
        <a:xfrm>
          <a:off x="0" y="0"/>
          <a:ext cx="0" cy="0"/>
          <a:chOff x="0" y="0"/>
          <a:chExt cx="0" cy="0"/>
        </a:xfrm>
      </p:grpSpPr>
      <p:sp>
        <p:nvSpPr>
          <p:cNvPr id="213" name="Google Shape;213;p19"/>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9"/>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 name="Google Shape;215;p19"/>
          <p:cNvGrpSpPr/>
          <p:nvPr/>
        </p:nvGrpSpPr>
        <p:grpSpPr>
          <a:xfrm>
            <a:off x="8076684" y="375380"/>
            <a:ext cx="253875" cy="71030"/>
            <a:chOff x="7764896" y="270525"/>
            <a:chExt cx="517900" cy="144900"/>
          </a:xfrm>
        </p:grpSpPr>
        <p:sp>
          <p:nvSpPr>
            <p:cNvPr id="216" name="Google Shape;216;p19"/>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9"/>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9"/>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 name="Google Shape;219;p19"/>
          <p:cNvSpPr txBox="1">
            <a:spLocks noGrp="1"/>
          </p:cNvSpPr>
          <p:nvPr>
            <p:ph type="title"/>
          </p:nvPr>
        </p:nvSpPr>
        <p:spPr>
          <a:xfrm>
            <a:off x="720000" y="1553950"/>
            <a:ext cx="2612700" cy="1019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220" name="Google Shape;220;p19"/>
          <p:cNvSpPr txBox="1">
            <a:spLocks noGrp="1"/>
          </p:cNvSpPr>
          <p:nvPr>
            <p:ph type="body" idx="1"/>
          </p:nvPr>
        </p:nvSpPr>
        <p:spPr>
          <a:xfrm>
            <a:off x="720000" y="2695250"/>
            <a:ext cx="2612700" cy="8943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3">
  <p:cSld name="CUSTOM_3_1_1">
    <p:spTree>
      <p:nvGrpSpPr>
        <p:cNvPr id="1" name="Shape 221"/>
        <p:cNvGrpSpPr/>
        <p:nvPr/>
      </p:nvGrpSpPr>
      <p:grpSpPr>
        <a:xfrm>
          <a:off x="0" y="0"/>
          <a:ext cx="0" cy="0"/>
          <a:chOff x="0" y="0"/>
          <a:chExt cx="0" cy="0"/>
        </a:xfrm>
      </p:grpSpPr>
      <p:sp>
        <p:nvSpPr>
          <p:cNvPr id="222" name="Google Shape;222;p20"/>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0"/>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20"/>
          <p:cNvGrpSpPr/>
          <p:nvPr/>
        </p:nvGrpSpPr>
        <p:grpSpPr>
          <a:xfrm>
            <a:off x="8076684" y="375380"/>
            <a:ext cx="253875" cy="71030"/>
            <a:chOff x="7764896" y="270525"/>
            <a:chExt cx="517900" cy="144900"/>
          </a:xfrm>
        </p:grpSpPr>
        <p:sp>
          <p:nvSpPr>
            <p:cNvPr id="225" name="Google Shape;225;p20"/>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0"/>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0"/>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 name="Google Shape;228;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229" name="Google Shape;229;p20"/>
          <p:cNvSpPr txBox="1">
            <a:spLocks noGrp="1"/>
          </p:cNvSpPr>
          <p:nvPr>
            <p:ph type="body" idx="1"/>
          </p:nvPr>
        </p:nvSpPr>
        <p:spPr>
          <a:xfrm>
            <a:off x="720000" y="1050200"/>
            <a:ext cx="3852000" cy="15216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grpSp>
        <p:nvGrpSpPr>
          <p:cNvPr id="230" name="Google Shape;230;p20"/>
          <p:cNvGrpSpPr/>
          <p:nvPr/>
        </p:nvGrpSpPr>
        <p:grpSpPr>
          <a:xfrm>
            <a:off x="8385377" y="771962"/>
            <a:ext cx="492300" cy="3696115"/>
            <a:chOff x="8385377" y="771962"/>
            <a:chExt cx="492300" cy="3696115"/>
          </a:xfrm>
        </p:grpSpPr>
        <p:grpSp>
          <p:nvGrpSpPr>
            <p:cNvPr id="231" name="Google Shape;231;p20"/>
            <p:cNvGrpSpPr/>
            <p:nvPr/>
          </p:nvGrpSpPr>
          <p:grpSpPr>
            <a:xfrm>
              <a:off x="8385377" y="771962"/>
              <a:ext cx="492300" cy="347541"/>
              <a:chOff x="8385390" y="4112737"/>
              <a:chExt cx="492300" cy="347541"/>
            </a:xfrm>
          </p:grpSpPr>
          <p:sp>
            <p:nvSpPr>
              <p:cNvPr id="232" name="Google Shape;232;p20"/>
              <p:cNvSpPr/>
              <p:nvPr/>
            </p:nvSpPr>
            <p:spPr>
              <a:xfrm>
                <a:off x="8629969" y="4212638"/>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0"/>
              <p:cNvSpPr/>
              <p:nvPr/>
            </p:nvSpPr>
            <p:spPr>
              <a:xfrm>
                <a:off x="8385390" y="4320240"/>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0"/>
              <p:cNvSpPr/>
              <p:nvPr/>
            </p:nvSpPr>
            <p:spPr>
              <a:xfrm>
                <a:off x="8521116" y="4112737"/>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5" name="Google Shape;235;p20"/>
            <p:cNvSpPr/>
            <p:nvPr/>
          </p:nvSpPr>
          <p:spPr>
            <a:xfrm>
              <a:off x="8541037" y="4287179"/>
              <a:ext cx="181006" cy="18089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0"/>
            <p:cNvSpPr/>
            <p:nvPr/>
          </p:nvSpPr>
          <p:spPr>
            <a:xfrm>
              <a:off x="8722054" y="4187262"/>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4">
  <p:cSld name="CUSTOM_3_1_1_1">
    <p:spTree>
      <p:nvGrpSpPr>
        <p:cNvPr id="1" name="Shape 237"/>
        <p:cNvGrpSpPr/>
        <p:nvPr/>
      </p:nvGrpSpPr>
      <p:grpSpPr>
        <a:xfrm>
          <a:off x="0" y="0"/>
          <a:ext cx="0" cy="0"/>
          <a:chOff x="0" y="0"/>
          <a:chExt cx="0" cy="0"/>
        </a:xfrm>
      </p:grpSpPr>
      <p:sp>
        <p:nvSpPr>
          <p:cNvPr id="238" name="Google Shape;238;p21"/>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1"/>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0" name="Google Shape;240;p21"/>
          <p:cNvGrpSpPr/>
          <p:nvPr/>
        </p:nvGrpSpPr>
        <p:grpSpPr>
          <a:xfrm>
            <a:off x="8076684" y="375380"/>
            <a:ext cx="253875" cy="71030"/>
            <a:chOff x="7764896" y="270525"/>
            <a:chExt cx="517900" cy="144900"/>
          </a:xfrm>
        </p:grpSpPr>
        <p:sp>
          <p:nvSpPr>
            <p:cNvPr id="241" name="Google Shape;241;p21"/>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1"/>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1"/>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4" name="Google Shape;244;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245" name="Google Shape;245;p21"/>
          <p:cNvSpPr txBox="1">
            <a:spLocks noGrp="1"/>
          </p:cNvSpPr>
          <p:nvPr>
            <p:ph type="body" idx="1"/>
          </p:nvPr>
        </p:nvSpPr>
        <p:spPr>
          <a:xfrm>
            <a:off x="720000" y="1050200"/>
            <a:ext cx="3648300" cy="1521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
        <p:nvSpPr>
          <p:cNvPr id="246" name="Google Shape;246;p21"/>
          <p:cNvSpPr txBox="1">
            <a:spLocks noGrp="1"/>
          </p:cNvSpPr>
          <p:nvPr>
            <p:ph type="body" idx="2"/>
          </p:nvPr>
        </p:nvSpPr>
        <p:spPr>
          <a:xfrm>
            <a:off x="4552700" y="1050200"/>
            <a:ext cx="3648300" cy="2393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grpSp>
        <p:nvGrpSpPr>
          <p:cNvPr id="247" name="Google Shape;247;p21"/>
          <p:cNvGrpSpPr/>
          <p:nvPr/>
        </p:nvGrpSpPr>
        <p:grpSpPr>
          <a:xfrm>
            <a:off x="6765074" y="218679"/>
            <a:ext cx="388473" cy="280811"/>
            <a:chOff x="11551037" y="6048166"/>
            <a:chExt cx="388473" cy="280811"/>
          </a:xfrm>
        </p:grpSpPr>
        <p:sp>
          <p:nvSpPr>
            <p:cNvPr id="248" name="Google Shape;248;p21"/>
            <p:cNvSpPr/>
            <p:nvPr/>
          </p:nvSpPr>
          <p:spPr>
            <a:xfrm>
              <a:off x="11551037" y="6048166"/>
              <a:ext cx="181006" cy="18089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1"/>
            <p:cNvSpPr/>
            <p:nvPr/>
          </p:nvSpPr>
          <p:spPr>
            <a:xfrm>
              <a:off x="11839554" y="6229074"/>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50"/>
        <p:cNvGrpSpPr/>
        <p:nvPr/>
      </p:nvGrpSpPr>
      <p:grpSpPr>
        <a:xfrm>
          <a:off x="0" y="0"/>
          <a:ext cx="0" cy="0"/>
          <a:chOff x="0" y="0"/>
          <a:chExt cx="0" cy="0"/>
        </a:xfrm>
      </p:grpSpPr>
      <p:sp>
        <p:nvSpPr>
          <p:cNvPr id="251" name="Google Shape;251;p22"/>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2"/>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3" name="Google Shape;253;p22"/>
          <p:cNvGrpSpPr/>
          <p:nvPr/>
        </p:nvGrpSpPr>
        <p:grpSpPr>
          <a:xfrm>
            <a:off x="8076684" y="375380"/>
            <a:ext cx="253875" cy="71030"/>
            <a:chOff x="7764896" y="270525"/>
            <a:chExt cx="517900" cy="144900"/>
          </a:xfrm>
        </p:grpSpPr>
        <p:sp>
          <p:nvSpPr>
            <p:cNvPr id="254" name="Google Shape;254;p22"/>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2"/>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2"/>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 name="Google Shape;257;p22"/>
          <p:cNvSpPr txBox="1">
            <a:spLocks noGrp="1"/>
          </p:cNvSpPr>
          <p:nvPr>
            <p:ph type="subTitle" idx="1"/>
          </p:nvPr>
        </p:nvSpPr>
        <p:spPr>
          <a:xfrm>
            <a:off x="1135100" y="1224225"/>
            <a:ext cx="4251000" cy="522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2pPr>
            <a:lvl3pPr lvl="2"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3pPr>
            <a:lvl4pPr lvl="3"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4pPr>
            <a:lvl5pPr lvl="4"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5pPr>
            <a:lvl6pPr lvl="5"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6pPr>
            <a:lvl7pPr lvl="6"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7pPr>
            <a:lvl8pPr lvl="7"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8pPr>
            <a:lvl9pPr lvl="8"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9pPr>
          </a:lstStyle>
          <a:p>
            <a:endParaRPr/>
          </a:p>
        </p:txBody>
      </p:sp>
      <p:sp>
        <p:nvSpPr>
          <p:cNvPr id="258" name="Google Shape;258;p22"/>
          <p:cNvSpPr txBox="1">
            <a:spLocks noGrp="1"/>
          </p:cNvSpPr>
          <p:nvPr>
            <p:ph type="subTitle" idx="2"/>
          </p:nvPr>
        </p:nvSpPr>
        <p:spPr>
          <a:xfrm>
            <a:off x="1135100" y="2874525"/>
            <a:ext cx="4251000" cy="522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2pPr>
            <a:lvl3pPr lvl="2"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3pPr>
            <a:lvl4pPr lvl="3"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4pPr>
            <a:lvl5pPr lvl="4"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5pPr>
            <a:lvl6pPr lvl="5"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6pPr>
            <a:lvl7pPr lvl="6"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7pPr>
            <a:lvl8pPr lvl="7"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8pPr>
            <a:lvl9pPr lvl="8" algn="ctr" rtl="0">
              <a:lnSpc>
                <a:spcPct val="100000"/>
              </a:lnSpc>
              <a:spcBef>
                <a:spcPts val="0"/>
              </a:spcBef>
              <a:spcAft>
                <a:spcPts val="0"/>
              </a:spcAft>
              <a:buClr>
                <a:schemeClr val="accent3"/>
              </a:buClr>
              <a:buSzPts val="1700"/>
              <a:buFont typeface="Bowlby One"/>
              <a:buNone/>
              <a:defRPr sz="1700">
                <a:solidFill>
                  <a:schemeClr val="accent3"/>
                </a:solidFill>
                <a:latin typeface="Bowlby One"/>
                <a:ea typeface="Bowlby One"/>
                <a:cs typeface="Bowlby One"/>
                <a:sym typeface="Bowlby One"/>
              </a:defRPr>
            </a:lvl9pPr>
          </a:lstStyle>
          <a:p>
            <a:endParaRPr/>
          </a:p>
        </p:txBody>
      </p:sp>
      <p:sp>
        <p:nvSpPr>
          <p:cNvPr id="259" name="Google Shape;259;p22"/>
          <p:cNvSpPr txBox="1">
            <a:spLocks noGrp="1"/>
          </p:cNvSpPr>
          <p:nvPr>
            <p:ph type="subTitle" idx="3"/>
          </p:nvPr>
        </p:nvSpPr>
        <p:spPr>
          <a:xfrm>
            <a:off x="1135103" y="1746225"/>
            <a:ext cx="4251000" cy="86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sp>
        <p:nvSpPr>
          <p:cNvPr id="260" name="Google Shape;260;p22"/>
          <p:cNvSpPr txBox="1">
            <a:spLocks noGrp="1"/>
          </p:cNvSpPr>
          <p:nvPr>
            <p:ph type="subTitle" idx="4"/>
          </p:nvPr>
        </p:nvSpPr>
        <p:spPr>
          <a:xfrm>
            <a:off x="1135103" y="3396525"/>
            <a:ext cx="4251000" cy="86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sp>
        <p:nvSpPr>
          <p:cNvPr id="261" name="Google Shape;261;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62" name="Google Shape;262;p22"/>
          <p:cNvGrpSpPr/>
          <p:nvPr/>
        </p:nvGrpSpPr>
        <p:grpSpPr>
          <a:xfrm>
            <a:off x="319744" y="2447938"/>
            <a:ext cx="386856" cy="426588"/>
            <a:chOff x="319744" y="2447938"/>
            <a:chExt cx="386856" cy="426588"/>
          </a:xfrm>
        </p:grpSpPr>
        <p:sp>
          <p:nvSpPr>
            <p:cNvPr id="263" name="Google Shape;263;p22"/>
            <p:cNvSpPr/>
            <p:nvPr/>
          </p:nvSpPr>
          <p:spPr>
            <a:xfrm>
              <a:off x="319744" y="2447938"/>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2"/>
            <p:cNvSpPr/>
            <p:nvPr/>
          </p:nvSpPr>
          <p:spPr>
            <a:xfrm>
              <a:off x="612550" y="2780525"/>
              <a:ext cx="94050" cy="94000"/>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p:cSld name="BLANK_1_1_1_2_1">
    <p:spTree>
      <p:nvGrpSpPr>
        <p:cNvPr id="1" name="Shape 277"/>
        <p:cNvGrpSpPr/>
        <p:nvPr/>
      </p:nvGrpSpPr>
      <p:grpSpPr>
        <a:xfrm>
          <a:off x="0" y="0"/>
          <a:ext cx="0" cy="0"/>
          <a:chOff x="0" y="0"/>
          <a:chExt cx="0" cy="0"/>
        </a:xfrm>
      </p:grpSpPr>
      <p:sp>
        <p:nvSpPr>
          <p:cNvPr id="278" name="Google Shape;278;p24"/>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4"/>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0" name="Google Shape;280;p24"/>
          <p:cNvGrpSpPr/>
          <p:nvPr/>
        </p:nvGrpSpPr>
        <p:grpSpPr>
          <a:xfrm>
            <a:off x="8076684" y="375380"/>
            <a:ext cx="253875" cy="71030"/>
            <a:chOff x="7764896" y="270525"/>
            <a:chExt cx="517900" cy="144900"/>
          </a:xfrm>
        </p:grpSpPr>
        <p:sp>
          <p:nvSpPr>
            <p:cNvPr id="281" name="Google Shape;281;p24"/>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4"/>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4"/>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4" name="Google Shape;284;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85" name="Google Shape;285;p24"/>
          <p:cNvSpPr txBox="1">
            <a:spLocks noGrp="1"/>
          </p:cNvSpPr>
          <p:nvPr>
            <p:ph type="subTitle" idx="1"/>
          </p:nvPr>
        </p:nvSpPr>
        <p:spPr>
          <a:xfrm>
            <a:off x="2081100" y="1708362"/>
            <a:ext cx="2490900" cy="66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286" name="Google Shape;286;p24"/>
          <p:cNvSpPr txBox="1">
            <a:spLocks noGrp="1"/>
          </p:cNvSpPr>
          <p:nvPr>
            <p:ph type="subTitle" idx="2"/>
          </p:nvPr>
        </p:nvSpPr>
        <p:spPr>
          <a:xfrm>
            <a:off x="2081153" y="1400363"/>
            <a:ext cx="2490900" cy="4053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87" name="Google Shape;287;p24"/>
          <p:cNvSpPr txBox="1">
            <a:spLocks noGrp="1"/>
          </p:cNvSpPr>
          <p:nvPr>
            <p:ph type="subTitle" idx="3"/>
          </p:nvPr>
        </p:nvSpPr>
        <p:spPr>
          <a:xfrm>
            <a:off x="2081100" y="3472937"/>
            <a:ext cx="2490900" cy="66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288" name="Google Shape;288;p24"/>
          <p:cNvSpPr txBox="1">
            <a:spLocks noGrp="1"/>
          </p:cNvSpPr>
          <p:nvPr>
            <p:ph type="subTitle" idx="4"/>
          </p:nvPr>
        </p:nvSpPr>
        <p:spPr>
          <a:xfrm>
            <a:off x="2081153" y="3164935"/>
            <a:ext cx="2490900" cy="4053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89" name="Google Shape;289;p24"/>
          <p:cNvSpPr txBox="1">
            <a:spLocks noGrp="1"/>
          </p:cNvSpPr>
          <p:nvPr>
            <p:ph type="subTitle" idx="5"/>
          </p:nvPr>
        </p:nvSpPr>
        <p:spPr>
          <a:xfrm>
            <a:off x="5937950" y="1708363"/>
            <a:ext cx="2490900" cy="66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290" name="Google Shape;290;p24"/>
          <p:cNvSpPr txBox="1">
            <a:spLocks noGrp="1"/>
          </p:cNvSpPr>
          <p:nvPr>
            <p:ph type="subTitle" idx="6"/>
          </p:nvPr>
        </p:nvSpPr>
        <p:spPr>
          <a:xfrm>
            <a:off x="5938003" y="1400357"/>
            <a:ext cx="2490900" cy="4053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grpSp>
        <p:nvGrpSpPr>
          <p:cNvPr id="291" name="Google Shape;291;p24"/>
          <p:cNvGrpSpPr/>
          <p:nvPr/>
        </p:nvGrpSpPr>
        <p:grpSpPr>
          <a:xfrm>
            <a:off x="323078" y="1251286"/>
            <a:ext cx="482627" cy="838938"/>
            <a:chOff x="323078" y="1251286"/>
            <a:chExt cx="482627" cy="838938"/>
          </a:xfrm>
        </p:grpSpPr>
        <p:grpSp>
          <p:nvGrpSpPr>
            <p:cNvPr id="292" name="Google Shape;292;p24"/>
            <p:cNvGrpSpPr/>
            <p:nvPr/>
          </p:nvGrpSpPr>
          <p:grpSpPr>
            <a:xfrm>
              <a:off x="323078" y="1251286"/>
              <a:ext cx="482627" cy="460485"/>
              <a:chOff x="543765" y="376748"/>
              <a:chExt cx="482627" cy="460485"/>
            </a:xfrm>
          </p:grpSpPr>
          <p:sp>
            <p:nvSpPr>
              <p:cNvPr id="293" name="Google Shape;293;p24"/>
              <p:cNvSpPr/>
              <p:nvPr/>
            </p:nvSpPr>
            <p:spPr>
              <a:xfrm>
                <a:off x="543765" y="534993"/>
                <a:ext cx="302354" cy="302240"/>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4"/>
              <p:cNvSpPr/>
              <p:nvPr/>
            </p:nvSpPr>
            <p:spPr>
              <a:xfrm>
                <a:off x="846124" y="376748"/>
                <a:ext cx="180268" cy="18019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5" name="Google Shape;295;p24"/>
            <p:cNvSpPr/>
            <p:nvPr/>
          </p:nvSpPr>
          <p:spPr>
            <a:xfrm>
              <a:off x="349385" y="1945323"/>
              <a:ext cx="144969" cy="144901"/>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296"/>
        <p:cNvGrpSpPr/>
        <p:nvPr/>
      </p:nvGrpSpPr>
      <p:grpSpPr>
        <a:xfrm>
          <a:off x="0" y="0"/>
          <a:ext cx="0" cy="0"/>
          <a:chOff x="0" y="0"/>
          <a:chExt cx="0" cy="0"/>
        </a:xfrm>
      </p:grpSpPr>
      <p:sp>
        <p:nvSpPr>
          <p:cNvPr id="297" name="Google Shape;297;p25"/>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5"/>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9" name="Google Shape;299;p25"/>
          <p:cNvGrpSpPr/>
          <p:nvPr/>
        </p:nvGrpSpPr>
        <p:grpSpPr>
          <a:xfrm>
            <a:off x="8076684" y="375380"/>
            <a:ext cx="253875" cy="71030"/>
            <a:chOff x="7764896" y="270525"/>
            <a:chExt cx="517900" cy="144900"/>
          </a:xfrm>
        </p:grpSpPr>
        <p:sp>
          <p:nvSpPr>
            <p:cNvPr id="300" name="Google Shape;300;p25"/>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5"/>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5"/>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3" name="Google Shape;303;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4" name="Google Shape;304;p25"/>
          <p:cNvSpPr txBox="1">
            <a:spLocks noGrp="1"/>
          </p:cNvSpPr>
          <p:nvPr>
            <p:ph type="subTitle" idx="1"/>
          </p:nvPr>
        </p:nvSpPr>
        <p:spPr>
          <a:xfrm>
            <a:off x="1479600" y="1819747"/>
            <a:ext cx="2652300" cy="69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5" name="Google Shape;305;p25"/>
          <p:cNvSpPr txBox="1">
            <a:spLocks noGrp="1"/>
          </p:cNvSpPr>
          <p:nvPr>
            <p:ph type="subTitle" idx="2"/>
          </p:nvPr>
        </p:nvSpPr>
        <p:spPr>
          <a:xfrm>
            <a:off x="1479657" y="1511750"/>
            <a:ext cx="26523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06" name="Google Shape;306;p25"/>
          <p:cNvSpPr txBox="1">
            <a:spLocks noGrp="1"/>
          </p:cNvSpPr>
          <p:nvPr>
            <p:ph type="subTitle" idx="3"/>
          </p:nvPr>
        </p:nvSpPr>
        <p:spPr>
          <a:xfrm>
            <a:off x="5015039" y="1819747"/>
            <a:ext cx="2652300" cy="69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7" name="Google Shape;307;p25"/>
          <p:cNvSpPr txBox="1">
            <a:spLocks noGrp="1"/>
          </p:cNvSpPr>
          <p:nvPr>
            <p:ph type="subTitle" idx="4"/>
          </p:nvPr>
        </p:nvSpPr>
        <p:spPr>
          <a:xfrm>
            <a:off x="5015092" y="1511750"/>
            <a:ext cx="26523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08" name="Google Shape;308;p25"/>
          <p:cNvSpPr txBox="1">
            <a:spLocks noGrp="1"/>
          </p:cNvSpPr>
          <p:nvPr>
            <p:ph type="subTitle" idx="5"/>
          </p:nvPr>
        </p:nvSpPr>
        <p:spPr>
          <a:xfrm>
            <a:off x="1479600" y="3390150"/>
            <a:ext cx="2652300" cy="69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9" name="Google Shape;309;p25"/>
          <p:cNvSpPr txBox="1">
            <a:spLocks noGrp="1"/>
          </p:cNvSpPr>
          <p:nvPr>
            <p:ph type="subTitle" idx="6"/>
          </p:nvPr>
        </p:nvSpPr>
        <p:spPr>
          <a:xfrm>
            <a:off x="1479657" y="3082144"/>
            <a:ext cx="26523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10" name="Google Shape;310;p25"/>
          <p:cNvSpPr txBox="1">
            <a:spLocks noGrp="1"/>
          </p:cNvSpPr>
          <p:nvPr>
            <p:ph type="subTitle" idx="7"/>
          </p:nvPr>
        </p:nvSpPr>
        <p:spPr>
          <a:xfrm>
            <a:off x="5015039" y="3390150"/>
            <a:ext cx="2652300" cy="69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11" name="Google Shape;311;p25"/>
          <p:cNvSpPr txBox="1">
            <a:spLocks noGrp="1"/>
          </p:cNvSpPr>
          <p:nvPr>
            <p:ph type="subTitle" idx="8"/>
          </p:nvPr>
        </p:nvSpPr>
        <p:spPr>
          <a:xfrm>
            <a:off x="5015092" y="3082144"/>
            <a:ext cx="26523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12" name="Google Shape;312;p25"/>
          <p:cNvSpPr/>
          <p:nvPr/>
        </p:nvSpPr>
        <p:spPr>
          <a:xfrm>
            <a:off x="464550" y="2066538"/>
            <a:ext cx="131900" cy="131850"/>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313"/>
        <p:cNvGrpSpPr/>
        <p:nvPr/>
      </p:nvGrpSpPr>
      <p:grpSpPr>
        <a:xfrm>
          <a:off x="0" y="0"/>
          <a:ext cx="0" cy="0"/>
          <a:chOff x="0" y="0"/>
          <a:chExt cx="0" cy="0"/>
        </a:xfrm>
      </p:grpSpPr>
      <p:sp>
        <p:nvSpPr>
          <p:cNvPr id="314" name="Google Shape;314;p26"/>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6"/>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6" name="Google Shape;316;p26"/>
          <p:cNvGrpSpPr/>
          <p:nvPr/>
        </p:nvGrpSpPr>
        <p:grpSpPr>
          <a:xfrm>
            <a:off x="8076684" y="375380"/>
            <a:ext cx="253875" cy="71030"/>
            <a:chOff x="7764896" y="270525"/>
            <a:chExt cx="517900" cy="144900"/>
          </a:xfrm>
        </p:grpSpPr>
        <p:sp>
          <p:nvSpPr>
            <p:cNvPr id="317" name="Google Shape;317;p26"/>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6"/>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6"/>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0" name="Google Shape;320;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1" name="Google Shape;321;p26"/>
          <p:cNvSpPr txBox="1">
            <a:spLocks noGrp="1"/>
          </p:cNvSpPr>
          <p:nvPr>
            <p:ph type="subTitle" idx="1"/>
          </p:nvPr>
        </p:nvSpPr>
        <p:spPr>
          <a:xfrm>
            <a:off x="1465663" y="2086958"/>
            <a:ext cx="1881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2" name="Google Shape;322;p26"/>
          <p:cNvSpPr txBox="1">
            <a:spLocks noGrp="1"/>
          </p:cNvSpPr>
          <p:nvPr>
            <p:ph type="subTitle" idx="2"/>
          </p:nvPr>
        </p:nvSpPr>
        <p:spPr>
          <a:xfrm>
            <a:off x="1465703" y="1778950"/>
            <a:ext cx="18816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23" name="Google Shape;323;p26"/>
          <p:cNvSpPr txBox="1">
            <a:spLocks noGrp="1"/>
          </p:cNvSpPr>
          <p:nvPr>
            <p:ph type="subTitle" idx="3"/>
          </p:nvPr>
        </p:nvSpPr>
        <p:spPr>
          <a:xfrm>
            <a:off x="3631229" y="2086958"/>
            <a:ext cx="1881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4" name="Google Shape;324;p26"/>
          <p:cNvSpPr txBox="1">
            <a:spLocks noGrp="1"/>
          </p:cNvSpPr>
          <p:nvPr>
            <p:ph type="subTitle" idx="4"/>
          </p:nvPr>
        </p:nvSpPr>
        <p:spPr>
          <a:xfrm>
            <a:off x="3631269" y="1778950"/>
            <a:ext cx="18816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25" name="Google Shape;325;p26"/>
          <p:cNvSpPr txBox="1">
            <a:spLocks noGrp="1"/>
          </p:cNvSpPr>
          <p:nvPr>
            <p:ph type="subTitle" idx="5"/>
          </p:nvPr>
        </p:nvSpPr>
        <p:spPr>
          <a:xfrm>
            <a:off x="5796796" y="2086958"/>
            <a:ext cx="1881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6" name="Google Shape;326;p26"/>
          <p:cNvSpPr txBox="1">
            <a:spLocks noGrp="1"/>
          </p:cNvSpPr>
          <p:nvPr>
            <p:ph type="subTitle" idx="6"/>
          </p:nvPr>
        </p:nvSpPr>
        <p:spPr>
          <a:xfrm>
            <a:off x="5796836" y="1778950"/>
            <a:ext cx="18816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27" name="Google Shape;327;p26"/>
          <p:cNvSpPr txBox="1">
            <a:spLocks noGrp="1"/>
          </p:cNvSpPr>
          <p:nvPr>
            <p:ph type="subTitle" idx="7"/>
          </p:nvPr>
        </p:nvSpPr>
        <p:spPr>
          <a:xfrm>
            <a:off x="1465663" y="3867850"/>
            <a:ext cx="1881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8" name="Google Shape;328;p26"/>
          <p:cNvSpPr txBox="1">
            <a:spLocks noGrp="1"/>
          </p:cNvSpPr>
          <p:nvPr>
            <p:ph type="subTitle" idx="8"/>
          </p:nvPr>
        </p:nvSpPr>
        <p:spPr>
          <a:xfrm>
            <a:off x="1465703" y="3559842"/>
            <a:ext cx="18816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29" name="Google Shape;329;p26"/>
          <p:cNvSpPr txBox="1">
            <a:spLocks noGrp="1"/>
          </p:cNvSpPr>
          <p:nvPr>
            <p:ph type="subTitle" idx="9"/>
          </p:nvPr>
        </p:nvSpPr>
        <p:spPr>
          <a:xfrm>
            <a:off x="3631229" y="3867850"/>
            <a:ext cx="1881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30" name="Google Shape;330;p26"/>
          <p:cNvSpPr txBox="1">
            <a:spLocks noGrp="1"/>
          </p:cNvSpPr>
          <p:nvPr>
            <p:ph type="subTitle" idx="13"/>
          </p:nvPr>
        </p:nvSpPr>
        <p:spPr>
          <a:xfrm>
            <a:off x="3631269" y="3559842"/>
            <a:ext cx="18816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31" name="Google Shape;331;p26"/>
          <p:cNvSpPr txBox="1">
            <a:spLocks noGrp="1"/>
          </p:cNvSpPr>
          <p:nvPr>
            <p:ph type="subTitle" idx="14"/>
          </p:nvPr>
        </p:nvSpPr>
        <p:spPr>
          <a:xfrm>
            <a:off x="5796796" y="3867850"/>
            <a:ext cx="1881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32" name="Google Shape;332;p26"/>
          <p:cNvSpPr txBox="1">
            <a:spLocks noGrp="1"/>
          </p:cNvSpPr>
          <p:nvPr>
            <p:ph type="subTitle" idx="15"/>
          </p:nvPr>
        </p:nvSpPr>
        <p:spPr>
          <a:xfrm>
            <a:off x="5796836" y="3559842"/>
            <a:ext cx="1881600" cy="40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700">
                <a:solidFill>
                  <a:schemeClr val="accent3"/>
                </a:solidFill>
                <a:latin typeface="Bowlby One"/>
                <a:ea typeface="Bowlby One"/>
                <a:cs typeface="Bowlby One"/>
                <a:sym typeface="Bowlby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333"/>
        <p:cNvGrpSpPr/>
        <p:nvPr/>
      </p:nvGrpSpPr>
      <p:grpSpPr>
        <a:xfrm>
          <a:off x="0" y="0"/>
          <a:ext cx="0" cy="0"/>
          <a:chOff x="0" y="0"/>
          <a:chExt cx="0" cy="0"/>
        </a:xfrm>
      </p:grpSpPr>
      <p:sp>
        <p:nvSpPr>
          <p:cNvPr id="334" name="Google Shape;334;p27"/>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7"/>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6" name="Google Shape;336;p27"/>
          <p:cNvGrpSpPr/>
          <p:nvPr/>
        </p:nvGrpSpPr>
        <p:grpSpPr>
          <a:xfrm>
            <a:off x="8076684" y="375380"/>
            <a:ext cx="253875" cy="71030"/>
            <a:chOff x="7764896" y="270525"/>
            <a:chExt cx="517900" cy="144900"/>
          </a:xfrm>
        </p:grpSpPr>
        <p:sp>
          <p:nvSpPr>
            <p:cNvPr id="337" name="Google Shape;337;p27"/>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7"/>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7"/>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0" name="Google Shape;340;p27"/>
          <p:cNvSpPr txBox="1">
            <a:spLocks noGrp="1"/>
          </p:cNvSpPr>
          <p:nvPr>
            <p:ph type="title" hasCustomPrompt="1"/>
          </p:nvPr>
        </p:nvSpPr>
        <p:spPr>
          <a:xfrm>
            <a:off x="4640663" y="1017725"/>
            <a:ext cx="3083100" cy="6168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Clr>
                <a:schemeClr val="accent5"/>
              </a:buClr>
              <a:buSzPts val="3000"/>
              <a:buNone/>
              <a:defRPr sz="2500">
                <a:solidFill>
                  <a:schemeClr val="lt1"/>
                </a:solidFill>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341" name="Google Shape;341;p27"/>
          <p:cNvSpPr txBox="1">
            <a:spLocks noGrp="1"/>
          </p:cNvSpPr>
          <p:nvPr>
            <p:ph type="title" idx="2"/>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42" name="Google Shape;342;p27"/>
          <p:cNvSpPr txBox="1">
            <a:spLocks noGrp="1"/>
          </p:cNvSpPr>
          <p:nvPr>
            <p:ph type="subTitle" idx="1"/>
          </p:nvPr>
        </p:nvSpPr>
        <p:spPr>
          <a:xfrm>
            <a:off x="4640813" y="1679225"/>
            <a:ext cx="3083100" cy="31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43" name="Google Shape;343;p27"/>
          <p:cNvSpPr txBox="1">
            <a:spLocks noGrp="1"/>
          </p:cNvSpPr>
          <p:nvPr>
            <p:ph type="title" idx="3" hasCustomPrompt="1"/>
          </p:nvPr>
        </p:nvSpPr>
        <p:spPr>
          <a:xfrm>
            <a:off x="4640888" y="3337925"/>
            <a:ext cx="3083100" cy="6168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Clr>
                <a:schemeClr val="accent5"/>
              </a:buClr>
              <a:buSzPts val="3000"/>
              <a:buNone/>
              <a:defRPr sz="2500">
                <a:solidFill>
                  <a:schemeClr val="lt1"/>
                </a:solidFill>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344" name="Google Shape;344;p27"/>
          <p:cNvSpPr txBox="1">
            <a:spLocks noGrp="1"/>
          </p:cNvSpPr>
          <p:nvPr>
            <p:ph type="subTitle" idx="4"/>
          </p:nvPr>
        </p:nvSpPr>
        <p:spPr>
          <a:xfrm>
            <a:off x="4640888" y="3999425"/>
            <a:ext cx="3083100" cy="31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45" name="Google Shape;345;p27"/>
          <p:cNvSpPr txBox="1">
            <a:spLocks noGrp="1"/>
          </p:cNvSpPr>
          <p:nvPr>
            <p:ph type="title" idx="5" hasCustomPrompt="1"/>
          </p:nvPr>
        </p:nvSpPr>
        <p:spPr>
          <a:xfrm>
            <a:off x="4640738" y="2177825"/>
            <a:ext cx="3083100" cy="6168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Clr>
                <a:schemeClr val="accent5"/>
              </a:buClr>
              <a:buSzPts val="3000"/>
              <a:buNone/>
              <a:defRPr sz="2500">
                <a:solidFill>
                  <a:schemeClr val="lt1"/>
                </a:solidFill>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346" name="Google Shape;346;p27"/>
          <p:cNvSpPr txBox="1">
            <a:spLocks noGrp="1"/>
          </p:cNvSpPr>
          <p:nvPr>
            <p:ph type="subTitle" idx="6"/>
          </p:nvPr>
        </p:nvSpPr>
        <p:spPr>
          <a:xfrm>
            <a:off x="4640888" y="2839325"/>
            <a:ext cx="3083100" cy="31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347"/>
        <p:cNvGrpSpPr/>
        <p:nvPr/>
      </p:nvGrpSpPr>
      <p:grpSpPr>
        <a:xfrm>
          <a:off x="0" y="0"/>
          <a:ext cx="0" cy="0"/>
          <a:chOff x="0" y="0"/>
          <a:chExt cx="0" cy="0"/>
        </a:xfrm>
      </p:grpSpPr>
      <p:sp>
        <p:nvSpPr>
          <p:cNvPr id="348" name="Google Shape;348;p28"/>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8"/>
          <p:cNvSpPr/>
          <p:nvPr/>
        </p:nvSpPr>
        <p:spPr>
          <a:xfrm rot="10800000" flipH="1">
            <a:off x="178000" y="4587308"/>
            <a:ext cx="8788200" cy="4293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0" name="Google Shape;350;p28"/>
          <p:cNvGrpSpPr/>
          <p:nvPr/>
        </p:nvGrpSpPr>
        <p:grpSpPr>
          <a:xfrm>
            <a:off x="8076684" y="375380"/>
            <a:ext cx="253875" cy="71030"/>
            <a:chOff x="7764896" y="270525"/>
            <a:chExt cx="517900" cy="144900"/>
          </a:xfrm>
        </p:grpSpPr>
        <p:sp>
          <p:nvSpPr>
            <p:cNvPr id="351" name="Google Shape;351;p28"/>
            <p:cNvSpPr/>
            <p:nvPr/>
          </p:nvSpPr>
          <p:spPr>
            <a:xfrm>
              <a:off x="7764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8"/>
            <p:cNvSpPr/>
            <p:nvPr/>
          </p:nvSpPr>
          <p:spPr>
            <a:xfrm>
              <a:off x="79513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8"/>
            <p:cNvSpPr/>
            <p:nvPr/>
          </p:nvSpPr>
          <p:spPr>
            <a:xfrm>
              <a:off x="8137896" y="270525"/>
              <a:ext cx="144900" cy="144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4" name="Google Shape;354;p28"/>
          <p:cNvSpPr txBox="1">
            <a:spLocks noGrp="1"/>
          </p:cNvSpPr>
          <p:nvPr>
            <p:ph type="ctrTitle"/>
          </p:nvPr>
        </p:nvSpPr>
        <p:spPr>
          <a:xfrm>
            <a:off x="760544" y="581225"/>
            <a:ext cx="4115100" cy="904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55" name="Google Shape;355;p28"/>
          <p:cNvSpPr txBox="1">
            <a:spLocks noGrp="1"/>
          </p:cNvSpPr>
          <p:nvPr>
            <p:ph type="subTitle" idx="1"/>
          </p:nvPr>
        </p:nvSpPr>
        <p:spPr>
          <a:xfrm>
            <a:off x="760544" y="1607375"/>
            <a:ext cx="4115100" cy="1031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6" name="Google Shape;356;p28"/>
          <p:cNvSpPr txBox="1"/>
          <p:nvPr/>
        </p:nvSpPr>
        <p:spPr>
          <a:xfrm>
            <a:off x="760544" y="3492900"/>
            <a:ext cx="4115100" cy="47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000" b="1">
                <a:solidFill>
                  <a:schemeClr val="dk1"/>
                </a:solidFill>
                <a:latin typeface="DM Sans"/>
                <a:ea typeface="DM Sans"/>
                <a:cs typeface="DM Sans"/>
                <a:sym typeface="DM Sans"/>
              </a:rPr>
              <a:t>CREDITS</a:t>
            </a:r>
            <a:r>
              <a:rPr lang="en" sz="1000">
                <a:solidFill>
                  <a:schemeClr val="dk1"/>
                </a:solidFill>
                <a:latin typeface="DM Sans"/>
                <a:ea typeface="DM Sans"/>
                <a:cs typeface="DM Sans"/>
                <a:sym typeface="DM Sans"/>
              </a:rPr>
              <a:t>: This presentation template was created by </a:t>
            </a:r>
            <a:r>
              <a:rPr lang="en" sz="1000" b="1">
                <a:solidFill>
                  <a:schemeClr val="dk1"/>
                </a:solidFill>
                <a:uFill>
                  <a:noFill/>
                </a:uFill>
                <a:latin typeface="DM Sans"/>
                <a:ea typeface="DM Sans"/>
                <a:cs typeface="DM Sans"/>
                <a:sym typeface="DM Sans"/>
                <a:hlinkClick r:id="rId2">
                  <a:extLst>
                    <a:ext uri="{A12FA001-AC4F-418D-AE19-62706E023703}">
                      <ahyp:hlinkClr xmlns:ahyp="http://schemas.microsoft.com/office/drawing/2018/hyperlinkcolor" val="tx"/>
                    </a:ext>
                  </a:extLst>
                </a:hlinkClick>
              </a:rPr>
              <a:t>Slidesgo</a:t>
            </a:r>
            <a:r>
              <a:rPr lang="en" sz="1000">
                <a:solidFill>
                  <a:schemeClr val="dk1"/>
                </a:solidFill>
                <a:latin typeface="DM Sans"/>
                <a:ea typeface="DM Sans"/>
                <a:cs typeface="DM Sans"/>
                <a:sym typeface="DM Sans"/>
              </a:rPr>
              <a:t>, including icons by </a:t>
            </a:r>
            <a:r>
              <a:rPr lang="en" sz="1000" b="1">
                <a:solidFill>
                  <a:schemeClr val="dk1"/>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Flaticon</a:t>
            </a:r>
            <a:r>
              <a:rPr lang="en" sz="1000">
                <a:solidFill>
                  <a:schemeClr val="dk1"/>
                </a:solidFill>
                <a:latin typeface="DM Sans"/>
                <a:ea typeface="DM Sans"/>
                <a:cs typeface="DM Sans"/>
                <a:sym typeface="DM Sans"/>
              </a:rPr>
              <a:t> and infographics &amp; images by </a:t>
            </a:r>
            <a:r>
              <a:rPr lang="en" sz="1000" b="1">
                <a:solidFill>
                  <a:schemeClr val="dk1"/>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Freepik</a:t>
            </a:r>
            <a:endParaRPr sz="1000" b="1">
              <a:solidFill>
                <a:schemeClr val="dk1"/>
              </a:solidFill>
              <a:highlight>
                <a:srgbClr val="DFDEFC"/>
              </a:highlight>
              <a:latin typeface="DM Sans"/>
              <a:ea typeface="DM Sans"/>
              <a:cs typeface="DM Sans"/>
              <a:sym typeface="DM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accent2"/>
        </a:solidFill>
        <a:effectLst/>
      </p:bgPr>
    </p:bg>
    <p:spTree>
      <p:nvGrpSpPr>
        <p:cNvPr id="1" name="Shape 357"/>
        <p:cNvGrpSpPr/>
        <p:nvPr/>
      </p:nvGrpSpPr>
      <p:grpSpPr>
        <a:xfrm>
          <a:off x="0" y="0"/>
          <a:ext cx="0" cy="0"/>
          <a:chOff x="0" y="0"/>
          <a:chExt cx="0" cy="0"/>
        </a:xfrm>
      </p:grpSpPr>
      <p:sp>
        <p:nvSpPr>
          <p:cNvPr id="358" name="Google Shape;358;p29"/>
          <p:cNvSpPr/>
          <p:nvPr/>
        </p:nvSpPr>
        <p:spPr>
          <a:xfrm>
            <a:off x="177900" y="126900"/>
            <a:ext cx="8788200" cy="4889700"/>
          </a:xfrm>
          <a:prstGeom prst="roundRect">
            <a:avLst>
              <a:gd name="adj"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9"/>
          <p:cNvSpPr/>
          <p:nvPr/>
        </p:nvSpPr>
        <p:spPr>
          <a:xfrm rot="10800000" flipH="1">
            <a:off x="178000" y="4587308"/>
            <a:ext cx="8788200" cy="429300"/>
          </a:xfrm>
          <a:prstGeom prst="round2SameRect">
            <a:avLst>
              <a:gd name="adj1" fmla="val 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0" name="Google Shape;360;p29"/>
          <p:cNvGrpSpPr/>
          <p:nvPr/>
        </p:nvGrpSpPr>
        <p:grpSpPr>
          <a:xfrm>
            <a:off x="8076684" y="375380"/>
            <a:ext cx="253875" cy="71030"/>
            <a:chOff x="7764896" y="270525"/>
            <a:chExt cx="517900" cy="144900"/>
          </a:xfrm>
        </p:grpSpPr>
        <p:sp>
          <p:nvSpPr>
            <p:cNvPr id="361" name="Google Shape;361;p29"/>
            <p:cNvSpPr/>
            <p:nvPr/>
          </p:nvSpPr>
          <p:spPr>
            <a:xfrm>
              <a:off x="7764896" y="270525"/>
              <a:ext cx="144900" cy="144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9"/>
            <p:cNvSpPr/>
            <p:nvPr/>
          </p:nvSpPr>
          <p:spPr>
            <a:xfrm>
              <a:off x="7951396" y="270525"/>
              <a:ext cx="144900" cy="144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9"/>
            <p:cNvSpPr/>
            <p:nvPr/>
          </p:nvSpPr>
          <p:spPr>
            <a:xfrm>
              <a:off x="8137896" y="270525"/>
              <a:ext cx="144900" cy="144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accent6"/>
        </a:solidFill>
        <a:effectLst/>
      </p:bgPr>
    </p:bg>
    <p:spTree>
      <p:nvGrpSpPr>
        <p:cNvPr id="1" name="Shape 364"/>
        <p:cNvGrpSpPr/>
        <p:nvPr/>
      </p:nvGrpSpPr>
      <p:grpSpPr>
        <a:xfrm>
          <a:off x="0" y="0"/>
          <a:ext cx="0" cy="0"/>
          <a:chOff x="0" y="0"/>
          <a:chExt cx="0" cy="0"/>
        </a:xfrm>
      </p:grpSpPr>
      <p:sp>
        <p:nvSpPr>
          <p:cNvPr id="365" name="Google Shape;365;p30"/>
          <p:cNvSpPr/>
          <p:nvPr/>
        </p:nvSpPr>
        <p:spPr>
          <a:xfrm>
            <a:off x="177900" y="126900"/>
            <a:ext cx="8788200" cy="4889700"/>
          </a:xfrm>
          <a:prstGeom prst="roundRect">
            <a:avLst>
              <a:gd name="adj" fmla="val 479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0"/>
          <p:cNvSpPr/>
          <p:nvPr/>
        </p:nvSpPr>
        <p:spPr>
          <a:xfrm rot="5400000" flipH="1">
            <a:off x="6257000" y="2297700"/>
            <a:ext cx="4890900" cy="546900"/>
          </a:xfrm>
          <a:prstGeom prst="round2SameRect">
            <a:avLst>
              <a:gd name="adj1" fmla="val 26367"/>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7" name="Google Shape;367;p30"/>
          <p:cNvGrpSpPr/>
          <p:nvPr/>
        </p:nvGrpSpPr>
        <p:grpSpPr>
          <a:xfrm rot="-5400000">
            <a:off x="253934" y="2536243"/>
            <a:ext cx="253875" cy="71030"/>
            <a:chOff x="7764896" y="270525"/>
            <a:chExt cx="517900" cy="144900"/>
          </a:xfrm>
        </p:grpSpPr>
        <p:sp>
          <p:nvSpPr>
            <p:cNvPr id="368" name="Google Shape;368;p30"/>
            <p:cNvSpPr/>
            <p:nvPr/>
          </p:nvSpPr>
          <p:spPr>
            <a:xfrm>
              <a:off x="7764896" y="270525"/>
              <a:ext cx="144900" cy="144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0"/>
            <p:cNvSpPr/>
            <p:nvPr/>
          </p:nvSpPr>
          <p:spPr>
            <a:xfrm>
              <a:off x="7951396" y="270525"/>
              <a:ext cx="144900" cy="144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0"/>
            <p:cNvSpPr/>
            <p:nvPr/>
          </p:nvSpPr>
          <p:spPr>
            <a:xfrm>
              <a:off x="8137896" y="270525"/>
              <a:ext cx="144900" cy="144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1" name="Google Shape;371;p30"/>
          <p:cNvSpPr/>
          <p:nvPr/>
        </p:nvSpPr>
        <p:spPr>
          <a:xfrm>
            <a:off x="8619800" y="2088000"/>
            <a:ext cx="165300" cy="9675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3"/>
              </a:buClr>
              <a:buSzPts val="3000"/>
              <a:buFont typeface="Bowlby One"/>
              <a:buNone/>
              <a:defRPr sz="3000">
                <a:solidFill>
                  <a:schemeClr val="accent3"/>
                </a:solidFill>
                <a:latin typeface="Bowlby One"/>
                <a:ea typeface="Bowlby One"/>
                <a:cs typeface="Bowlby One"/>
                <a:sym typeface="Bowlby One"/>
              </a:defRPr>
            </a:lvl1pPr>
            <a:lvl2pPr lvl="1" rtl="0">
              <a:spcBef>
                <a:spcPts val="0"/>
              </a:spcBef>
              <a:spcAft>
                <a:spcPts val="0"/>
              </a:spcAft>
              <a:buClr>
                <a:schemeClr val="accent3"/>
              </a:buClr>
              <a:buSzPts val="3000"/>
              <a:buFont typeface="Bowlby One"/>
              <a:buNone/>
              <a:defRPr sz="3000">
                <a:solidFill>
                  <a:schemeClr val="accent3"/>
                </a:solidFill>
                <a:latin typeface="Bowlby One"/>
                <a:ea typeface="Bowlby One"/>
                <a:cs typeface="Bowlby One"/>
                <a:sym typeface="Bowlby One"/>
              </a:defRPr>
            </a:lvl2pPr>
            <a:lvl3pPr lvl="2" rtl="0">
              <a:spcBef>
                <a:spcPts val="0"/>
              </a:spcBef>
              <a:spcAft>
                <a:spcPts val="0"/>
              </a:spcAft>
              <a:buClr>
                <a:schemeClr val="accent3"/>
              </a:buClr>
              <a:buSzPts val="3000"/>
              <a:buFont typeface="Bowlby One"/>
              <a:buNone/>
              <a:defRPr sz="3000">
                <a:solidFill>
                  <a:schemeClr val="accent3"/>
                </a:solidFill>
                <a:latin typeface="Bowlby One"/>
                <a:ea typeface="Bowlby One"/>
                <a:cs typeface="Bowlby One"/>
                <a:sym typeface="Bowlby One"/>
              </a:defRPr>
            </a:lvl3pPr>
            <a:lvl4pPr lvl="3" rtl="0">
              <a:spcBef>
                <a:spcPts val="0"/>
              </a:spcBef>
              <a:spcAft>
                <a:spcPts val="0"/>
              </a:spcAft>
              <a:buClr>
                <a:schemeClr val="accent3"/>
              </a:buClr>
              <a:buSzPts val="3000"/>
              <a:buFont typeface="Bowlby One"/>
              <a:buNone/>
              <a:defRPr sz="3000">
                <a:solidFill>
                  <a:schemeClr val="accent3"/>
                </a:solidFill>
                <a:latin typeface="Bowlby One"/>
                <a:ea typeface="Bowlby One"/>
                <a:cs typeface="Bowlby One"/>
                <a:sym typeface="Bowlby One"/>
              </a:defRPr>
            </a:lvl4pPr>
            <a:lvl5pPr lvl="4" rtl="0">
              <a:spcBef>
                <a:spcPts val="0"/>
              </a:spcBef>
              <a:spcAft>
                <a:spcPts val="0"/>
              </a:spcAft>
              <a:buClr>
                <a:schemeClr val="accent3"/>
              </a:buClr>
              <a:buSzPts val="3000"/>
              <a:buFont typeface="Bowlby One"/>
              <a:buNone/>
              <a:defRPr sz="3000">
                <a:solidFill>
                  <a:schemeClr val="accent3"/>
                </a:solidFill>
                <a:latin typeface="Bowlby One"/>
                <a:ea typeface="Bowlby One"/>
                <a:cs typeface="Bowlby One"/>
                <a:sym typeface="Bowlby One"/>
              </a:defRPr>
            </a:lvl5pPr>
            <a:lvl6pPr lvl="5" rtl="0">
              <a:spcBef>
                <a:spcPts val="0"/>
              </a:spcBef>
              <a:spcAft>
                <a:spcPts val="0"/>
              </a:spcAft>
              <a:buClr>
                <a:schemeClr val="accent3"/>
              </a:buClr>
              <a:buSzPts val="3000"/>
              <a:buFont typeface="Bowlby One"/>
              <a:buNone/>
              <a:defRPr sz="3000">
                <a:solidFill>
                  <a:schemeClr val="accent3"/>
                </a:solidFill>
                <a:latin typeface="Bowlby One"/>
                <a:ea typeface="Bowlby One"/>
                <a:cs typeface="Bowlby One"/>
                <a:sym typeface="Bowlby One"/>
              </a:defRPr>
            </a:lvl6pPr>
            <a:lvl7pPr lvl="6" rtl="0">
              <a:spcBef>
                <a:spcPts val="0"/>
              </a:spcBef>
              <a:spcAft>
                <a:spcPts val="0"/>
              </a:spcAft>
              <a:buClr>
                <a:schemeClr val="accent3"/>
              </a:buClr>
              <a:buSzPts val="3000"/>
              <a:buFont typeface="Bowlby One"/>
              <a:buNone/>
              <a:defRPr sz="3000">
                <a:solidFill>
                  <a:schemeClr val="accent3"/>
                </a:solidFill>
                <a:latin typeface="Bowlby One"/>
                <a:ea typeface="Bowlby One"/>
                <a:cs typeface="Bowlby One"/>
                <a:sym typeface="Bowlby One"/>
              </a:defRPr>
            </a:lvl7pPr>
            <a:lvl8pPr lvl="7" rtl="0">
              <a:spcBef>
                <a:spcPts val="0"/>
              </a:spcBef>
              <a:spcAft>
                <a:spcPts val="0"/>
              </a:spcAft>
              <a:buClr>
                <a:schemeClr val="accent3"/>
              </a:buClr>
              <a:buSzPts val="3000"/>
              <a:buFont typeface="Bowlby One"/>
              <a:buNone/>
              <a:defRPr sz="3000">
                <a:solidFill>
                  <a:schemeClr val="accent3"/>
                </a:solidFill>
                <a:latin typeface="Bowlby One"/>
                <a:ea typeface="Bowlby One"/>
                <a:cs typeface="Bowlby One"/>
                <a:sym typeface="Bowlby One"/>
              </a:defRPr>
            </a:lvl8pPr>
            <a:lvl9pPr lvl="8" rtl="0">
              <a:spcBef>
                <a:spcPts val="0"/>
              </a:spcBef>
              <a:spcAft>
                <a:spcPts val="0"/>
              </a:spcAft>
              <a:buClr>
                <a:schemeClr val="accent3"/>
              </a:buClr>
              <a:buSzPts val="3000"/>
              <a:buFont typeface="Bowlby One"/>
              <a:buNone/>
              <a:defRPr sz="3000">
                <a:solidFill>
                  <a:schemeClr val="accent3"/>
                </a:solidFill>
                <a:latin typeface="Bowlby One"/>
                <a:ea typeface="Bowlby One"/>
                <a:cs typeface="Bowlby One"/>
                <a:sym typeface="Bowlby On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marL="914400" lvl="1"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marL="1371600" lvl="2"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marL="1828800" lvl="3"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marL="2286000" lvl="4"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marL="2743200" lvl="5"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marL="3200400" lvl="6"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marL="3657600" lvl="7"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marL="4114800" lvl="8"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70" r:id="rId22"/>
    <p:sldLayoutId id="2147483671" r:id="rId23"/>
    <p:sldLayoutId id="2147483672" r:id="rId24"/>
    <p:sldLayoutId id="2147483673" r:id="rId25"/>
    <p:sldLayoutId id="2147483674" r:id="rId26"/>
    <p:sldLayoutId id="2147483675" r:id="rId27"/>
    <p:sldLayoutId id="2147483676" r:id="rId28"/>
  </p:sldLayoutIdLst>
  <p:transition spd="med">
    <p:push/>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grpSp>
        <p:nvGrpSpPr>
          <p:cNvPr id="376" name="Google Shape;376;p31"/>
          <p:cNvGrpSpPr/>
          <p:nvPr/>
        </p:nvGrpSpPr>
        <p:grpSpPr>
          <a:xfrm>
            <a:off x="6517833" y="2280896"/>
            <a:ext cx="2783775" cy="2903459"/>
            <a:chOff x="3384425" y="680175"/>
            <a:chExt cx="930375" cy="970375"/>
          </a:xfrm>
        </p:grpSpPr>
        <p:sp>
          <p:nvSpPr>
            <p:cNvPr id="377" name="Google Shape;377;p31"/>
            <p:cNvSpPr/>
            <p:nvPr/>
          </p:nvSpPr>
          <p:spPr>
            <a:xfrm>
              <a:off x="3535225" y="1011400"/>
              <a:ext cx="779550" cy="639075"/>
            </a:xfrm>
            <a:custGeom>
              <a:avLst/>
              <a:gdLst/>
              <a:ahLst/>
              <a:cxnLst/>
              <a:rect l="l" t="t" r="r" b="b"/>
              <a:pathLst>
                <a:path w="31182" h="25563" extrusionOk="0">
                  <a:moveTo>
                    <a:pt x="14244" y="1"/>
                  </a:moveTo>
                  <a:lnTo>
                    <a:pt x="14244" y="2"/>
                  </a:lnTo>
                  <a:cubicBezTo>
                    <a:pt x="14244" y="2"/>
                    <a:pt x="10216" y="607"/>
                    <a:pt x="7796" y="1474"/>
                  </a:cubicBezTo>
                  <a:cubicBezTo>
                    <a:pt x="4386" y="2697"/>
                    <a:pt x="379" y="3855"/>
                    <a:pt x="379" y="3855"/>
                  </a:cubicBezTo>
                  <a:lnTo>
                    <a:pt x="1" y="11245"/>
                  </a:lnTo>
                  <a:lnTo>
                    <a:pt x="7770" y="11543"/>
                  </a:lnTo>
                  <a:cubicBezTo>
                    <a:pt x="7770" y="11543"/>
                    <a:pt x="6279" y="22368"/>
                    <a:pt x="6605" y="25563"/>
                  </a:cubicBezTo>
                  <a:lnTo>
                    <a:pt x="31181" y="25563"/>
                  </a:lnTo>
                  <a:cubicBezTo>
                    <a:pt x="31181" y="25563"/>
                    <a:pt x="30961" y="8783"/>
                    <a:pt x="30531" y="6982"/>
                  </a:cubicBezTo>
                  <a:cubicBezTo>
                    <a:pt x="29773" y="3802"/>
                    <a:pt x="28203" y="2103"/>
                    <a:pt x="25550" y="1581"/>
                  </a:cubicBezTo>
                  <a:cubicBezTo>
                    <a:pt x="22896" y="1061"/>
                    <a:pt x="19731" y="1"/>
                    <a:pt x="19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1"/>
            <p:cNvSpPr/>
            <p:nvPr/>
          </p:nvSpPr>
          <p:spPr>
            <a:xfrm>
              <a:off x="4146925" y="1382425"/>
              <a:ext cx="163700" cy="56525"/>
            </a:xfrm>
            <a:custGeom>
              <a:avLst/>
              <a:gdLst/>
              <a:ahLst/>
              <a:cxnLst/>
              <a:rect l="l" t="t" r="r" b="b"/>
              <a:pathLst>
                <a:path w="6548" h="2261" extrusionOk="0">
                  <a:moveTo>
                    <a:pt x="3276" y="0"/>
                  </a:moveTo>
                  <a:cubicBezTo>
                    <a:pt x="1196" y="0"/>
                    <a:pt x="1" y="383"/>
                    <a:pt x="1" y="383"/>
                  </a:cubicBezTo>
                  <a:lnTo>
                    <a:pt x="1" y="2260"/>
                  </a:lnTo>
                  <a:cubicBezTo>
                    <a:pt x="1" y="2260"/>
                    <a:pt x="1220" y="1876"/>
                    <a:pt x="3315" y="1876"/>
                  </a:cubicBezTo>
                  <a:cubicBezTo>
                    <a:pt x="4234" y="1876"/>
                    <a:pt x="5321" y="1950"/>
                    <a:pt x="6547" y="2162"/>
                  </a:cubicBezTo>
                  <a:lnTo>
                    <a:pt x="6501" y="287"/>
                  </a:lnTo>
                  <a:cubicBezTo>
                    <a:pt x="5273" y="74"/>
                    <a:pt x="4189" y="0"/>
                    <a:pt x="32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1"/>
            <p:cNvSpPr/>
            <p:nvPr/>
          </p:nvSpPr>
          <p:spPr>
            <a:xfrm>
              <a:off x="4082000" y="1432950"/>
              <a:ext cx="232800" cy="217600"/>
            </a:xfrm>
            <a:custGeom>
              <a:avLst/>
              <a:gdLst/>
              <a:ahLst/>
              <a:cxnLst/>
              <a:rect l="l" t="t" r="r" b="b"/>
              <a:pathLst>
                <a:path w="9312" h="8704" extrusionOk="0">
                  <a:moveTo>
                    <a:pt x="9144" y="0"/>
                  </a:moveTo>
                  <a:lnTo>
                    <a:pt x="2598" y="97"/>
                  </a:lnTo>
                  <a:cubicBezTo>
                    <a:pt x="2598" y="97"/>
                    <a:pt x="2073" y="3260"/>
                    <a:pt x="1516" y="5478"/>
                  </a:cubicBezTo>
                  <a:cubicBezTo>
                    <a:pt x="705" y="8704"/>
                    <a:pt x="1" y="8704"/>
                    <a:pt x="1" y="8704"/>
                  </a:cubicBezTo>
                  <a:lnTo>
                    <a:pt x="9312" y="8704"/>
                  </a:lnTo>
                  <a:lnTo>
                    <a:pt x="91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1"/>
            <p:cNvSpPr/>
            <p:nvPr/>
          </p:nvSpPr>
          <p:spPr>
            <a:xfrm>
              <a:off x="3535225" y="1054725"/>
              <a:ext cx="176625" cy="241500"/>
            </a:xfrm>
            <a:custGeom>
              <a:avLst/>
              <a:gdLst/>
              <a:ahLst/>
              <a:cxnLst/>
              <a:rect l="l" t="t" r="r" b="b"/>
              <a:pathLst>
                <a:path w="7065" h="9660" extrusionOk="0">
                  <a:moveTo>
                    <a:pt x="7065" y="1"/>
                  </a:moveTo>
                  <a:lnTo>
                    <a:pt x="7065" y="1"/>
                  </a:lnTo>
                  <a:cubicBezTo>
                    <a:pt x="3839" y="1123"/>
                    <a:pt x="379" y="2124"/>
                    <a:pt x="379" y="2124"/>
                  </a:cubicBezTo>
                  <a:lnTo>
                    <a:pt x="1" y="9514"/>
                  </a:lnTo>
                  <a:lnTo>
                    <a:pt x="3742" y="9659"/>
                  </a:lnTo>
                  <a:cubicBezTo>
                    <a:pt x="6331" y="6556"/>
                    <a:pt x="6943" y="1409"/>
                    <a:pt x="70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1"/>
            <p:cNvSpPr/>
            <p:nvPr/>
          </p:nvSpPr>
          <p:spPr>
            <a:xfrm>
              <a:off x="3869500" y="1011450"/>
              <a:ext cx="180425" cy="87375"/>
            </a:xfrm>
            <a:custGeom>
              <a:avLst/>
              <a:gdLst/>
              <a:ahLst/>
              <a:cxnLst/>
              <a:rect l="l" t="t" r="r" b="b"/>
              <a:pathLst>
                <a:path w="7217" h="3495" extrusionOk="0">
                  <a:moveTo>
                    <a:pt x="873" y="0"/>
                  </a:moveTo>
                  <a:cubicBezTo>
                    <a:pt x="873" y="0"/>
                    <a:pt x="537" y="51"/>
                    <a:pt x="2" y="144"/>
                  </a:cubicBezTo>
                  <a:cubicBezTo>
                    <a:pt x="0" y="177"/>
                    <a:pt x="0" y="212"/>
                    <a:pt x="0" y="245"/>
                  </a:cubicBezTo>
                  <a:cubicBezTo>
                    <a:pt x="0" y="2239"/>
                    <a:pt x="1417" y="3494"/>
                    <a:pt x="3411" y="3494"/>
                  </a:cubicBezTo>
                  <a:cubicBezTo>
                    <a:pt x="5395" y="3494"/>
                    <a:pt x="7199" y="2251"/>
                    <a:pt x="7217" y="274"/>
                  </a:cubicBezTo>
                  <a:cubicBezTo>
                    <a:pt x="6688" y="110"/>
                    <a:pt x="6361" y="0"/>
                    <a:pt x="63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1"/>
            <p:cNvSpPr/>
            <p:nvPr/>
          </p:nvSpPr>
          <p:spPr>
            <a:xfrm>
              <a:off x="4146925" y="1232325"/>
              <a:ext cx="16275" cy="203050"/>
            </a:xfrm>
            <a:custGeom>
              <a:avLst/>
              <a:gdLst/>
              <a:ahLst/>
              <a:cxnLst/>
              <a:rect l="l" t="t" r="r" b="b"/>
              <a:pathLst>
                <a:path w="651" h="8122" fill="none" extrusionOk="0">
                  <a:moveTo>
                    <a:pt x="1" y="8122"/>
                  </a:moveTo>
                  <a:lnTo>
                    <a:pt x="1" y="1295"/>
                  </a:lnTo>
                  <a:lnTo>
                    <a:pt x="650" y="1"/>
                  </a:ln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1"/>
            <p:cNvSpPr/>
            <p:nvPr/>
          </p:nvSpPr>
          <p:spPr>
            <a:xfrm>
              <a:off x="3729475" y="1206650"/>
              <a:ext cx="14225" cy="93450"/>
            </a:xfrm>
            <a:custGeom>
              <a:avLst/>
              <a:gdLst/>
              <a:ahLst/>
              <a:cxnLst/>
              <a:rect l="l" t="t" r="r" b="b"/>
              <a:pathLst>
                <a:path w="569" h="3738" fill="none" extrusionOk="0">
                  <a:moveTo>
                    <a:pt x="0" y="3738"/>
                  </a:moveTo>
                  <a:lnTo>
                    <a:pt x="568" y="0"/>
                  </a:ln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1"/>
            <p:cNvSpPr/>
            <p:nvPr/>
          </p:nvSpPr>
          <p:spPr>
            <a:xfrm>
              <a:off x="3781100" y="850750"/>
              <a:ext cx="77150" cy="70950"/>
            </a:xfrm>
            <a:custGeom>
              <a:avLst/>
              <a:gdLst/>
              <a:ahLst/>
              <a:cxnLst/>
              <a:rect l="l" t="t" r="r" b="b"/>
              <a:pathLst>
                <a:path w="3086" h="2838" extrusionOk="0">
                  <a:moveTo>
                    <a:pt x="1819" y="0"/>
                  </a:moveTo>
                  <a:lnTo>
                    <a:pt x="0" y="1696"/>
                  </a:lnTo>
                  <a:lnTo>
                    <a:pt x="797" y="2838"/>
                  </a:lnTo>
                  <a:cubicBezTo>
                    <a:pt x="797" y="2838"/>
                    <a:pt x="2183" y="2830"/>
                    <a:pt x="3085" y="1895"/>
                  </a:cubicBezTo>
                  <a:lnTo>
                    <a:pt x="1819" y="0"/>
                  </a:ln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1"/>
            <p:cNvSpPr/>
            <p:nvPr/>
          </p:nvSpPr>
          <p:spPr>
            <a:xfrm>
              <a:off x="4139700" y="1425750"/>
              <a:ext cx="175075" cy="224800"/>
            </a:xfrm>
            <a:custGeom>
              <a:avLst/>
              <a:gdLst/>
              <a:ahLst/>
              <a:cxnLst/>
              <a:rect l="l" t="t" r="r" b="b"/>
              <a:pathLst>
                <a:path w="7003" h="8992" extrusionOk="0">
                  <a:moveTo>
                    <a:pt x="3604" y="1"/>
                  </a:moveTo>
                  <a:cubicBezTo>
                    <a:pt x="1509" y="1"/>
                    <a:pt x="290" y="385"/>
                    <a:pt x="290" y="385"/>
                  </a:cubicBezTo>
                  <a:lnTo>
                    <a:pt x="1" y="8992"/>
                  </a:lnTo>
                  <a:lnTo>
                    <a:pt x="7002" y="8992"/>
                  </a:lnTo>
                  <a:cubicBezTo>
                    <a:pt x="7002" y="8990"/>
                    <a:pt x="6946" y="4739"/>
                    <a:pt x="6836" y="287"/>
                  </a:cubicBezTo>
                  <a:cubicBezTo>
                    <a:pt x="5610" y="74"/>
                    <a:pt x="4523" y="1"/>
                    <a:pt x="3604" y="1"/>
                  </a:cubicBez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1"/>
            <p:cNvSpPr/>
            <p:nvPr/>
          </p:nvSpPr>
          <p:spPr>
            <a:xfrm>
              <a:off x="4145275" y="1425750"/>
              <a:ext cx="165825" cy="59450"/>
            </a:xfrm>
            <a:custGeom>
              <a:avLst/>
              <a:gdLst/>
              <a:ahLst/>
              <a:cxnLst/>
              <a:rect l="l" t="t" r="r" b="b"/>
              <a:pathLst>
                <a:path w="6633" h="2378" extrusionOk="0">
                  <a:moveTo>
                    <a:pt x="3381" y="1"/>
                  </a:moveTo>
                  <a:cubicBezTo>
                    <a:pt x="1286" y="1"/>
                    <a:pt x="67" y="385"/>
                    <a:pt x="67" y="385"/>
                  </a:cubicBezTo>
                  <a:lnTo>
                    <a:pt x="0" y="2377"/>
                  </a:lnTo>
                  <a:cubicBezTo>
                    <a:pt x="673" y="2041"/>
                    <a:pt x="2889" y="1104"/>
                    <a:pt x="6633" y="1083"/>
                  </a:cubicBezTo>
                  <a:cubicBezTo>
                    <a:pt x="6627" y="818"/>
                    <a:pt x="6619" y="554"/>
                    <a:pt x="6613" y="287"/>
                  </a:cubicBezTo>
                  <a:cubicBezTo>
                    <a:pt x="5387" y="74"/>
                    <a:pt x="4300" y="1"/>
                    <a:pt x="33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1"/>
            <p:cNvSpPr/>
            <p:nvPr/>
          </p:nvSpPr>
          <p:spPr>
            <a:xfrm>
              <a:off x="3803175" y="763700"/>
              <a:ext cx="146050" cy="219350"/>
            </a:xfrm>
            <a:custGeom>
              <a:avLst/>
              <a:gdLst/>
              <a:ahLst/>
              <a:cxnLst/>
              <a:rect l="l" t="t" r="r" b="b"/>
              <a:pathLst>
                <a:path w="5842" h="8774" extrusionOk="0">
                  <a:moveTo>
                    <a:pt x="2888" y="1"/>
                  </a:moveTo>
                  <a:cubicBezTo>
                    <a:pt x="2649" y="1"/>
                    <a:pt x="2416" y="143"/>
                    <a:pt x="2323" y="393"/>
                  </a:cubicBezTo>
                  <a:lnTo>
                    <a:pt x="120" y="6281"/>
                  </a:lnTo>
                  <a:cubicBezTo>
                    <a:pt x="1" y="6595"/>
                    <a:pt x="94" y="6950"/>
                    <a:pt x="349" y="7168"/>
                  </a:cubicBezTo>
                  <a:lnTo>
                    <a:pt x="2647" y="8647"/>
                  </a:lnTo>
                  <a:cubicBezTo>
                    <a:pt x="2748" y="8733"/>
                    <a:pt x="2869" y="8773"/>
                    <a:pt x="2988" y="8773"/>
                  </a:cubicBezTo>
                  <a:cubicBezTo>
                    <a:pt x="3198" y="8773"/>
                    <a:pt x="3402" y="8649"/>
                    <a:pt x="3483" y="8431"/>
                  </a:cubicBezTo>
                  <a:lnTo>
                    <a:pt x="5725" y="2439"/>
                  </a:lnTo>
                  <a:cubicBezTo>
                    <a:pt x="5842" y="2124"/>
                    <a:pt x="5750" y="1768"/>
                    <a:pt x="5494" y="1552"/>
                  </a:cubicBezTo>
                  <a:lnTo>
                    <a:pt x="3279" y="145"/>
                  </a:lnTo>
                  <a:cubicBezTo>
                    <a:pt x="3163" y="47"/>
                    <a:pt x="3025" y="1"/>
                    <a:pt x="2888" y="1"/>
                  </a:cubicBezTo>
                  <a:close/>
                </a:path>
              </a:pathLst>
            </a:custGeom>
            <a:solidFill>
              <a:srgbClr val="565E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1"/>
            <p:cNvSpPr/>
            <p:nvPr/>
          </p:nvSpPr>
          <p:spPr>
            <a:xfrm>
              <a:off x="3803150" y="763625"/>
              <a:ext cx="83425" cy="219325"/>
            </a:xfrm>
            <a:custGeom>
              <a:avLst/>
              <a:gdLst/>
              <a:ahLst/>
              <a:cxnLst/>
              <a:rect l="l" t="t" r="r" b="b"/>
              <a:pathLst>
                <a:path w="3337" h="8773" extrusionOk="0">
                  <a:moveTo>
                    <a:pt x="2889" y="0"/>
                  </a:moveTo>
                  <a:cubicBezTo>
                    <a:pt x="2650" y="0"/>
                    <a:pt x="2416" y="143"/>
                    <a:pt x="2322" y="393"/>
                  </a:cubicBezTo>
                  <a:lnTo>
                    <a:pt x="119" y="6280"/>
                  </a:lnTo>
                  <a:cubicBezTo>
                    <a:pt x="0" y="6595"/>
                    <a:pt x="92" y="6948"/>
                    <a:pt x="349" y="7168"/>
                  </a:cubicBezTo>
                  <a:lnTo>
                    <a:pt x="2647" y="8646"/>
                  </a:lnTo>
                  <a:cubicBezTo>
                    <a:pt x="2748" y="8732"/>
                    <a:pt x="2869" y="8772"/>
                    <a:pt x="2988" y="8772"/>
                  </a:cubicBezTo>
                  <a:cubicBezTo>
                    <a:pt x="3115" y="8772"/>
                    <a:pt x="3239" y="8727"/>
                    <a:pt x="3336" y="8643"/>
                  </a:cubicBezTo>
                  <a:lnTo>
                    <a:pt x="923" y="7067"/>
                  </a:lnTo>
                  <a:cubicBezTo>
                    <a:pt x="659" y="6842"/>
                    <a:pt x="562" y="6472"/>
                    <a:pt x="684" y="6146"/>
                  </a:cubicBezTo>
                  <a:lnTo>
                    <a:pt x="2749" y="548"/>
                  </a:lnTo>
                  <a:cubicBezTo>
                    <a:pt x="2838" y="310"/>
                    <a:pt x="3050" y="166"/>
                    <a:pt x="3277" y="142"/>
                  </a:cubicBezTo>
                  <a:cubicBezTo>
                    <a:pt x="3162" y="45"/>
                    <a:pt x="3025" y="0"/>
                    <a:pt x="2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1"/>
            <p:cNvSpPr/>
            <p:nvPr/>
          </p:nvSpPr>
          <p:spPr>
            <a:xfrm>
              <a:off x="3817200" y="764425"/>
              <a:ext cx="132025" cy="215275"/>
            </a:xfrm>
            <a:custGeom>
              <a:avLst/>
              <a:gdLst/>
              <a:ahLst/>
              <a:cxnLst/>
              <a:rect l="l" t="t" r="r" b="b"/>
              <a:pathLst>
                <a:path w="5281" h="8611" extrusionOk="0">
                  <a:moveTo>
                    <a:pt x="2582" y="0"/>
                  </a:moveTo>
                  <a:cubicBezTo>
                    <a:pt x="2582" y="0"/>
                    <a:pt x="2617" y="31"/>
                    <a:pt x="2688" y="91"/>
                  </a:cubicBezTo>
                  <a:lnTo>
                    <a:pt x="2688" y="91"/>
                  </a:lnTo>
                  <a:cubicBezTo>
                    <a:pt x="2618" y="30"/>
                    <a:pt x="2583" y="0"/>
                    <a:pt x="2582" y="0"/>
                  </a:cubicBezTo>
                  <a:close/>
                  <a:moveTo>
                    <a:pt x="2688" y="91"/>
                  </a:moveTo>
                  <a:lnTo>
                    <a:pt x="2688" y="91"/>
                  </a:lnTo>
                  <a:cubicBezTo>
                    <a:pt x="2697" y="98"/>
                    <a:pt x="2706" y="106"/>
                    <a:pt x="2716" y="115"/>
                  </a:cubicBezTo>
                  <a:lnTo>
                    <a:pt x="2716" y="115"/>
                  </a:lnTo>
                  <a:cubicBezTo>
                    <a:pt x="2716" y="115"/>
                    <a:pt x="2716" y="115"/>
                    <a:pt x="2716" y="115"/>
                  </a:cubicBezTo>
                  <a:cubicBezTo>
                    <a:pt x="2706" y="106"/>
                    <a:pt x="2697" y="98"/>
                    <a:pt x="2688" y="91"/>
                  </a:cubicBezTo>
                  <a:close/>
                  <a:moveTo>
                    <a:pt x="2716" y="115"/>
                  </a:moveTo>
                  <a:lnTo>
                    <a:pt x="2716" y="115"/>
                  </a:lnTo>
                  <a:cubicBezTo>
                    <a:pt x="2491" y="137"/>
                    <a:pt x="2277" y="279"/>
                    <a:pt x="2188" y="518"/>
                  </a:cubicBezTo>
                  <a:lnTo>
                    <a:pt x="122" y="6114"/>
                  </a:lnTo>
                  <a:cubicBezTo>
                    <a:pt x="0" y="6440"/>
                    <a:pt x="97" y="6810"/>
                    <a:pt x="361" y="7035"/>
                  </a:cubicBezTo>
                  <a:lnTo>
                    <a:pt x="2774" y="8611"/>
                  </a:lnTo>
                  <a:cubicBezTo>
                    <a:pt x="2836" y="8554"/>
                    <a:pt x="2888" y="8485"/>
                    <a:pt x="2919" y="8397"/>
                  </a:cubicBezTo>
                  <a:lnTo>
                    <a:pt x="5162" y="2407"/>
                  </a:lnTo>
                  <a:cubicBezTo>
                    <a:pt x="5281" y="2095"/>
                    <a:pt x="5189" y="1739"/>
                    <a:pt x="4933" y="1523"/>
                  </a:cubicBezTo>
                  <a:lnTo>
                    <a:pt x="2718" y="116"/>
                  </a:lnTo>
                  <a:cubicBezTo>
                    <a:pt x="2717" y="116"/>
                    <a:pt x="2717" y="115"/>
                    <a:pt x="2716" y="11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1"/>
            <p:cNvSpPr/>
            <p:nvPr/>
          </p:nvSpPr>
          <p:spPr>
            <a:xfrm>
              <a:off x="3825525" y="776625"/>
              <a:ext cx="115400" cy="189975"/>
            </a:xfrm>
            <a:custGeom>
              <a:avLst/>
              <a:gdLst/>
              <a:ahLst/>
              <a:cxnLst/>
              <a:rect l="l" t="t" r="r" b="b"/>
              <a:pathLst>
                <a:path w="4616" h="7599" extrusionOk="0">
                  <a:moveTo>
                    <a:pt x="2340" y="0"/>
                  </a:moveTo>
                  <a:cubicBezTo>
                    <a:pt x="2256" y="0"/>
                    <a:pt x="2175" y="47"/>
                    <a:pt x="2143" y="129"/>
                  </a:cubicBezTo>
                  <a:cubicBezTo>
                    <a:pt x="2140" y="132"/>
                    <a:pt x="2140" y="132"/>
                    <a:pt x="2140" y="134"/>
                  </a:cubicBezTo>
                  <a:lnTo>
                    <a:pt x="77" y="5734"/>
                  </a:lnTo>
                  <a:cubicBezTo>
                    <a:pt x="1" y="5935"/>
                    <a:pt x="56" y="6161"/>
                    <a:pt x="213" y="6305"/>
                  </a:cubicBezTo>
                  <a:lnTo>
                    <a:pt x="2150" y="7568"/>
                  </a:lnTo>
                  <a:cubicBezTo>
                    <a:pt x="2182" y="7589"/>
                    <a:pt x="2217" y="7599"/>
                    <a:pt x="2251" y="7599"/>
                  </a:cubicBezTo>
                  <a:cubicBezTo>
                    <a:pt x="2324" y="7599"/>
                    <a:pt x="2395" y="7555"/>
                    <a:pt x="2422" y="7479"/>
                  </a:cubicBezTo>
                  <a:lnTo>
                    <a:pt x="4546" y="1815"/>
                  </a:lnTo>
                  <a:cubicBezTo>
                    <a:pt x="4616" y="1627"/>
                    <a:pt x="4564" y="1415"/>
                    <a:pt x="4419" y="1278"/>
                  </a:cubicBezTo>
                  <a:lnTo>
                    <a:pt x="2462" y="36"/>
                  </a:lnTo>
                  <a:cubicBezTo>
                    <a:pt x="2424" y="12"/>
                    <a:pt x="2382" y="0"/>
                    <a:pt x="23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1"/>
            <p:cNvSpPr/>
            <p:nvPr/>
          </p:nvSpPr>
          <p:spPr>
            <a:xfrm>
              <a:off x="3904700" y="755850"/>
              <a:ext cx="115075" cy="62700"/>
            </a:xfrm>
            <a:custGeom>
              <a:avLst/>
              <a:gdLst/>
              <a:ahLst/>
              <a:cxnLst/>
              <a:rect l="l" t="t" r="r" b="b"/>
              <a:pathLst>
                <a:path w="4603" h="2508" extrusionOk="0">
                  <a:moveTo>
                    <a:pt x="2059" y="0"/>
                  </a:moveTo>
                  <a:cubicBezTo>
                    <a:pt x="1413" y="0"/>
                    <a:pt x="566" y="226"/>
                    <a:pt x="0" y="1236"/>
                  </a:cubicBezTo>
                  <a:cubicBezTo>
                    <a:pt x="658" y="1762"/>
                    <a:pt x="1925" y="2507"/>
                    <a:pt x="3831" y="2507"/>
                  </a:cubicBezTo>
                  <a:cubicBezTo>
                    <a:pt x="4077" y="2507"/>
                    <a:pt x="4334" y="2495"/>
                    <a:pt x="4602" y="2468"/>
                  </a:cubicBezTo>
                  <a:cubicBezTo>
                    <a:pt x="4495" y="1055"/>
                    <a:pt x="3883" y="258"/>
                    <a:pt x="2976" y="149"/>
                  </a:cubicBezTo>
                  <a:cubicBezTo>
                    <a:pt x="2976" y="149"/>
                    <a:pt x="2584" y="0"/>
                    <a:pt x="2059" y="0"/>
                  </a:cubicBezTo>
                  <a:close/>
                </a:path>
              </a:pathLst>
            </a:custGeom>
            <a:solidFill>
              <a:srgbClr val="C699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1"/>
            <p:cNvSpPr/>
            <p:nvPr/>
          </p:nvSpPr>
          <p:spPr>
            <a:xfrm>
              <a:off x="3384425" y="781025"/>
              <a:ext cx="504025" cy="511650"/>
            </a:xfrm>
            <a:custGeom>
              <a:avLst/>
              <a:gdLst/>
              <a:ahLst/>
              <a:cxnLst/>
              <a:rect l="l" t="t" r="r" b="b"/>
              <a:pathLst>
                <a:path w="20161" h="20466" extrusionOk="0">
                  <a:moveTo>
                    <a:pt x="18697" y="0"/>
                  </a:moveTo>
                  <a:cubicBezTo>
                    <a:pt x="18688" y="0"/>
                    <a:pt x="18680" y="0"/>
                    <a:pt x="18672" y="1"/>
                  </a:cubicBezTo>
                  <a:cubicBezTo>
                    <a:pt x="18253" y="18"/>
                    <a:pt x="16818" y="840"/>
                    <a:pt x="16818" y="840"/>
                  </a:cubicBezTo>
                  <a:lnTo>
                    <a:pt x="15200" y="3625"/>
                  </a:lnTo>
                  <a:cubicBezTo>
                    <a:pt x="12831" y="4967"/>
                    <a:pt x="3802" y="9926"/>
                    <a:pt x="2229" y="12965"/>
                  </a:cubicBezTo>
                  <a:cubicBezTo>
                    <a:pt x="1" y="17267"/>
                    <a:pt x="1867" y="20303"/>
                    <a:pt x="6033" y="20463"/>
                  </a:cubicBezTo>
                  <a:cubicBezTo>
                    <a:pt x="6077" y="20465"/>
                    <a:pt x="6122" y="20466"/>
                    <a:pt x="6166" y="20466"/>
                  </a:cubicBezTo>
                  <a:cubicBezTo>
                    <a:pt x="9606" y="20466"/>
                    <a:pt x="11578" y="15277"/>
                    <a:pt x="12431" y="13270"/>
                  </a:cubicBezTo>
                  <a:cubicBezTo>
                    <a:pt x="13297" y="11238"/>
                    <a:pt x="16662" y="5627"/>
                    <a:pt x="16662" y="5627"/>
                  </a:cubicBezTo>
                  <a:lnTo>
                    <a:pt x="16391" y="4881"/>
                  </a:lnTo>
                  <a:cubicBezTo>
                    <a:pt x="18189" y="4215"/>
                    <a:pt x="18410" y="1706"/>
                    <a:pt x="18410" y="1706"/>
                  </a:cubicBezTo>
                  <a:cubicBezTo>
                    <a:pt x="18410" y="1706"/>
                    <a:pt x="18964" y="2139"/>
                    <a:pt x="19193" y="2139"/>
                  </a:cubicBezTo>
                  <a:cubicBezTo>
                    <a:pt x="19230" y="2139"/>
                    <a:pt x="19258" y="2128"/>
                    <a:pt x="19274" y="2101"/>
                  </a:cubicBezTo>
                  <a:cubicBezTo>
                    <a:pt x="19514" y="1714"/>
                    <a:pt x="18982" y="1285"/>
                    <a:pt x="18982" y="1285"/>
                  </a:cubicBezTo>
                  <a:lnTo>
                    <a:pt x="18982" y="1285"/>
                  </a:lnTo>
                  <a:cubicBezTo>
                    <a:pt x="18982" y="1285"/>
                    <a:pt x="19555" y="1580"/>
                    <a:pt x="19856" y="1580"/>
                  </a:cubicBezTo>
                  <a:cubicBezTo>
                    <a:pt x="19939" y="1580"/>
                    <a:pt x="20002" y="1557"/>
                    <a:pt x="20026" y="1499"/>
                  </a:cubicBezTo>
                  <a:cubicBezTo>
                    <a:pt x="20161" y="1175"/>
                    <a:pt x="19485" y="772"/>
                    <a:pt x="19485" y="772"/>
                  </a:cubicBezTo>
                  <a:lnTo>
                    <a:pt x="19485" y="772"/>
                  </a:lnTo>
                  <a:cubicBezTo>
                    <a:pt x="19485" y="772"/>
                    <a:pt x="19595" y="799"/>
                    <a:pt x="19717" y="799"/>
                  </a:cubicBezTo>
                  <a:cubicBezTo>
                    <a:pt x="19852" y="799"/>
                    <a:pt x="20000" y="765"/>
                    <a:pt x="20026" y="623"/>
                  </a:cubicBezTo>
                  <a:cubicBezTo>
                    <a:pt x="20072" y="358"/>
                    <a:pt x="19085" y="0"/>
                    <a:pt x="18697" y="0"/>
                  </a:cubicBez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1"/>
            <p:cNvSpPr/>
            <p:nvPr/>
          </p:nvSpPr>
          <p:spPr>
            <a:xfrm>
              <a:off x="3815150" y="799925"/>
              <a:ext cx="43875" cy="13225"/>
            </a:xfrm>
            <a:custGeom>
              <a:avLst/>
              <a:gdLst/>
              <a:ahLst/>
              <a:cxnLst/>
              <a:rect l="l" t="t" r="r" b="b"/>
              <a:pathLst>
                <a:path w="1755" h="529" fill="none" extrusionOk="0">
                  <a:moveTo>
                    <a:pt x="1755" y="529"/>
                  </a:moveTo>
                  <a:cubicBezTo>
                    <a:pt x="1755" y="529"/>
                    <a:pt x="812" y="1"/>
                    <a:pt x="1" y="199"/>
                  </a:cubicBezTo>
                </a:path>
              </a:pathLst>
            </a:custGeom>
            <a:noFill/>
            <a:ln w="2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1"/>
            <p:cNvSpPr/>
            <p:nvPr/>
          </p:nvSpPr>
          <p:spPr>
            <a:xfrm>
              <a:off x="3835650" y="790700"/>
              <a:ext cx="35900" cy="9625"/>
            </a:xfrm>
            <a:custGeom>
              <a:avLst/>
              <a:gdLst/>
              <a:ahLst/>
              <a:cxnLst/>
              <a:rect l="l" t="t" r="r" b="b"/>
              <a:pathLst>
                <a:path w="1436" h="385" fill="none" extrusionOk="0">
                  <a:moveTo>
                    <a:pt x="1" y="1"/>
                  </a:moveTo>
                  <a:cubicBezTo>
                    <a:pt x="1" y="1"/>
                    <a:pt x="659" y="1"/>
                    <a:pt x="1436" y="385"/>
                  </a:cubicBezTo>
                </a:path>
              </a:pathLst>
            </a:custGeom>
            <a:noFill/>
            <a:ln w="2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1"/>
            <p:cNvSpPr/>
            <p:nvPr/>
          </p:nvSpPr>
          <p:spPr>
            <a:xfrm>
              <a:off x="3834325" y="822025"/>
              <a:ext cx="10400" cy="1650"/>
            </a:xfrm>
            <a:custGeom>
              <a:avLst/>
              <a:gdLst/>
              <a:ahLst/>
              <a:cxnLst/>
              <a:rect l="l" t="t" r="r" b="b"/>
              <a:pathLst>
                <a:path w="416" h="66" fill="none" extrusionOk="0">
                  <a:moveTo>
                    <a:pt x="415" y="66"/>
                  </a:moveTo>
                  <a:lnTo>
                    <a:pt x="0" y="0"/>
                  </a:lnTo>
                </a:path>
              </a:pathLst>
            </a:custGeom>
            <a:noFill/>
            <a:ln w="2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1"/>
            <p:cNvSpPr/>
            <p:nvPr/>
          </p:nvSpPr>
          <p:spPr>
            <a:xfrm>
              <a:off x="3882250" y="771075"/>
              <a:ext cx="55050" cy="71750"/>
            </a:xfrm>
            <a:custGeom>
              <a:avLst/>
              <a:gdLst/>
              <a:ahLst/>
              <a:cxnLst/>
              <a:rect l="l" t="t" r="r" b="b"/>
              <a:pathLst>
                <a:path w="2202" h="2870" extrusionOk="0">
                  <a:moveTo>
                    <a:pt x="1222" y="0"/>
                  </a:moveTo>
                  <a:cubicBezTo>
                    <a:pt x="720" y="0"/>
                    <a:pt x="244" y="546"/>
                    <a:pt x="126" y="1281"/>
                  </a:cubicBezTo>
                  <a:cubicBezTo>
                    <a:pt x="0" y="2068"/>
                    <a:pt x="335" y="2777"/>
                    <a:pt x="875" y="2861"/>
                  </a:cubicBezTo>
                  <a:cubicBezTo>
                    <a:pt x="911" y="2867"/>
                    <a:pt x="947" y="2870"/>
                    <a:pt x="983" y="2870"/>
                  </a:cubicBezTo>
                  <a:cubicBezTo>
                    <a:pt x="1483" y="2870"/>
                    <a:pt x="1959" y="2325"/>
                    <a:pt x="2077" y="1591"/>
                  </a:cubicBezTo>
                  <a:cubicBezTo>
                    <a:pt x="2202" y="802"/>
                    <a:pt x="1868" y="95"/>
                    <a:pt x="1328" y="9"/>
                  </a:cubicBezTo>
                  <a:cubicBezTo>
                    <a:pt x="1293" y="3"/>
                    <a:pt x="1257" y="0"/>
                    <a:pt x="122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p:cNvSpPr/>
            <p:nvPr/>
          </p:nvSpPr>
          <p:spPr>
            <a:xfrm>
              <a:off x="3881525" y="716025"/>
              <a:ext cx="167000" cy="181075"/>
            </a:xfrm>
            <a:custGeom>
              <a:avLst/>
              <a:gdLst/>
              <a:ahLst/>
              <a:cxnLst/>
              <a:rect l="l" t="t" r="r" b="b"/>
              <a:pathLst>
                <a:path w="6680" h="7243" extrusionOk="0">
                  <a:moveTo>
                    <a:pt x="2140" y="0"/>
                  </a:moveTo>
                  <a:cubicBezTo>
                    <a:pt x="975" y="0"/>
                    <a:pt x="0" y="1010"/>
                    <a:pt x="548" y="2114"/>
                  </a:cubicBezTo>
                  <a:cubicBezTo>
                    <a:pt x="1065" y="3160"/>
                    <a:pt x="3256" y="3241"/>
                    <a:pt x="3925" y="3241"/>
                  </a:cubicBezTo>
                  <a:cubicBezTo>
                    <a:pt x="4049" y="3241"/>
                    <a:pt x="4121" y="3238"/>
                    <a:pt x="4121" y="3238"/>
                  </a:cubicBezTo>
                  <a:lnTo>
                    <a:pt x="4121" y="3238"/>
                  </a:lnTo>
                  <a:cubicBezTo>
                    <a:pt x="3796" y="6027"/>
                    <a:pt x="5204" y="7242"/>
                    <a:pt x="5204" y="7242"/>
                  </a:cubicBezTo>
                  <a:cubicBezTo>
                    <a:pt x="5204" y="7242"/>
                    <a:pt x="6679" y="5580"/>
                    <a:pt x="6546" y="3699"/>
                  </a:cubicBezTo>
                  <a:cubicBezTo>
                    <a:pt x="6446" y="2299"/>
                    <a:pt x="5722" y="2170"/>
                    <a:pt x="5460" y="2170"/>
                  </a:cubicBezTo>
                  <a:cubicBezTo>
                    <a:pt x="5402" y="2170"/>
                    <a:pt x="5366" y="2177"/>
                    <a:pt x="5366" y="2177"/>
                  </a:cubicBezTo>
                  <a:cubicBezTo>
                    <a:pt x="5348" y="1040"/>
                    <a:pt x="3906" y="335"/>
                    <a:pt x="2569" y="46"/>
                  </a:cubicBezTo>
                  <a:cubicBezTo>
                    <a:pt x="2424" y="15"/>
                    <a:pt x="2281" y="0"/>
                    <a:pt x="214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p:cNvSpPr/>
            <p:nvPr/>
          </p:nvSpPr>
          <p:spPr>
            <a:xfrm>
              <a:off x="3886625" y="880725"/>
              <a:ext cx="145600" cy="198200"/>
            </a:xfrm>
            <a:custGeom>
              <a:avLst/>
              <a:gdLst/>
              <a:ahLst/>
              <a:cxnLst/>
              <a:rect l="l" t="t" r="r" b="b"/>
              <a:pathLst>
                <a:path w="5824" h="7928" extrusionOk="0">
                  <a:moveTo>
                    <a:pt x="4914" y="1"/>
                  </a:moveTo>
                  <a:lnTo>
                    <a:pt x="1137" y="1074"/>
                  </a:lnTo>
                  <a:lnTo>
                    <a:pt x="212" y="5122"/>
                  </a:lnTo>
                  <a:cubicBezTo>
                    <a:pt x="0" y="6052"/>
                    <a:pt x="363" y="7041"/>
                    <a:pt x="1161" y="7557"/>
                  </a:cubicBezTo>
                  <a:cubicBezTo>
                    <a:pt x="1429" y="7729"/>
                    <a:pt x="1743" y="7859"/>
                    <a:pt x="2107" y="7895"/>
                  </a:cubicBezTo>
                  <a:cubicBezTo>
                    <a:pt x="2332" y="7917"/>
                    <a:pt x="2544" y="7927"/>
                    <a:pt x="2742" y="7927"/>
                  </a:cubicBezTo>
                  <a:cubicBezTo>
                    <a:pt x="3418" y="7927"/>
                    <a:pt x="3944" y="7807"/>
                    <a:pt x="4353" y="7626"/>
                  </a:cubicBezTo>
                  <a:cubicBezTo>
                    <a:pt x="5300" y="7205"/>
                    <a:pt x="5823" y="6181"/>
                    <a:pt x="5662" y="5160"/>
                  </a:cubicBezTo>
                  <a:lnTo>
                    <a:pt x="4914" y="1"/>
                  </a:ln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1"/>
            <p:cNvSpPr/>
            <p:nvPr/>
          </p:nvSpPr>
          <p:spPr>
            <a:xfrm>
              <a:off x="3895500" y="884650"/>
              <a:ext cx="107950" cy="108425"/>
            </a:xfrm>
            <a:custGeom>
              <a:avLst/>
              <a:gdLst/>
              <a:ahLst/>
              <a:cxnLst/>
              <a:rect l="l" t="t" r="r" b="b"/>
              <a:pathLst>
                <a:path w="4318" h="4337" extrusionOk="0">
                  <a:moveTo>
                    <a:pt x="4318" y="1"/>
                  </a:moveTo>
                  <a:lnTo>
                    <a:pt x="784" y="914"/>
                  </a:lnTo>
                  <a:lnTo>
                    <a:pt x="1" y="4337"/>
                  </a:lnTo>
                  <a:cubicBezTo>
                    <a:pt x="3453" y="4163"/>
                    <a:pt x="4318" y="1"/>
                    <a:pt x="43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1"/>
            <p:cNvSpPr/>
            <p:nvPr/>
          </p:nvSpPr>
          <p:spPr>
            <a:xfrm>
              <a:off x="3863600" y="781950"/>
              <a:ext cx="154375" cy="178425"/>
            </a:xfrm>
            <a:custGeom>
              <a:avLst/>
              <a:gdLst/>
              <a:ahLst/>
              <a:cxnLst/>
              <a:rect l="l" t="t" r="r" b="b"/>
              <a:pathLst>
                <a:path w="6175" h="7137" extrusionOk="0">
                  <a:moveTo>
                    <a:pt x="1759" y="1"/>
                  </a:moveTo>
                  <a:cubicBezTo>
                    <a:pt x="1561" y="300"/>
                    <a:pt x="1391" y="680"/>
                    <a:pt x="1265" y="1162"/>
                  </a:cubicBezTo>
                  <a:cubicBezTo>
                    <a:pt x="472" y="4193"/>
                    <a:pt x="0" y="6389"/>
                    <a:pt x="2058" y="7038"/>
                  </a:cubicBezTo>
                  <a:cubicBezTo>
                    <a:pt x="2270" y="7105"/>
                    <a:pt x="2480" y="7136"/>
                    <a:pt x="2685" y="7136"/>
                  </a:cubicBezTo>
                  <a:cubicBezTo>
                    <a:pt x="4408" y="7136"/>
                    <a:pt x="5864" y="4937"/>
                    <a:pt x="6175" y="2983"/>
                  </a:cubicBezTo>
                  <a:lnTo>
                    <a:pt x="6175" y="2983"/>
                  </a:lnTo>
                  <a:cubicBezTo>
                    <a:pt x="6173" y="2984"/>
                    <a:pt x="6089" y="3004"/>
                    <a:pt x="5963" y="3004"/>
                  </a:cubicBezTo>
                  <a:cubicBezTo>
                    <a:pt x="5527" y="3004"/>
                    <a:pt x="4587" y="2760"/>
                    <a:pt x="4838" y="601"/>
                  </a:cubicBezTo>
                  <a:lnTo>
                    <a:pt x="4838" y="601"/>
                  </a:lnTo>
                  <a:cubicBezTo>
                    <a:pt x="4838" y="601"/>
                    <a:pt x="4768" y="604"/>
                    <a:pt x="4647" y="604"/>
                  </a:cubicBezTo>
                  <a:cubicBezTo>
                    <a:pt x="4118" y="604"/>
                    <a:pt x="2610" y="553"/>
                    <a:pt x="1759" y="1"/>
                  </a:cubicBez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1"/>
            <p:cNvSpPr/>
            <p:nvPr/>
          </p:nvSpPr>
          <p:spPr>
            <a:xfrm>
              <a:off x="3998025" y="831025"/>
              <a:ext cx="49575" cy="54300"/>
            </a:xfrm>
            <a:custGeom>
              <a:avLst/>
              <a:gdLst/>
              <a:ahLst/>
              <a:cxnLst/>
              <a:rect l="l" t="t" r="r" b="b"/>
              <a:pathLst>
                <a:path w="1983" h="2172" extrusionOk="0">
                  <a:moveTo>
                    <a:pt x="1301" y="0"/>
                  </a:moveTo>
                  <a:cubicBezTo>
                    <a:pt x="966" y="0"/>
                    <a:pt x="573" y="267"/>
                    <a:pt x="323" y="700"/>
                  </a:cubicBezTo>
                  <a:cubicBezTo>
                    <a:pt x="0" y="1261"/>
                    <a:pt x="37" y="1888"/>
                    <a:pt x="405" y="2100"/>
                  </a:cubicBezTo>
                  <a:cubicBezTo>
                    <a:pt x="489" y="2148"/>
                    <a:pt x="582" y="2171"/>
                    <a:pt x="681" y="2171"/>
                  </a:cubicBezTo>
                  <a:cubicBezTo>
                    <a:pt x="1016" y="2171"/>
                    <a:pt x="1408" y="1904"/>
                    <a:pt x="1659" y="1471"/>
                  </a:cubicBezTo>
                  <a:cubicBezTo>
                    <a:pt x="1982" y="911"/>
                    <a:pt x="1945" y="284"/>
                    <a:pt x="1576" y="72"/>
                  </a:cubicBezTo>
                  <a:cubicBezTo>
                    <a:pt x="1493" y="23"/>
                    <a:pt x="1399" y="0"/>
                    <a:pt x="1301" y="0"/>
                  </a:cubicBez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1"/>
            <p:cNvSpPr/>
            <p:nvPr/>
          </p:nvSpPr>
          <p:spPr>
            <a:xfrm>
              <a:off x="4012925" y="846475"/>
              <a:ext cx="23875" cy="20575"/>
            </a:xfrm>
            <a:custGeom>
              <a:avLst/>
              <a:gdLst/>
              <a:ahLst/>
              <a:cxnLst/>
              <a:rect l="l" t="t" r="r" b="b"/>
              <a:pathLst>
                <a:path w="955" h="823" fill="none" extrusionOk="0">
                  <a:moveTo>
                    <a:pt x="955" y="1"/>
                  </a:moveTo>
                  <a:cubicBezTo>
                    <a:pt x="706" y="16"/>
                    <a:pt x="208" y="136"/>
                    <a:pt x="0" y="822"/>
                  </a:cubicBezTo>
                </a:path>
              </a:pathLst>
            </a:custGeom>
            <a:noFill/>
            <a:ln w="2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1"/>
            <p:cNvSpPr/>
            <p:nvPr/>
          </p:nvSpPr>
          <p:spPr>
            <a:xfrm>
              <a:off x="3832575" y="845100"/>
              <a:ext cx="172950" cy="126975"/>
            </a:xfrm>
            <a:custGeom>
              <a:avLst/>
              <a:gdLst/>
              <a:ahLst/>
              <a:cxnLst/>
              <a:rect l="l" t="t" r="r" b="b"/>
              <a:pathLst>
                <a:path w="6918" h="5079" extrusionOk="0">
                  <a:moveTo>
                    <a:pt x="6325" y="1"/>
                  </a:moveTo>
                  <a:cubicBezTo>
                    <a:pt x="6325" y="1"/>
                    <a:pt x="5836" y="2210"/>
                    <a:pt x="5005" y="2281"/>
                  </a:cubicBezTo>
                  <a:cubicBezTo>
                    <a:pt x="4968" y="2284"/>
                    <a:pt x="4931" y="2286"/>
                    <a:pt x="4895" y="2286"/>
                  </a:cubicBezTo>
                  <a:cubicBezTo>
                    <a:pt x="4771" y="2286"/>
                    <a:pt x="4658" y="2267"/>
                    <a:pt x="4549" y="2233"/>
                  </a:cubicBezTo>
                  <a:cubicBezTo>
                    <a:pt x="4673" y="2110"/>
                    <a:pt x="4676" y="1974"/>
                    <a:pt x="4676" y="1974"/>
                  </a:cubicBezTo>
                  <a:lnTo>
                    <a:pt x="4676" y="1974"/>
                  </a:lnTo>
                  <a:cubicBezTo>
                    <a:pt x="4624" y="1995"/>
                    <a:pt x="4570" y="2005"/>
                    <a:pt x="4516" y="2005"/>
                  </a:cubicBezTo>
                  <a:cubicBezTo>
                    <a:pt x="4272" y="2005"/>
                    <a:pt x="4012" y="1811"/>
                    <a:pt x="3716" y="1642"/>
                  </a:cubicBezTo>
                  <a:cubicBezTo>
                    <a:pt x="3462" y="1498"/>
                    <a:pt x="3019" y="1463"/>
                    <a:pt x="2780" y="1454"/>
                  </a:cubicBezTo>
                  <a:cubicBezTo>
                    <a:pt x="2774" y="1454"/>
                    <a:pt x="2768" y="1451"/>
                    <a:pt x="2762" y="1451"/>
                  </a:cubicBezTo>
                  <a:cubicBezTo>
                    <a:pt x="2762" y="1451"/>
                    <a:pt x="2687" y="1440"/>
                    <a:pt x="2582" y="1406"/>
                  </a:cubicBezTo>
                  <a:cubicBezTo>
                    <a:pt x="2402" y="1162"/>
                    <a:pt x="2161" y="1024"/>
                    <a:pt x="1968" y="951"/>
                  </a:cubicBezTo>
                  <a:cubicBezTo>
                    <a:pt x="1857" y="908"/>
                    <a:pt x="1760" y="886"/>
                    <a:pt x="1702" y="877"/>
                  </a:cubicBezTo>
                  <a:cubicBezTo>
                    <a:pt x="1539" y="853"/>
                    <a:pt x="1504" y="730"/>
                    <a:pt x="1504" y="730"/>
                  </a:cubicBezTo>
                  <a:cubicBezTo>
                    <a:pt x="1413" y="902"/>
                    <a:pt x="1433" y="1131"/>
                    <a:pt x="1433" y="1131"/>
                  </a:cubicBezTo>
                  <a:cubicBezTo>
                    <a:pt x="1436" y="1225"/>
                    <a:pt x="1455" y="1311"/>
                    <a:pt x="1485" y="1394"/>
                  </a:cubicBezTo>
                  <a:cubicBezTo>
                    <a:pt x="854" y="2063"/>
                    <a:pt x="1" y="3385"/>
                    <a:pt x="1532" y="4610"/>
                  </a:cubicBezTo>
                  <a:cubicBezTo>
                    <a:pt x="1941" y="4937"/>
                    <a:pt x="2452" y="5078"/>
                    <a:pt x="2987" y="5078"/>
                  </a:cubicBezTo>
                  <a:cubicBezTo>
                    <a:pt x="4280" y="5078"/>
                    <a:pt x="5717" y="4256"/>
                    <a:pt x="6215" y="3250"/>
                  </a:cubicBezTo>
                  <a:cubicBezTo>
                    <a:pt x="6918" y="1829"/>
                    <a:pt x="6835" y="225"/>
                    <a:pt x="6835" y="225"/>
                  </a:cubicBezTo>
                  <a:lnTo>
                    <a:pt x="63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1"/>
            <p:cNvSpPr/>
            <p:nvPr/>
          </p:nvSpPr>
          <p:spPr>
            <a:xfrm>
              <a:off x="3886400" y="837175"/>
              <a:ext cx="28700" cy="43575"/>
            </a:xfrm>
            <a:custGeom>
              <a:avLst/>
              <a:gdLst/>
              <a:ahLst/>
              <a:cxnLst/>
              <a:rect l="l" t="t" r="r" b="b"/>
              <a:pathLst>
                <a:path w="1148" h="1743" fill="none" extrusionOk="0">
                  <a:moveTo>
                    <a:pt x="1148" y="1"/>
                  </a:moveTo>
                  <a:cubicBezTo>
                    <a:pt x="1148" y="1"/>
                    <a:pt x="217" y="840"/>
                    <a:pt x="108" y="1194"/>
                  </a:cubicBezTo>
                  <a:cubicBezTo>
                    <a:pt x="0" y="1548"/>
                    <a:pt x="489" y="1743"/>
                    <a:pt x="489" y="1743"/>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1"/>
            <p:cNvSpPr/>
            <p:nvPr/>
          </p:nvSpPr>
          <p:spPr>
            <a:xfrm>
              <a:off x="3891175" y="897025"/>
              <a:ext cx="21475" cy="10600"/>
            </a:xfrm>
            <a:custGeom>
              <a:avLst/>
              <a:gdLst/>
              <a:ahLst/>
              <a:cxnLst/>
              <a:rect l="l" t="t" r="r" b="b"/>
              <a:pathLst>
                <a:path w="859" h="424" fill="none" extrusionOk="0">
                  <a:moveTo>
                    <a:pt x="0" y="1"/>
                  </a:moveTo>
                  <a:cubicBezTo>
                    <a:pt x="0" y="1"/>
                    <a:pt x="350" y="423"/>
                    <a:pt x="859" y="216"/>
                  </a:cubicBez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1"/>
            <p:cNvSpPr/>
            <p:nvPr/>
          </p:nvSpPr>
          <p:spPr>
            <a:xfrm>
              <a:off x="3935650" y="836650"/>
              <a:ext cx="8425" cy="8450"/>
            </a:xfrm>
            <a:custGeom>
              <a:avLst/>
              <a:gdLst/>
              <a:ahLst/>
              <a:cxnLst/>
              <a:rect l="l" t="t" r="r" b="b"/>
              <a:pathLst>
                <a:path w="337" h="338" extrusionOk="0">
                  <a:moveTo>
                    <a:pt x="169" y="1"/>
                  </a:moveTo>
                  <a:cubicBezTo>
                    <a:pt x="76" y="1"/>
                    <a:pt x="0" y="76"/>
                    <a:pt x="0" y="170"/>
                  </a:cubicBezTo>
                  <a:cubicBezTo>
                    <a:pt x="0" y="263"/>
                    <a:pt x="76" y="337"/>
                    <a:pt x="169" y="337"/>
                  </a:cubicBezTo>
                  <a:cubicBezTo>
                    <a:pt x="261" y="337"/>
                    <a:pt x="337" y="263"/>
                    <a:pt x="337" y="170"/>
                  </a:cubicBezTo>
                  <a:cubicBezTo>
                    <a:pt x="337" y="76"/>
                    <a:pt x="261" y="1"/>
                    <a:pt x="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1"/>
            <p:cNvSpPr/>
            <p:nvPr/>
          </p:nvSpPr>
          <p:spPr>
            <a:xfrm>
              <a:off x="3895500" y="826650"/>
              <a:ext cx="8475" cy="8475"/>
            </a:xfrm>
            <a:custGeom>
              <a:avLst/>
              <a:gdLst/>
              <a:ahLst/>
              <a:cxnLst/>
              <a:rect l="l" t="t" r="r" b="b"/>
              <a:pathLst>
                <a:path w="339" h="339" extrusionOk="0">
                  <a:moveTo>
                    <a:pt x="170" y="1"/>
                  </a:moveTo>
                  <a:cubicBezTo>
                    <a:pt x="76" y="1"/>
                    <a:pt x="1" y="76"/>
                    <a:pt x="1" y="170"/>
                  </a:cubicBezTo>
                  <a:cubicBezTo>
                    <a:pt x="1" y="263"/>
                    <a:pt x="76" y="339"/>
                    <a:pt x="170" y="339"/>
                  </a:cubicBezTo>
                  <a:cubicBezTo>
                    <a:pt x="263" y="339"/>
                    <a:pt x="339" y="263"/>
                    <a:pt x="339" y="170"/>
                  </a:cubicBezTo>
                  <a:cubicBezTo>
                    <a:pt x="339" y="76"/>
                    <a:pt x="263" y="1"/>
                    <a:pt x="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1"/>
            <p:cNvSpPr/>
            <p:nvPr/>
          </p:nvSpPr>
          <p:spPr>
            <a:xfrm>
              <a:off x="3898350" y="809825"/>
              <a:ext cx="16725" cy="7525"/>
            </a:xfrm>
            <a:custGeom>
              <a:avLst/>
              <a:gdLst/>
              <a:ahLst/>
              <a:cxnLst/>
              <a:rect l="l" t="t" r="r" b="b"/>
              <a:pathLst>
                <a:path w="669" h="301" fill="none" extrusionOk="0">
                  <a:moveTo>
                    <a:pt x="1" y="133"/>
                  </a:moveTo>
                  <a:cubicBezTo>
                    <a:pt x="1" y="133"/>
                    <a:pt x="343" y="1"/>
                    <a:pt x="668" y="30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1"/>
            <p:cNvSpPr/>
            <p:nvPr/>
          </p:nvSpPr>
          <p:spPr>
            <a:xfrm>
              <a:off x="3932875" y="824050"/>
              <a:ext cx="20300" cy="10000"/>
            </a:xfrm>
            <a:custGeom>
              <a:avLst/>
              <a:gdLst/>
              <a:ahLst/>
              <a:cxnLst/>
              <a:rect l="l" t="t" r="r" b="b"/>
              <a:pathLst>
                <a:path w="812" h="400" fill="none" extrusionOk="0">
                  <a:moveTo>
                    <a:pt x="0" y="105"/>
                  </a:moveTo>
                  <a:cubicBezTo>
                    <a:pt x="0" y="105"/>
                    <a:pt x="506" y="1"/>
                    <a:pt x="811" y="40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1"/>
            <p:cNvSpPr/>
            <p:nvPr/>
          </p:nvSpPr>
          <p:spPr>
            <a:xfrm>
              <a:off x="3716050" y="680175"/>
              <a:ext cx="109625" cy="110275"/>
            </a:xfrm>
            <a:custGeom>
              <a:avLst/>
              <a:gdLst/>
              <a:ahLst/>
              <a:cxnLst/>
              <a:rect l="l" t="t" r="r" b="b"/>
              <a:pathLst>
                <a:path w="4385" h="4411" extrusionOk="0">
                  <a:moveTo>
                    <a:pt x="2232" y="1"/>
                  </a:moveTo>
                  <a:cubicBezTo>
                    <a:pt x="1995" y="1"/>
                    <a:pt x="1754" y="44"/>
                    <a:pt x="1520" y="134"/>
                  </a:cubicBezTo>
                  <a:cubicBezTo>
                    <a:pt x="505" y="527"/>
                    <a:pt x="1" y="1669"/>
                    <a:pt x="394" y="2684"/>
                  </a:cubicBezTo>
                  <a:cubicBezTo>
                    <a:pt x="696" y="3466"/>
                    <a:pt x="1441" y="3943"/>
                    <a:pt x="2232" y="3943"/>
                  </a:cubicBezTo>
                  <a:cubicBezTo>
                    <a:pt x="2395" y="3943"/>
                    <a:pt x="2559" y="3923"/>
                    <a:pt x="2723" y="3881"/>
                  </a:cubicBezTo>
                  <a:lnTo>
                    <a:pt x="3161" y="4355"/>
                  </a:lnTo>
                  <a:cubicBezTo>
                    <a:pt x="3197" y="4393"/>
                    <a:pt x="3242" y="4410"/>
                    <a:pt x="3286" y="4410"/>
                  </a:cubicBezTo>
                  <a:cubicBezTo>
                    <a:pt x="3373" y="4410"/>
                    <a:pt x="3456" y="4345"/>
                    <a:pt x="3459" y="4244"/>
                  </a:cubicBezTo>
                  <a:lnTo>
                    <a:pt x="3482" y="3498"/>
                  </a:lnTo>
                  <a:cubicBezTo>
                    <a:pt x="4122" y="2970"/>
                    <a:pt x="4384" y="2073"/>
                    <a:pt x="4070" y="1261"/>
                  </a:cubicBezTo>
                  <a:cubicBezTo>
                    <a:pt x="3768" y="479"/>
                    <a:pt x="3022" y="1"/>
                    <a:pt x="22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1"/>
            <p:cNvSpPr/>
            <p:nvPr/>
          </p:nvSpPr>
          <p:spPr>
            <a:xfrm>
              <a:off x="3744025" y="702225"/>
              <a:ext cx="55675" cy="55025"/>
            </a:xfrm>
            <a:custGeom>
              <a:avLst/>
              <a:gdLst/>
              <a:ahLst/>
              <a:cxnLst/>
              <a:rect l="l" t="t" r="r" b="b"/>
              <a:pathLst>
                <a:path w="2227" h="2201" extrusionOk="0">
                  <a:moveTo>
                    <a:pt x="523" y="1"/>
                  </a:moveTo>
                  <a:cubicBezTo>
                    <a:pt x="481" y="1"/>
                    <a:pt x="439" y="16"/>
                    <a:pt x="407" y="47"/>
                  </a:cubicBezTo>
                  <a:lnTo>
                    <a:pt x="69" y="372"/>
                  </a:lnTo>
                  <a:cubicBezTo>
                    <a:pt x="53" y="388"/>
                    <a:pt x="40" y="406"/>
                    <a:pt x="31" y="428"/>
                  </a:cubicBezTo>
                  <a:cubicBezTo>
                    <a:pt x="31" y="428"/>
                    <a:pt x="26" y="435"/>
                    <a:pt x="23" y="453"/>
                  </a:cubicBezTo>
                  <a:cubicBezTo>
                    <a:pt x="22" y="456"/>
                    <a:pt x="22" y="461"/>
                    <a:pt x="22" y="465"/>
                  </a:cubicBezTo>
                  <a:cubicBezTo>
                    <a:pt x="1" y="572"/>
                    <a:pt x="2" y="917"/>
                    <a:pt x="595" y="1558"/>
                  </a:cubicBezTo>
                  <a:cubicBezTo>
                    <a:pt x="1119" y="2122"/>
                    <a:pt x="1500" y="2201"/>
                    <a:pt x="1671" y="2201"/>
                  </a:cubicBezTo>
                  <a:cubicBezTo>
                    <a:pt x="1738" y="2201"/>
                    <a:pt x="1773" y="2189"/>
                    <a:pt x="1773" y="2189"/>
                  </a:cubicBezTo>
                  <a:lnTo>
                    <a:pt x="1820" y="2145"/>
                  </a:lnTo>
                  <a:lnTo>
                    <a:pt x="1936" y="2035"/>
                  </a:lnTo>
                  <a:lnTo>
                    <a:pt x="2158" y="1821"/>
                  </a:lnTo>
                  <a:cubicBezTo>
                    <a:pt x="2225" y="1756"/>
                    <a:pt x="2226" y="1649"/>
                    <a:pt x="2164" y="1583"/>
                  </a:cubicBezTo>
                  <a:lnTo>
                    <a:pt x="1801" y="1205"/>
                  </a:lnTo>
                  <a:cubicBezTo>
                    <a:pt x="1766" y="1168"/>
                    <a:pt x="1720" y="1150"/>
                    <a:pt x="1675" y="1150"/>
                  </a:cubicBezTo>
                  <a:cubicBezTo>
                    <a:pt x="1633" y="1150"/>
                    <a:pt x="1592" y="1165"/>
                    <a:pt x="1559" y="1196"/>
                  </a:cubicBezTo>
                  <a:lnTo>
                    <a:pt x="1337" y="1409"/>
                  </a:lnTo>
                  <a:cubicBezTo>
                    <a:pt x="1107" y="1285"/>
                    <a:pt x="922" y="1089"/>
                    <a:pt x="807" y="856"/>
                  </a:cubicBezTo>
                  <a:lnTo>
                    <a:pt x="1003" y="670"/>
                  </a:lnTo>
                  <a:cubicBezTo>
                    <a:pt x="1070" y="604"/>
                    <a:pt x="1071" y="498"/>
                    <a:pt x="1009" y="431"/>
                  </a:cubicBezTo>
                  <a:lnTo>
                    <a:pt x="646" y="53"/>
                  </a:lnTo>
                  <a:cubicBezTo>
                    <a:pt x="612" y="18"/>
                    <a:pt x="567" y="1"/>
                    <a:pt x="5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 name="Google Shape;412;p31"/>
          <p:cNvGrpSpPr/>
          <p:nvPr/>
        </p:nvGrpSpPr>
        <p:grpSpPr>
          <a:xfrm>
            <a:off x="5714264" y="337528"/>
            <a:ext cx="485454" cy="442220"/>
            <a:chOff x="1453550" y="959950"/>
            <a:chExt cx="167925" cy="152975"/>
          </a:xfrm>
        </p:grpSpPr>
        <p:sp>
          <p:nvSpPr>
            <p:cNvPr id="413" name="Google Shape;413;p31"/>
            <p:cNvSpPr/>
            <p:nvPr/>
          </p:nvSpPr>
          <p:spPr>
            <a:xfrm>
              <a:off x="1453550" y="959950"/>
              <a:ext cx="167925" cy="152975"/>
            </a:xfrm>
            <a:custGeom>
              <a:avLst/>
              <a:gdLst/>
              <a:ahLst/>
              <a:cxnLst/>
              <a:rect l="l" t="t" r="r" b="b"/>
              <a:pathLst>
                <a:path w="6717" h="6119" extrusionOk="0">
                  <a:moveTo>
                    <a:pt x="3359" y="0"/>
                  </a:moveTo>
                  <a:cubicBezTo>
                    <a:pt x="2576" y="0"/>
                    <a:pt x="1793" y="299"/>
                    <a:pt x="1195" y="896"/>
                  </a:cubicBezTo>
                  <a:cubicBezTo>
                    <a:pt x="1" y="2091"/>
                    <a:pt x="1" y="4027"/>
                    <a:pt x="1195" y="5222"/>
                  </a:cubicBezTo>
                  <a:cubicBezTo>
                    <a:pt x="1793" y="5820"/>
                    <a:pt x="2576" y="6118"/>
                    <a:pt x="3359" y="6118"/>
                  </a:cubicBezTo>
                  <a:cubicBezTo>
                    <a:pt x="4142" y="6118"/>
                    <a:pt x="4925" y="5820"/>
                    <a:pt x="5523" y="5222"/>
                  </a:cubicBezTo>
                  <a:cubicBezTo>
                    <a:pt x="6716" y="4027"/>
                    <a:pt x="6716" y="2091"/>
                    <a:pt x="5523" y="896"/>
                  </a:cubicBezTo>
                  <a:cubicBezTo>
                    <a:pt x="4925" y="299"/>
                    <a:pt x="4142" y="0"/>
                    <a:pt x="3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1"/>
            <p:cNvSpPr/>
            <p:nvPr/>
          </p:nvSpPr>
          <p:spPr>
            <a:xfrm>
              <a:off x="1495475" y="998925"/>
              <a:ext cx="84150" cy="80175"/>
            </a:xfrm>
            <a:custGeom>
              <a:avLst/>
              <a:gdLst/>
              <a:ahLst/>
              <a:cxnLst/>
              <a:rect l="l" t="t" r="r" b="b"/>
              <a:pathLst>
                <a:path w="3366" h="3207" extrusionOk="0">
                  <a:moveTo>
                    <a:pt x="909" y="0"/>
                  </a:moveTo>
                  <a:cubicBezTo>
                    <a:pt x="863" y="0"/>
                    <a:pt x="811" y="2"/>
                    <a:pt x="758" y="8"/>
                  </a:cubicBezTo>
                  <a:cubicBezTo>
                    <a:pt x="427" y="40"/>
                    <a:pt x="46" y="343"/>
                    <a:pt x="0" y="921"/>
                  </a:cubicBezTo>
                  <a:lnTo>
                    <a:pt x="0" y="1113"/>
                  </a:lnTo>
                  <a:cubicBezTo>
                    <a:pt x="42" y="1668"/>
                    <a:pt x="461" y="2351"/>
                    <a:pt x="1683" y="3207"/>
                  </a:cubicBezTo>
                  <a:cubicBezTo>
                    <a:pt x="2903" y="2350"/>
                    <a:pt x="3322" y="1668"/>
                    <a:pt x="3365" y="1113"/>
                  </a:cubicBezTo>
                  <a:lnTo>
                    <a:pt x="3365" y="921"/>
                  </a:lnTo>
                  <a:cubicBezTo>
                    <a:pt x="3318" y="341"/>
                    <a:pt x="2937" y="39"/>
                    <a:pt x="2606" y="8"/>
                  </a:cubicBezTo>
                  <a:cubicBezTo>
                    <a:pt x="2553" y="2"/>
                    <a:pt x="2503" y="0"/>
                    <a:pt x="2455" y="0"/>
                  </a:cubicBezTo>
                  <a:cubicBezTo>
                    <a:pt x="2076" y="0"/>
                    <a:pt x="1892" y="165"/>
                    <a:pt x="1683" y="412"/>
                  </a:cubicBezTo>
                  <a:cubicBezTo>
                    <a:pt x="1472" y="165"/>
                    <a:pt x="1291" y="0"/>
                    <a:pt x="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5" name="Google Shape;415;p31"/>
          <p:cNvSpPr/>
          <p:nvPr/>
        </p:nvSpPr>
        <p:spPr>
          <a:xfrm rot="-1149681">
            <a:off x="2406642" y="718673"/>
            <a:ext cx="398745" cy="347169"/>
          </a:xfrm>
          <a:custGeom>
            <a:avLst/>
            <a:gdLst/>
            <a:ahLst/>
            <a:cxnLst/>
            <a:rect l="l" t="t" r="r" b="b"/>
            <a:pathLst>
              <a:path w="6958" h="6058" extrusionOk="0">
                <a:moveTo>
                  <a:pt x="3903" y="1"/>
                </a:moveTo>
                <a:cubicBezTo>
                  <a:pt x="3640" y="1"/>
                  <a:pt x="3429" y="195"/>
                  <a:pt x="3429" y="435"/>
                </a:cubicBezTo>
                <a:lnTo>
                  <a:pt x="3429" y="898"/>
                </a:lnTo>
                <a:cubicBezTo>
                  <a:pt x="3304" y="2429"/>
                  <a:pt x="2141" y="2828"/>
                  <a:pt x="2141" y="2828"/>
                </a:cubicBezTo>
                <a:lnTo>
                  <a:pt x="2141" y="2396"/>
                </a:lnTo>
                <a:lnTo>
                  <a:pt x="0" y="2396"/>
                </a:lnTo>
                <a:lnTo>
                  <a:pt x="0" y="6058"/>
                </a:lnTo>
                <a:lnTo>
                  <a:pt x="2141" y="6058"/>
                </a:lnTo>
                <a:lnTo>
                  <a:pt x="2141" y="5594"/>
                </a:lnTo>
                <a:cubicBezTo>
                  <a:pt x="2141" y="5594"/>
                  <a:pt x="2633" y="5935"/>
                  <a:pt x="4016" y="5954"/>
                </a:cubicBezTo>
                <a:cubicBezTo>
                  <a:pt x="4083" y="5985"/>
                  <a:pt x="4155" y="6006"/>
                  <a:pt x="4233" y="6006"/>
                </a:cubicBezTo>
                <a:lnTo>
                  <a:pt x="5862" y="6006"/>
                </a:lnTo>
                <a:cubicBezTo>
                  <a:pt x="6136" y="6006"/>
                  <a:pt x="6358" y="5782"/>
                  <a:pt x="6358" y="5508"/>
                </a:cubicBezTo>
                <a:cubicBezTo>
                  <a:pt x="6358" y="5335"/>
                  <a:pt x="6269" y="5183"/>
                  <a:pt x="6136" y="5094"/>
                </a:cubicBezTo>
                <a:cubicBezTo>
                  <a:pt x="6375" y="5057"/>
                  <a:pt x="6558" y="4853"/>
                  <a:pt x="6558" y="4605"/>
                </a:cubicBezTo>
                <a:cubicBezTo>
                  <a:pt x="6558" y="4433"/>
                  <a:pt x="6470" y="4281"/>
                  <a:pt x="6336" y="4192"/>
                </a:cubicBezTo>
                <a:cubicBezTo>
                  <a:pt x="6575" y="4154"/>
                  <a:pt x="6759" y="3951"/>
                  <a:pt x="6759" y="3702"/>
                </a:cubicBezTo>
                <a:cubicBezTo>
                  <a:pt x="6759" y="3530"/>
                  <a:pt x="6670" y="3378"/>
                  <a:pt x="6536" y="3287"/>
                </a:cubicBezTo>
                <a:cubicBezTo>
                  <a:pt x="6772" y="3252"/>
                  <a:pt x="6957" y="3049"/>
                  <a:pt x="6957" y="2800"/>
                </a:cubicBezTo>
                <a:cubicBezTo>
                  <a:pt x="6957" y="2525"/>
                  <a:pt x="6735" y="2301"/>
                  <a:pt x="6461" y="2301"/>
                </a:cubicBezTo>
                <a:lnTo>
                  <a:pt x="4831" y="2301"/>
                </a:lnTo>
                <a:cubicBezTo>
                  <a:pt x="4756" y="2301"/>
                  <a:pt x="4683" y="2321"/>
                  <a:pt x="4618" y="2352"/>
                </a:cubicBezTo>
                <a:lnTo>
                  <a:pt x="4284" y="2352"/>
                </a:lnTo>
                <a:cubicBezTo>
                  <a:pt x="4514" y="1683"/>
                  <a:pt x="4379" y="435"/>
                  <a:pt x="4379" y="435"/>
                </a:cubicBezTo>
                <a:cubicBezTo>
                  <a:pt x="4379" y="195"/>
                  <a:pt x="4166" y="1"/>
                  <a:pt x="39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6" name="Google Shape;416;p31"/>
          <p:cNvGrpSpPr/>
          <p:nvPr/>
        </p:nvGrpSpPr>
        <p:grpSpPr>
          <a:xfrm>
            <a:off x="2077373" y="3746973"/>
            <a:ext cx="869324" cy="909386"/>
            <a:chOff x="2077373" y="3746973"/>
            <a:chExt cx="869324" cy="909386"/>
          </a:xfrm>
        </p:grpSpPr>
        <p:sp>
          <p:nvSpPr>
            <p:cNvPr id="417" name="Google Shape;417;p31"/>
            <p:cNvSpPr/>
            <p:nvPr/>
          </p:nvSpPr>
          <p:spPr>
            <a:xfrm>
              <a:off x="2077373" y="3746973"/>
              <a:ext cx="144969" cy="144901"/>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8" name="Google Shape;418;p31"/>
            <p:cNvGrpSpPr/>
            <p:nvPr/>
          </p:nvGrpSpPr>
          <p:grpSpPr>
            <a:xfrm>
              <a:off x="2387553" y="4097261"/>
              <a:ext cx="559144" cy="559098"/>
              <a:chOff x="1252775" y="959150"/>
              <a:chExt cx="154575" cy="154575"/>
            </a:xfrm>
          </p:grpSpPr>
          <p:sp>
            <p:nvSpPr>
              <p:cNvPr id="419" name="Google Shape;419;p31"/>
              <p:cNvSpPr/>
              <p:nvPr/>
            </p:nvSpPr>
            <p:spPr>
              <a:xfrm>
                <a:off x="1252775" y="959150"/>
                <a:ext cx="154575" cy="154575"/>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1"/>
              <p:cNvSpPr/>
              <p:nvPr/>
            </p:nvSpPr>
            <p:spPr>
              <a:xfrm>
                <a:off x="1281950" y="1000925"/>
                <a:ext cx="30900" cy="29375"/>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1"/>
              <p:cNvSpPr/>
              <p:nvPr/>
            </p:nvSpPr>
            <p:spPr>
              <a:xfrm>
                <a:off x="1347325" y="1000925"/>
                <a:ext cx="30875" cy="29375"/>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1"/>
              <p:cNvSpPr/>
              <p:nvPr/>
            </p:nvSpPr>
            <p:spPr>
              <a:xfrm>
                <a:off x="1280725" y="1044625"/>
                <a:ext cx="98625" cy="49300"/>
              </a:xfrm>
              <a:custGeom>
                <a:avLst/>
                <a:gdLst/>
                <a:ahLst/>
                <a:cxnLst/>
                <a:rect l="l" t="t" r="r" b="b"/>
                <a:pathLst>
                  <a:path w="3945" h="1972" extrusionOk="0">
                    <a:moveTo>
                      <a:pt x="1" y="0"/>
                    </a:moveTo>
                    <a:cubicBezTo>
                      <a:pt x="1" y="1090"/>
                      <a:pt x="883" y="1972"/>
                      <a:pt x="1972" y="1972"/>
                    </a:cubicBezTo>
                    <a:cubicBezTo>
                      <a:pt x="3062" y="1972"/>
                      <a:pt x="3944" y="1090"/>
                      <a:pt x="39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1"/>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rgbClr val="FF9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1"/>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5" name="Google Shape;425;p31"/>
          <p:cNvSpPr txBox="1">
            <a:spLocks noGrp="1"/>
          </p:cNvSpPr>
          <p:nvPr>
            <p:ph type="ctrTitle"/>
          </p:nvPr>
        </p:nvSpPr>
        <p:spPr>
          <a:xfrm>
            <a:off x="1618200" y="1241425"/>
            <a:ext cx="6041700" cy="174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5800"/>
              <a:t>TEEN </a:t>
            </a:r>
            <a:r>
              <a:rPr lang="en" sz="5800">
                <a:solidFill>
                  <a:schemeClr val="accent3"/>
                </a:solidFill>
              </a:rPr>
              <a:t>PHONE</a:t>
            </a:r>
            <a:r>
              <a:rPr lang="en" sz="5800"/>
              <a:t> </a:t>
            </a:r>
            <a:r>
              <a:rPr lang="en" sz="5800">
                <a:solidFill>
                  <a:schemeClr val="dk1"/>
                </a:solidFill>
              </a:rPr>
              <a:t>ADDICTION</a:t>
            </a:r>
            <a:endParaRPr sz="5800">
              <a:solidFill>
                <a:schemeClr val="dk1"/>
              </a:solidFill>
            </a:endParaRPr>
          </a:p>
        </p:txBody>
      </p:sp>
      <p:sp>
        <p:nvSpPr>
          <p:cNvPr id="426" name="Google Shape;426;p31"/>
          <p:cNvSpPr txBox="1">
            <a:spLocks noGrp="1"/>
          </p:cNvSpPr>
          <p:nvPr>
            <p:ph type="subTitle" idx="1"/>
          </p:nvPr>
        </p:nvSpPr>
        <p:spPr>
          <a:xfrm>
            <a:off x="2145150" y="3104800"/>
            <a:ext cx="4853700"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Group 3: Clara Alvarez, Eric Doppert, </a:t>
            </a:r>
            <a:endParaRPr/>
          </a:p>
          <a:p>
            <a:pPr marL="0" lvl="0" indent="0" algn="ctr" rtl="0">
              <a:spcBef>
                <a:spcPts val="0"/>
              </a:spcBef>
              <a:spcAft>
                <a:spcPts val="0"/>
              </a:spcAft>
              <a:buNone/>
            </a:pPr>
            <a:r>
              <a:rPr lang="en"/>
              <a:t>Keerthanaa Ellur, &amp; Angel Nguyen</a:t>
            </a:r>
            <a:endParaRPr/>
          </a:p>
          <a:p>
            <a:pPr marL="0" lvl="0" indent="0" algn="ctr" rtl="0">
              <a:spcBef>
                <a:spcPts val="0"/>
              </a:spcBef>
              <a:spcAft>
                <a:spcPts val="0"/>
              </a:spcAft>
              <a:buNone/>
            </a:pPr>
            <a:endParaRPr/>
          </a:p>
        </p:txBody>
      </p:sp>
      <p:grpSp>
        <p:nvGrpSpPr>
          <p:cNvPr id="427" name="Google Shape;427;p31"/>
          <p:cNvGrpSpPr/>
          <p:nvPr/>
        </p:nvGrpSpPr>
        <p:grpSpPr>
          <a:xfrm>
            <a:off x="-517113" y="815222"/>
            <a:ext cx="2656818" cy="6108807"/>
            <a:chOff x="150425" y="2599939"/>
            <a:chExt cx="924207" cy="2125024"/>
          </a:xfrm>
        </p:grpSpPr>
        <p:sp>
          <p:nvSpPr>
            <p:cNvPr id="428" name="Google Shape;428;p31"/>
            <p:cNvSpPr/>
            <p:nvPr/>
          </p:nvSpPr>
          <p:spPr>
            <a:xfrm>
              <a:off x="150425" y="2599939"/>
              <a:ext cx="707505" cy="554414"/>
            </a:xfrm>
            <a:custGeom>
              <a:avLst/>
              <a:gdLst/>
              <a:ahLst/>
              <a:cxnLst/>
              <a:rect l="l" t="t" r="r" b="b"/>
              <a:pathLst>
                <a:path w="18532" h="14522" extrusionOk="0">
                  <a:moveTo>
                    <a:pt x="12559" y="1"/>
                  </a:moveTo>
                  <a:cubicBezTo>
                    <a:pt x="11915" y="1"/>
                    <a:pt x="10706" y="307"/>
                    <a:pt x="10367" y="2520"/>
                  </a:cubicBezTo>
                  <a:cubicBezTo>
                    <a:pt x="9899" y="5581"/>
                    <a:pt x="8952" y="4567"/>
                    <a:pt x="6904" y="5064"/>
                  </a:cubicBezTo>
                  <a:cubicBezTo>
                    <a:pt x="3644" y="5855"/>
                    <a:pt x="1" y="7457"/>
                    <a:pt x="82" y="11090"/>
                  </a:cubicBezTo>
                  <a:lnTo>
                    <a:pt x="1060" y="11625"/>
                  </a:lnTo>
                  <a:cubicBezTo>
                    <a:pt x="1267" y="11010"/>
                    <a:pt x="1656" y="10215"/>
                    <a:pt x="2374" y="9720"/>
                  </a:cubicBezTo>
                  <a:lnTo>
                    <a:pt x="2374" y="9720"/>
                  </a:lnTo>
                  <a:cubicBezTo>
                    <a:pt x="2374" y="9720"/>
                    <a:pt x="2103" y="10943"/>
                    <a:pt x="2097" y="12193"/>
                  </a:cubicBezTo>
                  <a:lnTo>
                    <a:pt x="6351" y="14522"/>
                  </a:lnTo>
                  <a:cubicBezTo>
                    <a:pt x="6351" y="14522"/>
                    <a:pt x="6996" y="11011"/>
                    <a:pt x="9978" y="11011"/>
                  </a:cubicBezTo>
                  <a:cubicBezTo>
                    <a:pt x="10086" y="11011"/>
                    <a:pt x="10196" y="11015"/>
                    <a:pt x="10310" y="11025"/>
                  </a:cubicBezTo>
                  <a:cubicBezTo>
                    <a:pt x="10455" y="11037"/>
                    <a:pt x="10598" y="11043"/>
                    <a:pt x="10737" y="11043"/>
                  </a:cubicBezTo>
                  <a:cubicBezTo>
                    <a:pt x="12186" y="11043"/>
                    <a:pt x="13283" y="10395"/>
                    <a:pt x="14048" y="9412"/>
                  </a:cubicBezTo>
                  <a:cubicBezTo>
                    <a:pt x="18531" y="7600"/>
                    <a:pt x="15599" y="5472"/>
                    <a:pt x="16234" y="4692"/>
                  </a:cubicBezTo>
                  <a:cubicBezTo>
                    <a:pt x="17912" y="2628"/>
                    <a:pt x="17900" y="1116"/>
                    <a:pt x="16914" y="427"/>
                  </a:cubicBezTo>
                  <a:cubicBezTo>
                    <a:pt x="16515" y="147"/>
                    <a:pt x="16050" y="50"/>
                    <a:pt x="15597" y="50"/>
                  </a:cubicBezTo>
                  <a:cubicBezTo>
                    <a:pt x="14871" y="50"/>
                    <a:pt x="14174" y="300"/>
                    <a:pt x="13825" y="447"/>
                  </a:cubicBezTo>
                  <a:cubicBezTo>
                    <a:pt x="13358" y="106"/>
                    <a:pt x="12971" y="46"/>
                    <a:pt x="12971" y="46"/>
                  </a:cubicBezTo>
                  <a:cubicBezTo>
                    <a:pt x="12971" y="46"/>
                    <a:pt x="12807" y="1"/>
                    <a:pt x="125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1"/>
            <p:cNvSpPr/>
            <p:nvPr/>
          </p:nvSpPr>
          <p:spPr>
            <a:xfrm>
              <a:off x="339025" y="3706567"/>
              <a:ext cx="622866" cy="258614"/>
            </a:xfrm>
            <a:custGeom>
              <a:avLst/>
              <a:gdLst/>
              <a:ahLst/>
              <a:cxnLst/>
              <a:rect l="l" t="t" r="r" b="b"/>
              <a:pathLst>
                <a:path w="16315" h="6774" extrusionOk="0">
                  <a:moveTo>
                    <a:pt x="14307" y="1"/>
                  </a:moveTo>
                  <a:cubicBezTo>
                    <a:pt x="6001" y="1"/>
                    <a:pt x="0" y="5260"/>
                    <a:pt x="0" y="5260"/>
                  </a:cubicBezTo>
                  <a:cubicBezTo>
                    <a:pt x="322" y="6342"/>
                    <a:pt x="1183" y="6773"/>
                    <a:pt x="2353" y="6773"/>
                  </a:cubicBezTo>
                  <a:cubicBezTo>
                    <a:pt x="6953" y="6773"/>
                    <a:pt x="16315" y="104"/>
                    <a:pt x="16315" y="104"/>
                  </a:cubicBezTo>
                  <a:cubicBezTo>
                    <a:pt x="15632" y="34"/>
                    <a:pt x="14962" y="1"/>
                    <a:pt x="143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1"/>
            <p:cNvSpPr/>
            <p:nvPr/>
          </p:nvSpPr>
          <p:spPr>
            <a:xfrm>
              <a:off x="547286" y="3478492"/>
              <a:ext cx="527346" cy="991890"/>
            </a:xfrm>
            <a:custGeom>
              <a:avLst/>
              <a:gdLst/>
              <a:ahLst/>
              <a:cxnLst/>
              <a:rect l="l" t="t" r="r" b="b"/>
              <a:pathLst>
                <a:path w="13813" h="25981" extrusionOk="0">
                  <a:moveTo>
                    <a:pt x="7640" y="1"/>
                  </a:moveTo>
                  <a:cubicBezTo>
                    <a:pt x="5141" y="1"/>
                    <a:pt x="1" y="3828"/>
                    <a:pt x="1" y="3828"/>
                  </a:cubicBezTo>
                  <a:lnTo>
                    <a:pt x="8784" y="15184"/>
                  </a:lnTo>
                  <a:cubicBezTo>
                    <a:pt x="8784" y="15184"/>
                    <a:pt x="6984" y="16485"/>
                    <a:pt x="5764" y="18887"/>
                  </a:cubicBezTo>
                  <a:cubicBezTo>
                    <a:pt x="4546" y="21287"/>
                    <a:pt x="2494" y="23622"/>
                    <a:pt x="2494" y="23622"/>
                  </a:cubicBezTo>
                  <a:lnTo>
                    <a:pt x="4420" y="25980"/>
                  </a:lnTo>
                  <a:cubicBezTo>
                    <a:pt x="4420" y="25980"/>
                    <a:pt x="13798" y="16633"/>
                    <a:pt x="13805" y="15178"/>
                  </a:cubicBezTo>
                  <a:cubicBezTo>
                    <a:pt x="13813" y="13541"/>
                    <a:pt x="7748" y="3"/>
                    <a:pt x="7748" y="3"/>
                  </a:cubicBezTo>
                  <a:cubicBezTo>
                    <a:pt x="7712" y="1"/>
                    <a:pt x="7676" y="1"/>
                    <a:pt x="7640" y="1"/>
                  </a:cubicBezTo>
                  <a:close/>
                </a:path>
              </a:pathLst>
            </a:custGeom>
            <a:solidFill>
              <a:srgbClr val="ED70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1"/>
            <p:cNvSpPr/>
            <p:nvPr/>
          </p:nvSpPr>
          <p:spPr>
            <a:xfrm>
              <a:off x="519683" y="4380295"/>
              <a:ext cx="288431" cy="344514"/>
            </a:xfrm>
            <a:custGeom>
              <a:avLst/>
              <a:gdLst/>
              <a:ahLst/>
              <a:cxnLst/>
              <a:rect l="l" t="t" r="r" b="b"/>
              <a:pathLst>
                <a:path w="7555" h="9024" extrusionOk="0">
                  <a:moveTo>
                    <a:pt x="3217" y="1"/>
                  </a:moveTo>
                  <a:lnTo>
                    <a:pt x="0" y="2319"/>
                  </a:lnTo>
                  <a:lnTo>
                    <a:pt x="732" y="3179"/>
                  </a:lnTo>
                  <a:cubicBezTo>
                    <a:pt x="1143" y="3055"/>
                    <a:pt x="1465" y="3026"/>
                    <a:pt x="1678" y="3026"/>
                  </a:cubicBezTo>
                  <a:cubicBezTo>
                    <a:pt x="1872" y="3026"/>
                    <a:pt x="1976" y="3050"/>
                    <a:pt x="1976" y="3050"/>
                  </a:cubicBezTo>
                  <a:lnTo>
                    <a:pt x="2440" y="5188"/>
                  </a:lnTo>
                  <a:lnTo>
                    <a:pt x="5702" y="9023"/>
                  </a:lnTo>
                  <a:cubicBezTo>
                    <a:pt x="5702" y="9023"/>
                    <a:pt x="7272" y="8295"/>
                    <a:pt x="6317" y="6916"/>
                  </a:cubicBezTo>
                  <a:cubicBezTo>
                    <a:pt x="5671" y="5984"/>
                    <a:pt x="5545" y="4171"/>
                    <a:pt x="6308" y="3390"/>
                  </a:cubicBezTo>
                  <a:cubicBezTo>
                    <a:pt x="6768" y="2920"/>
                    <a:pt x="7555" y="2355"/>
                    <a:pt x="7555" y="2355"/>
                  </a:cubicBezTo>
                  <a:lnTo>
                    <a:pt x="5402" y="250"/>
                  </a:lnTo>
                  <a:lnTo>
                    <a:pt x="4534" y="1371"/>
                  </a:lnTo>
                  <a:lnTo>
                    <a:pt x="32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1"/>
            <p:cNvSpPr/>
            <p:nvPr/>
          </p:nvSpPr>
          <p:spPr>
            <a:xfrm>
              <a:off x="708588" y="4495440"/>
              <a:ext cx="66162" cy="90710"/>
            </a:xfrm>
            <a:custGeom>
              <a:avLst/>
              <a:gdLst/>
              <a:ahLst/>
              <a:cxnLst/>
              <a:rect l="l" t="t" r="r" b="b"/>
              <a:pathLst>
                <a:path w="1733" h="2376" fill="none" extrusionOk="0">
                  <a:moveTo>
                    <a:pt x="1" y="0"/>
                  </a:moveTo>
                  <a:lnTo>
                    <a:pt x="1732" y="1059"/>
                  </a:lnTo>
                  <a:lnTo>
                    <a:pt x="70" y="1204"/>
                  </a:lnTo>
                  <a:lnTo>
                    <a:pt x="1424" y="2371"/>
                  </a:lnTo>
                  <a:lnTo>
                    <a:pt x="15" y="2375"/>
                  </a:ln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1"/>
            <p:cNvSpPr/>
            <p:nvPr/>
          </p:nvSpPr>
          <p:spPr>
            <a:xfrm>
              <a:off x="558510" y="4440807"/>
              <a:ext cx="196805" cy="273389"/>
            </a:xfrm>
            <a:custGeom>
              <a:avLst/>
              <a:gdLst/>
              <a:ahLst/>
              <a:cxnLst/>
              <a:rect l="l" t="t" r="r" b="b"/>
              <a:pathLst>
                <a:path w="5155" h="7161" fill="none" extrusionOk="0">
                  <a:moveTo>
                    <a:pt x="0" y="1"/>
                  </a:moveTo>
                  <a:lnTo>
                    <a:pt x="2242" y="2405"/>
                  </a:lnTo>
                  <a:cubicBezTo>
                    <a:pt x="2242" y="2405"/>
                    <a:pt x="1991" y="3213"/>
                    <a:pt x="2326" y="3836"/>
                  </a:cubicBezTo>
                  <a:cubicBezTo>
                    <a:pt x="2660" y="4458"/>
                    <a:pt x="5155" y="7161"/>
                    <a:pt x="5155" y="716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1"/>
            <p:cNvSpPr/>
            <p:nvPr/>
          </p:nvSpPr>
          <p:spPr>
            <a:xfrm>
              <a:off x="459629" y="3496970"/>
              <a:ext cx="307749" cy="1076987"/>
            </a:xfrm>
            <a:custGeom>
              <a:avLst/>
              <a:gdLst/>
              <a:ahLst/>
              <a:cxnLst/>
              <a:rect l="l" t="t" r="r" b="b"/>
              <a:pathLst>
                <a:path w="8061" h="28210" extrusionOk="0">
                  <a:moveTo>
                    <a:pt x="1229" y="1"/>
                  </a:moveTo>
                  <a:lnTo>
                    <a:pt x="1229" y="2"/>
                  </a:lnTo>
                  <a:lnTo>
                    <a:pt x="1229" y="2"/>
                  </a:lnTo>
                  <a:cubicBezTo>
                    <a:pt x="1229" y="1"/>
                    <a:pt x="1229" y="1"/>
                    <a:pt x="1229" y="1"/>
                  </a:cubicBezTo>
                  <a:close/>
                  <a:moveTo>
                    <a:pt x="1229" y="2"/>
                  </a:moveTo>
                  <a:cubicBezTo>
                    <a:pt x="1235" y="124"/>
                    <a:pt x="1582" y="7651"/>
                    <a:pt x="793" y="10249"/>
                  </a:cubicBezTo>
                  <a:cubicBezTo>
                    <a:pt x="0" y="12869"/>
                    <a:pt x="570" y="28209"/>
                    <a:pt x="570" y="28209"/>
                  </a:cubicBezTo>
                  <a:lnTo>
                    <a:pt x="3331" y="28080"/>
                  </a:lnTo>
                  <a:cubicBezTo>
                    <a:pt x="3331" y="28080"/>
                    <a:pt x="6089" y="14723"/>
                    <a:pt x="6428" y="11342"/>
                  </a:cubicBezTo>
                  <a:cubicBezTo>
                    <a:pt x="6766" y="7957"/>
                    <a:pt x="8060" y="2"/>
                    <a:pt x="8060" y="2"/>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1"/>
            <p:cNvSpPr/>
            <p:nvPr/>
          </p:nvSpPr>
          <p:spPr>
            <a:xfrm>
              <a:off x="469174" y="4506015"/>
              <a:ext cx="353676" cy="218948"/>
            </a:xfrm>
            <a:custGeom>
              <a:avLst/>
              <a:gdLst/>
              <a:ahLst/>
              <a:cxnLst/>
              <a:rect l="l" t="t" r="r" b="b"/>
              <a:pathLst>
                <a:path w="9264" h="5735" extrusionOk="0">
                  <a:moveTo>
                    <a:pt x="4923" y="0"/>
                  </a:moveTo>
                  <a:lnTo>
                    <a:pt x="1922" y="278"/>
                  </a:lnTo>
                  <a:lnTo>
                    <a:pt x="2214" y="1665"/>
                  </a:lnTo>
                  <a:lnTo>
                    <a:pt x="320" y="1779"/>
                  </a:lnTo>
                  <a:lnTo>
                    <a:pt x="1" y="5735"/>
                  </a:lnTo>
                  <a:lnTo>
                    <a:pt x="1130" y="5735"/>
                  </a:lnTo>
                  <a:cubicBezTo>
                    <a:pt x="1458" y="4984"/>
                    <a:pt x="1839" y="4706"/>
                    <a:pt x="1839" y="4706"/>
                  </a:cubicBezTo>
                  <a:lnTo>
                    <a:pt x="3768" y="5735"/>
                  </a:lnTo>
                  <a:lnTo>
                    <a:pt x="8802" y="5735"/>
                  </a:lnTo>
                  <a:cubicBezTo>
                    <a:pt x="8802" y="5735"/>
                    <a:pt x="9263" y="4065"/>
                    <a:pt x="7595" y="3899"/>
                  </a:cubicBezTo>
                  <a:cubicBezTo>
                    <a:pt x="6467" y="3788"/>
                    <a:pt x="5004" y="2710"/>
                    <a:pt x="4903" y="1622"/>
                  </a:cubicBezTo>
                  <a:cubicBezTo>
                    <a:pt x="4844" y="967"/>
                    <a:pt x="4923" y="0"/>
                    <a:pt x="49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1"/>
            <p:cNvSpPr/>
            <p:nvPr/>
          </p:nvSpPr>
          <p:spPr>
            <a:xfrm>
              <a:off x="611807" y="4573934"/>
              <a:ext cx="104225" cy="82540"/>
            </a:xfrm>
            <a:custGeom>
              <a:avLst/>
              <a:gdLst/>
              <a:ahLst/>
              <a:cxnLst/>
              <a:rect l="l" t="t" r="r" b="b"/>
              <a:pathLst>
                <a:path w="2730" h="2162" fill="none" extrusionOk="0">
                  <a:moveTo>
                    <a:pt x="1" y="635"/>
                  </a:moveTo>
                  <a:lnTo>
                    <a:pt x="1929" y="0"/>
                  </a:lnTo>
                  <a:lnTo>
                    <a:pt x="964" y="1361"/>
                  </a:lnTo>
                  <a:lnTo>
                    <a:pt x="2730" y="1087"/>
                  </a:lnTo>
                  <a:lnTo>
                    <a:pt x="1820" y="2162"/>
                  </a:ln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1"/>
            <p:cNvSpPr/>
            <p:nvPr/>
          </p:nvSpPr>
          <p:spPr>
            <a:xfrm>
              <a:off x="473030" y="4671441"/>
              <a:ext cx="335771" cy="38597"/>
            </a:xfrm>
            <a:custGeom>
              <a:avLst/>
              <a:gdLst/>
              <a:ahLst/>
              <a:cxnLst/>
              <a:rect l="l" t="t" r="r" b="b"/>
              <a:pathLst>
                <a:path w="8795" h="1011" fill="none" extrusionOk="0">
                  <a:moveTo>
                    <a:pt x="1" y="149"/>
                  </a:moveTo>
                  <a:lnTo>
                    <a:pt x="3284" y="1"/>
                  </a:lnTo>
                  <a:cubicBezTo>
                    <a:pt x="3284" y="1"/>
                    <a:pt x="3739" y="714"/>
                    <a:pt x="4429" y="862"/>
                  </a:cubicBezTo>
                  <a:cubicBezTo>
                    <a:pt x="5120" y="1010"/>
                    <a:pt x="8795" y="862"/>
                    <a:pt x="8795" y="862"/>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1"/>
            <p:cNvSpPr/>
            <p:nvPr/>
          </p:nvSpPr>
          <p:spPr>
            <a:xfrm>
              <a:off x="393467" y="3241177"/>
              <a:ext cx="118541" cy="57572"/>
            </a:xfrm>
            <a:custGeom>
              <a:avLst/>
              <a:gdLst/>
              <a:ahLst/>
              <a:cxnLst/>
              <a:rect l="l" t="t" r="r" b="b"/>
              <a:pathLst>
                <a:path w="3105" h="1508" extrusionOk="0">
                  <a:moveTo>
                    <a:pt x="772" y="0"/>
                  </a:moveTo>
                  <a:cubicBezTo>
                    <a:pt x="537" y="0"/>
                    <a:pt x="280" y="24"/>
                    <a:pt x="0" y="77"/>
                  </a:cubicBezTo>
                  <a:cubicBezTo>
                    <a:pt x="0" y="77"/>
                    <a:pt x="258" y="1508"/>
                    <a:pt x="2267" y="1508"/>
                  </a:cubicBezTo>
                  <a:cubicBezTo>
                    <a:pt x="2518" y="1508"/>
                    <a:pt x="2796" y="1485"/>
                    <a:pt x="3105" y="1435"/>
                  </a:cubicBezTo>
                  <a:cubicBezTo>
                    <a:pt x="3105" y="1435"/>
                    <a:pt x="2603" y="0"/>
                    <a:pt x="7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1"/>
            <p:cNvSpPr/>
            <p:nvPr/>
          </p:nvSpPr>
          <p:spPr>
            <a:xfrm>
              <a:off x="404844" y="3224455"/>
              <a:ext cx="113044" cy="289882"/>
            </a:xfrm>
            <a:custGeom>
              <a:avLst/>
              <a:gdLst/>
              <a:ahLst/>
              <a:cxnLst/>
              <a:rect l="l" t="t" r="r" b="b"/>
              <a:pathLst>
                <a:path w="2961" h="7593" extrusionOk="0">
                  <a:moveTo>
                    <a:pt x="704" y="1"/>
                  </a:moveTo>
                  <a:cubicBezTo>
                    <a:pt x="460" y="1"/>
                    <a:pt x="220" y="50"/>
                    <a:pt x="0" y="173"/>
                  </a:cubicBezTo>
                  <a:cubicBezTo>
                    <a:pt x="0" y="173"/>
                    <a:pt x="221" y="5229"/>
                    <a:pt x="657" y="6764"/>
                  </a:cubicBezTo>
                  <a:cubicBezTo>
                    <a:pt x="657" y="6764"/>
                    <a:pt x="1247" y="7593"/>
                    <a:pt x="1851" y="7593"/>
                  </a:cubicBezTo>
                  <a:cubicBezTo>
                    <a:pt x="2200" y="7593"/>
                    <a:pt x="2554" y="7316"/>
                    <a:pt x="2802" y="6444"/>
                  </a:cubicBezTo>
                  <a:cubicBezTo>
                    <a:pt x="2961" y="5888"/>
                    <a:pt x="2709" y="1461"/>
                    <a:pt x="2802" y="850"/>
                  </a:cubicBezTo>
                  <a:cubicBezTo>
                    <a:pt x="2802" y="850"/>
                    <a:pt x="1717" y="1"/>
                    <a:pt x="704"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1"/>
            <p:cNvSpPr/>
            <p:nvPr/>
          </p:nvSpPr>
          <p:spPr>
            <a:xfrm>
              <a:off x="391749" y="2847791"/>
              <a:ext cx="159696" cy="448127"/>
            </a:xfrm>
            <a:custGeom>
              <a:avLst/>
              <a:gdLst/>
              <a:ahLst/>
              <a:cxnLst/>
              <a:rect l="l" t="t" r="r" b="b"/>
              <a:pathLst>
                <a:path w="4183" h="11738" extrusionOk="0">
                  <a:moveTo>
                    <a:pt x="1799" y="1"/>
                  </a:moveTo>
                  <a:cubicBezTo>
                    <a:pt x="690" y="1"/>
                    <a:pt x="339" y="1091"/>
                    <a:pt x="296" y="2339"/>
                  </a:cubicBezTo>
                  <a:cubicBezTo>
                    <a:pt x="253" y="3587"/>
                    <a:pt x="422" y="4893"/>
                    <a:pt x="505" y="5436"/>
                  </a:cubicBezTo>
                  <a:cubicBezTo>
                    <a:pt x="588" y="5978"/>
                    <a:pt x="450" y="8804"/>
                    <a:pt x="288" y="9401"/>
                  </a:cubicBezTo>
                  <a:cubicBezTo>
                    <a:pt x="127" y="10000"/>
                    <a:pt x="1" y="10107"/>
                    <a:pt x="44" y="10380"/>
                  </a:cubicBezTo>
                  <a:cubicBezTo>
                    <a:pt x="44" y="10380"/>
                    <a:pt x="55" y="10379"/>
                    <a:pt x="76" y="10379"/>
                  </a:cubicBezTo>
                  <a:cubicBezTo>
                    <a:pt x="355" y="10379"/>
                    <a:pt x="2367" y="10426"/>
                    <a:pt x="3148" y="11738"/>
                  </a:cubicBezTo>
                  <a:cubicBezTo>
                    <a:pt x="3148" y="11738"/>
                    <a:pt x="3273" y="10979"/>
                    <a:pt x="3526" y="8859"/>
                  </a:cubicBezTo>
                  <a:cubicBezTo>
                    <a:pt x="3780" y="6742"/>
                    <a:pt x="4183" y="1"/>
                    <a:pt x="17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1"/>
            <p:cNvSpPr/>
            <p:nvPr/>
          </p:nvSpPr>
          <p:spPr>
            <a:xfrm>
              <a:off x="400911" y="3213155"/>
              <a:ext cx="122206" cy="23517"/>
            </a:xfrm>
            <a:custGeom>
              <a:avLst/>
              <a:gdLst/>
              <a:ahLst/>
              <a:cxnLst/>
              <a:rect l="l" t="t" r="r" b="b"/>
              <a:pathLst>
                <a:path w="3201" h="616" fill="none" extrusionOk="0">
                  <a:moveTo>
                    <a:pt x="1" y="0"/>
                  </a:moveTo>
                  <a:cubicBezTo>
                    <a:pt x="1079" y="70"/>
                    <a:pt x="2176" y="276"/>
                    <a:pt x="3200" y="616"/>
                  </a:cubicBezTo>
                </a:path>
              </a:pathLst>
            </a:custGeom>
            <a:noFill/>
            <a:ln w="175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1"/>
            <p:cNvSpPr/>
            <p:nvPr/>
          </p:nvSpPr>
          <p:spPr>
            <a:xfrm>
              <a:off x="409081" y="3038414"/>
              <a:ext cx="43217" cy="127780"/>
            </a:xfrm>
            <a:custGeom>
              <a:avLst/>
              <a:gdLst/>
              <a:ahLst/>
              <a:cxnLst/>
              <a:rect l="l" t="t" r="r" b="b"/>
              <a:pathLst>
                <a:path w="1132" h="3347" fill="none" extrusionOk="0">
                  <a:moveTo>
                    <a:pt x="0" y="1"/>
                  </a:moveTo>
                  <a:cubicBezTo>
                    <a:pt x="46" y="377"/>
                    <a:pt x="229" y="720"/>
                    <a:pt x="389" y="1064"/>
                  </a:cubicBezTo>
                  <a:cubicBezTo>
                    <a:pt x="727" y="1792"/>
                    <a:pt x="977" y="2558"/>
                    <a:pt x="1132" y="3347"/>
                  </a:cubicBezTo>
                  <a:cubicBezTo>
                    <a:pt x="874" y="3157"/>
                    <a:pt x="645" y="2924"/>
                    <a:pt x="464" y="2662"/>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1"/>
            <p:cNvSpPr/>
            <p:nvPr/>
          </p:nvSpPr>
          <p:spPr>
            <a:xfrm>
              <a:off x="339025" y="3161462"/>
              <a:ext cx="622866" cy="745950"/>
            </a:xfrm>
            <a:custGeom>
              <a:avLst/>
              <a:gdLst/>
              <a:ahLst/>
              <a:cxnLst/>
              <a:rect l="l" t="t" r="r" b="b"/>
              <a:pathLst>
                <a:path w="16315" h="19539" extrusionOk="0">
                  <a:moveTo>
                    <a:pt x="7208" y="0"/>
                  </a:moveTo>
                  <a:cubicBezTo>
                    <a:pt x="6803" y="0"/>
                    <a:pt x="6447" y="73"/>
                    <a:pt x="6172" y="245"/>
                  </a:cubicBezTo>
                  <a:cubicBezTo>
                    <a:pt x="3471" y="1932"/>
                    <a:pt x="3144" y="5880"/>
                    <a:pt x="2233" y="8933"/>
                  </a:cubicBezTo>
                  <a:cubicBezTo>
                    <a:pt x="1701" y="10710"/>
                    <a:pt x="1382" y="11585"/>
                    <a:pt x="1065" y="13410"/>
                  </a:cubicBezTo>
                  <a:cubicBezTo>
                    <a:pt x="709" y="15453"/>
                    <a:pt x="356" y="17495"/>
                    <a:pt x="0" y="19538"/>
                  </a:cubicBezTo>
                  <a:cubicBezTo>
                    <a:pt x="1724" y="18188"/>
                    <a:pt x="4962" y="16661"/>
                    <a:pt x="8157" y="15626"/>
                  </a:cubicBezTo>
                  <a:cubicBezTo>
                    <a:pt x="9152" y="15304"/>
                    <a:pt x="13497" y="14379"/>
                    <a:pt x="16055" y="14379"/>
                  </a:cubicBezTo>
                  <a:cubicBezTo>
                    <a:pt x="16144" y="14379"/>
                    <a:pt x="16231" y="14380"/>
                    <a:pt x="16315" y="14382"/>
                  </a:cubicBezTo>
                  <a:cubicBezTo>
                    <a:pt x="15748" y="9993"/>
                    <a:pt x="13442" y="6620"/>
                    <a:pt x="13135" y="2207"/>
                  </a:cubicBezTo>
                  <a:cubicBezTo>
                    <a:pt x="13135" y="2204"/>
                    <a:pt x="9433" y="0"/>
                    <a:pt x="72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1"/>
            <p:cNvSpPr/>
            <p:nvPr/>
          </p:nvSpPr>
          <p:spPr>
            <a:xfrm>
              <a:off x="552211" y="3184330"/>
              <a:ext cx="131063" cy="90328"/>
            </a:xfrm>
            <a:custGeom>
              <a:avLst/>
              <a:gdLst/>
              <a:ahLst/>
              <a:cxnLst/>
              <a:rect l="l" t="t" r="r" b="b"/>
              <a:pathLst>
                <a:path w="3433" h="2366" fill="none" extrusionOk="0">
                  <a:moveTo>
                    <a:pt x="1" y="1491"/>
                  </a:moveTo>
                  <a:cubicBezTo>
                    <a:pt x="1" y="1491"/>
                    <a:pt x="1846" y="2365"/>
                    <a:pt x="3432" y="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1"/>
            <p:cNvSpPr/>
            <p:nvPr/>
          </p:nvSpPr>
          <p:spPr>
            <a:xfrm>
              <a:off x="353876" y="3630173"/>
              <a:ext cx="599578" cy="191727"/>
            </a:xfrm>
            <a:custGeom>
              <a:avLst/>
              <a:gdLst/>
              <a:ahLst/>
              <a:cxnLst/>
              <a:rect l="l" t="t" r="r" b="b"/>
              <a:pathLst>
                <a:path w="15705" h="5022" fill="none" extrusionOk="0">
                  <a:moveTo>
                    <a:pt x="1" y="5021"/>
                  </a:moveTo>
                  <a:cubicBezTo>
                    <a:pt x="1" y="5021"/>
                    <a:pt x="8789" y="0"/>
                    <a:pt x="15705" y="799"/>
                  </a:cubicBezTo>
                </a:path>
              </a:pathLst>
            </a:custGeom>
            <a:noFill/>
            <a:ln w="1750" cap="flat" cmpd="sng">
              <a:solidFill>
                <a:srgbClr val="FFFFFF"/>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1"/>
            <p:cNvSpPr/>
            <p:nvPr/>
          </p:nvSpPr>
          <p:spPr>
            <a:xfrm>
              <a:off x="371896" y="3171388"/>
              <a:ext cx="252582" cy="710369"/>
            </a:xfrm>
            <a:custGeom>
              <a:avLst/>
              <a:gdLst/>
              <a:ahLst/>
              <a:cxnLst/>
              <a:rect l="l" t="t" r="r" b="b"/>
              <a:pathLst>
                <a:path w="6616" h="18607" fill="none" extrusionOk="0">
                  <a:moveTo>
                    <a:pt x="6615" y="0"/>
                  </a:moveTo>
                  <a:cubicBezTo>
                    <a:pt x="5232" y="859"/>
                    <a:pt x="4273" y="2285"/>
                    <a:pt x="3671" y="3800"/>
                  </a:cubicBezTo>
                  <a:cubicBezTo>
                    <a:pt x="3069" y="5313"/>
                    <a:pt x="2783" y="6931"/>
                    <a:pt x="2467" y="8529"/>
                  </a:cubicBezTo>
                  <a:cubicBezTo>
                    <a:pt x="1796" y="11922"/>
                    <a:pt x="973" y="15286"/>
                    <a:pt x="0" y="18607"/>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p:cNvSpPr/>
            <p:nvPr/>
          </p:nvSpPr>
          <p:spPr>
            <a:xfrm>
              <a:off x="757609" y="3219492"/>
              <a:ext cx="28939" cy="208258"/>
            </a:xfrm>
            <a:custGeom>
              <a:avLst/>
              <a:gdLst/>
              <a:ahLst/>
              <a:cxnLst/>
              <a:rect l="l" t="t" r="r" b="b"/>
              <a:pathLst>
                <a:path w="758" h="5455" fill="none" extrusionOk="0">
                  <a:moveTo>
                    <a:pt x="512" y="0"/>
                  </a:moveTo>
                  <a:cubicBezTo>
                    <a:pt x="267" y="878"/>
                    <a:pt x="23" y="1770"/>
                    <a:pt x="11" y="2682"/>
                  </a:cubicBezTo>
                  <a:cubicBezTo>
                    <a:pt x="0" y="3652"/>
                    <a:pt x="261" y="4621"/>
                    <a:pt x="758" y="5454"/>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p:cNvSpPr/>
            <p:nvPr/>
          </p:nvSpPr>
          <p:spPr>
            <a:xfrm>
              <a:off x="903182" y="2739442"/>
              <a:ext cx="93649" cy="178976"/>
            </a:xfrm>
            <a:custGeom>
              <a:avLst/>
              <a:gdLst/>
              <a:ahLst/>
              <a:cxnLst/>
              <a:rect l="l" t="t" r="r" b="b"/>
              <a:pathLst>
                <a:path w="2453" h="4688" extrusionOk="0">
                  <a:moveTo>
                    <a:pt x="0" y="0"/>
                  </a:moveTo>
                  <a:lnTo>
                    <a:pt x="64" y="4688"/>
                  </a:lnTo>
                  <a:lnTo>
                    <a:pt x="2452" y="4688"/>
                  </a:lnTo>
                  <a:lnTo>
                    <a:pt x="24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p:cNvSpPr/>
            <p:nvPr/>
          </p:nvSpPr>
          <p:spPr>
            <a:xfrm>
              <a:off x="918682" y="2756125"/>
              <a:ext cx="13057" cy="13057"/>
            </a:xfrm>
            <a:custGeom>
              <a:avLst/>
              <a:gdLst/>
              <a:ahLst/>
              <a:cxnLst/>
              <a:rect l="l" t="t" r="r" b="b"/>
              <a:pathLst>
                <a:path w="342" h="342" extrusionOk="0">
                  <a:moveTo>
                    <a:pt x="174" y="0"/>
                  </a:moveTo>
                  <a:cubicBezTo>
                    <a:pt x="173" y="0"/>
                    <a:pt x="172" y="0"/>
                    <a:pt x="171" y="0"/>
                  </a:cubicBezTo>
                  <a:cubicBezTo>
                    <a:pt x="76" y="0"/>
                    <a:pt x="1" y="76"/>
                    <a:pt x="1" y="171"/>
                  </a:cubicBezTo>
                  <a:cubicBezTo>
                    <a:pt x="1" y="264"/>
                    <a:pt x="76" y="341"/>
                    <a:pt x="171" y="341"/>
                  </a:cubicBezTo>
                  <a:cubicBezTo>
                    <a:pt x="266" y="341"/>
                    <a:pt x="342" y="264"/>
                    <a:pt x="342" y="171"/>
                  </a:cubicBezTo>
                  <a:cubicBezTo>
                    <a:pt x="342" y="77"/>
                    <a:pt x="267" y="0"/>
                    <a:pt x="1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p:cNvSpPr/>
            <p:nvPr/>
          </p:nvSpPr>
          <p:spPr>
            <a:xfrm>
              <a:off x="918682" y="2778650"/>
              <a:ext cx="13057" cy="13057"/>
            </a:xfrm>
            <a:custGeom>
              <a:avLst/>
              <a:gdLst/>
              <a:ahLst/>
              <a:cxnLst/>
              <a:rect l="l" t="t" r="r" b="b"/>
              <a:pathLst>
                <a:path w="342" h="342" extrusionOk="0">
                  <a:moveTo>
                    <a:pt x="171" y="0"/>
                  </a:moveTo>
                  <a:cubicBezTo>
                    <a:pt x="76" y="0"/>
                    <a:pt x="1" y="76"/>
                    <a:pt x="1" y="171"/>
                  </a:cubicBezTo>
                  <a:cubicBezTo>
                    <a:pt x="1" y="266"/>
                    <a:pt x="76" y="341"/>
                    <a:pt x="171" y="341"/>
                  </a:cubicBezTo>
                  <a:cubicBezTo>
                    <a:pt x="266" y="341"/>
                    <a:pt x="342" y="266"/>
                    <a:pt x="342" y="171"/>
                  </a:cubicBezTo>
                  <a:cubicBezTo>
                    <a:pt x="342" y="76"/>
                    <a:pt x="266" y="0"/>
                    <a:pt x="1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1"/>
            <p:cNvSpPr/>
            <p:nvPr/>
          </p:nvSpPr>
          <p:spPr>
            <a:xfrm>
              <a:off x="811593" y="2952971"/>
              <a:ext cx="213412" cy="260256"/>
            </a:xfrm>
            <a:custGeom>
              <a:avLst/>
              <a:gdLst/>
              <a:ahLst/>
              <a:cxnLst/>
              <a:rect l="l" t="t" r="r" b="b"/>
              <a:pathLst>
                <a:path w="5590" h="6817" extrusionOk="0">
                  <a:moveTo>
                    <a:pt x="4355" y="0"/>
                  </a:moveTo>
                  <a:cubicBezTo>
                    <a:pt x="3836" y="257"/>
                    <a:pt x="515" y="3947"/>
                    <a:pt x="1" y="4283"/>
                  </a:cubicBezTo>
                  <a:cubicBezTo>
                    <a:pt x="1" y="4283"/>
                    <a:pt x="150" y="6403"/>
                    <a:pt x="1375" y="6817"/>
                  </a:cubicBezTo>
                  <a:cubicBezTo>
                    <a:pt x="1375" y="6817"/>
                    <a:pt x="4356" y="2764"/>
                    <a:pt x="5590" y="1022"/>
                  </a:cubicBezTo>
                  <a:lnTo>
                    <a:pt x="4355" y="0"/>
                  </a:ln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1"/>
            <p:cNvSpPr/>
            <p:nvPr/>
          </p:nvSpPr>
          <p:spPr>
            <a:xfrm>
              <a:off x="909558" y="2823853"/>
              <a:ext cx="138546" cy="168859"/>
            </a:xfrm>
            <a:custGeom>
              <a:avLst/>
              <a:gdLst/>
              <a:ahLst/>
              <a:cxnLst/>
              <a:rect l="l" t="t" r="r" b="b"/>
              <a:pathLst>
                <a:path w="3629" h="4423" extrusionOk="0">
                  <a:moveTo>
                    <a:pt x="1485" y="1"/>
                  </a:moveTo>
                  <a:cubicBezTo>
                    <a:pt x="1358" y="1"/>
                    <a:pt x="1137" y="807"/>
                    <a:pt x="1827" y="1474"/>
                  </a:cubicBezTo>
                  <a:cubicBezTo>
                    <a:pt x="1827" y="1474"/>
                    <a:pt x="1040" y="853"/>
                    <a:pt x="581" y="428"/>
                  </a:cubicBezTo>
                  <a:cubicBezTo>
                    <a:pt x="568" y="417"/>
                    <a:pt x="558" y="411"/>
                    <a:pt x="551" y="411"/>
                  </a:cubicBezTo>
                  <a:cubicBezTo>
                    <a:pt x="429" y="411"/>
                    <a:pt x="804" y="1674"/>
                    <a:pt x="1560" y="1786"/>
                  </a:cubicBezTo>
                  <a:cubicBezTo>
                    <a:pt x="1560" y="1786"/>
                    <a:pt x="647" y="1781"/>
                    <a:pt x="287" y="1678"/>
                  </a:cubicBezTo>
                  <a:cubicBezTo>
                    <a:pt x="264" y="1671"/>
                    <a:pt x="244" y="1668"/>
                    <a:pt x="227" y="1668"/>
                  </a:cubicBezTo>
                  <a:cubicBezTo>
                    <a:pt x="1" y="1668"/>
                    <a:pt x="326" y="2227"/>
                    <a:pt x="1211" y="2227"/>
                  </a:cubicBezTo>
                  <a:cubicBezTo>
                    <a:pt x="1290" y="2227"/>
                    <a:pt x="1373" y="2222"/>
                    <a:pt x="1461" y="2213"/>
                  </a:cubicBezTo>
                  <a:lnTo>
                    <a:pt x="1461" y="2213"/>
                  </a:lnTo>
                  <a:cubicBezTo>
                    <a:pt x="1461" y="2213"/>
                    <a:pt x="1323" y="2929"/>
                    <a:pt x="1789" y="3381"/>
                  </a:cubicBezTo>
                  <a:cubicBezTo>
                    <a:pt x="1789" y="3382"/>
                    <a:pt x="1709" y="4423"/>
                    <a:pt x="2764" y="4423"/>
                  </a:cubicBezTo>
                  <a:cubicBezTo>
                    <a:pt x="2844" y="4423"/>
                    <a:pt x="2930" y="4417"/>
                    <a:pt x="3024" y="4404"/>
                  </a:cubicBezTo>
                  <a:cubicBezTo>
                    <a:pt x="3024" y="4404"/>
                    <a:pt x="3628" y="3623"/>
                    <a:pt x="3477" y="2985"/>
                  </a:cubicBezTo>
                  <a:cubicBezTo>
                    <a:pt x="3359" y="2490"/>
                    <a:pt x="2866" y="2045"/>
                    <a:pt x="2542" y="481"/>
                  </a:cubicBezTo>
                  <a:cubicBezTo>
                    <a:pt x="2523" y="389"/>
                    <a:pt x="2491" y="349"/>
                    <a:pt x="2457" y="349"/>
                  </a:cubicBezTo>
                  <a:cubicBezTo>
                    <a:pt x="2336" y="349"/>
                    <a:pt x="2176" y="852"/>
                    <a:pt x="2371" y="1307"/>
                  </a:cubicBezTo>
                  <a:cubicBezTo>
                    <a:pt x="2371" y="1307"/>
                    <a:pt x="1654" y="449"/>
                    <a:pt x="1531" y="54"/>
                  </a:cubicBezTo>
                  <a:cubicBezTo>
                    <a:pt x="1519" y="18"/>
                    <a:pt x="1503" y="1"/>
                    <a:pt x="1485"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1"/>
            <p:cNvSpPr/>
            <p:nvPr/>
          </p:nvSpPr>
          <p:spPr>
            <a:xfrm>
              <a:off x="688049" y="2892306"/>
              <a:ext cx="137286" cy="147976"/>
            </a:xfrm>
            <a:custGeom>
              <a:avLst/>
              <a:gdLst/>
              <a:ahLst/>
              <a:cxnLst/>
              <a:rect l="l" t="t" r="r" b="b"/>
              <a:pathLst>
                <a:path w="3596" h="3876" extrusionOk="0">
                  <a:moveTo>
                    <a:pt x="284" y="0"/>
                  </a:moveTo>
                  <a:lnTo>
                    <a:pt x="284" y="0"/>
                  </a:lnTo>
                  <a:cubicBezTo>
                    <a:pt x="0" y="1979"/>
                    <a:pt x="2722" y="3875"/>
                    <a:pt x="2722" y="3875"/>
                  </a:cubicBezTo>
                  <a:cubicBezTo>
                    <a:pt x="2722" y="3875"/>
                    <a:pt x="3595" y="764"/>
                    <a:pt x="2722" y="418"/>
                  </a:cubicBezTo>
                  <a:cubicBezTo>
                    <a:pt x="1851" y="71"/>
                    <a:pt x="284" y="0"/>
                    <a:pt x="2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1"/>
            <p:cNvSpPr/>
            <p:nvPr/>
          </p:nvSpPr>
          <p:spPr>
            <a:xfrm>
              <a:off x="437104" y="2846264"/>
              <a:ext cx="442630" cy="418884"/>
            </a:xfrm>
            <a:custGeom>
              <a:avLst/>
              <a:gdLst/>
              <a:ahLst/>
              <a:cxnLst/>
              <a:rect l="l" t="t" r="r" b="b"/>
              <a:pathLst>
                <a:path w="11594" h="10972" extrusionOk="0">
                  <a:moveTo>
                    <a:pt x="956" y="1"/>
                  </a:moveTo>
                  <a:cubicBezTo>
                    <a:pt x="817" y="1"/>
                    <a:pt x="699" y="14"/>
                    <a:pt x="612" y="42"/>
                  </a:cubicBezTo>
                  <a:cubicBezTo>
                    <a:pt x="0" y="246"/>
                    <a:pt x="1406" y="3084"/>
                    <a:pt x="1938" y="4678"/>
                  </a:cubicBezTo>
                  <a:cubicBezTo>
                    <a:pt x="2049" y="5006"/>
                    <a:pt x="2120" y="5283"/>
                    <a:pt x="2132" y="5471"/>
                  </a:cubicBezTo>
                  <a:cubicBezTo>
                    <a:pt x="2178" y="6293"/>
                    <a:pt x="2765" y="6810"/>
                    <a:pt x="3113" y="7197"/>
                  </a:cubicBezTo>
                  <a:cubicBezTo>
                    <a:pt x="3235" y="7330"/>
                    <a:pt x="3327" y="7449"/>
                    <a:pt x="3358" y="7560"/>
                  </a:cubicBezTo>
                  <a:cubicBezTo>
                    <a:pt x="3483" y="7990"/>
                    <a:pt x="2683" y="8728"/>
                    <a:pt x="2562" y="8973"/>
                  </a:cubicBezTo>
                  <a:cubicBezTo>
                    <a:pt x="2552" y="8993"/>
                    <a:pt x="2555" y="9002"/>
                    <a:pt x="2574" y="9002"/>
                  </a:cubicBezTo>
                  <a:cubicBezTo>
                    <a:pt x="2659" y="9002"/>
                    <a:pt x="3054" y="8835"/>
                    <a:pt x="3899" y="8835"/>
                  </a:cubicBezTo>
                  <a:cubicBezTo>
                    <a:pt x="5142" y="8835"/>
                    <a:pt x="7361" y="9195"/>
                    <a:pt x="11008" y="10971"/>
                  </a:cubicBezTo>
                  <a:cubicBezTo>
                    <a:pt x="11008" y="10971"/>
                    <a:pt x="11134" y="10134"/>
                    <a:pt x="11008" y="9069"/>
                  </a:cubicBezTo>
                  <a:cubicBezTo>
                    <a:pt x="10922" y="8329"/>
                    <a:pt x="10618" y="6927"/>
                    <a:pt x="10618" y="6927"/>
                  </a:cubicBezTo>
                  <a:cubicBezTo>
                    <a:pt x="10618" y="6927"/>
                    <a:pt x="11593" y="6491"/>
                    <a:pt x="11541" y="5262"/>
                  </a:cubicBezTo>
                  <a:cubicBezTo>
                    <a:pt x="11492" y="4036"/>
                    <a:pt x="8520" y="1566"/>
                    <a:pt x="6857" y="1208"/>
                  </a:cubicBezTo>
                  <a:cubicBezTo>
                    <a:pt x="5760" y="970"/>
                    <a:pt x="4267" y="711"/>
                    <a:pt x="4267" y="711"/>
                  </a:cubicBezTo>
                  <a:cubicBezTo>
                    <a:pt x="4267" y="711"/>
                    <a:pt x="1997" y="1"/>
                    <a:pt x="9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1"/>
            <p:cNvSpPr/>
            <p:nvPr/>
          </p:nvSpPr>
          <p:spPr>
            <a:xfrm>
              <a:off x="529839" y="2973282"/>
              <a:ext cx="47646" cy="147747"/>
            </a:xfrm>
            <a:custGeom>
              <a:avLst/>
              <a:gdLst/>
              <a:ahLst/>
              <a:cxnLst/>
              <a:rect l="l" t="t" r="r" b="b"/>
              <a:pathLst>
                <a:path w="1248" h="3870" extrusionOk="0">
                  <a:moveTo>
                    <a:pt x="1" y="1"/>
                  </a:moveTo>
                  <a:lnTo>
                    <a:pt x="1" y="1"/>
                  </a:lnTo>
                  <a:cubicBezTo>
                    <a:pt x="112" y="1035"/>
                    <a:pt x="120" y="2166"/>
                    <a:pt x="84" y="3179"/>
                  </a:cubicBezTo>
                  <a:cubicBezTo>
                    <a:pt x="280" y="3455"/>
                    <a:pt x="511" y="3679"/>
                    <a:pt x="683" y="3870"/>
                  </a:cubicBezTo>
                  <a:cubicBezTo>
                    <a:pt x="1248" y="1663"/>
                    <a:pt x="1"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1"/>
            <p:cNvSpPr/>
            <p:nvPr/>
          </p:nvSpPr>
          <p:spPr>
            <a:xfrm>
              <a:off x="771697" y="2927163"/>
              <a:ext cx="34016" cy="26419"/>
            </a:xfrm>
            <a:custGeom>
              <a:avLst/>
              <a:gdLst/>
              <a:ahLst/>
              <a:cxnLst/>
              <a:rect l="l" t="t" r="r" b="b"/>
              <a:pathLst>
                <a:path w="891" h="692" fill="none" extrusionOk="0">
                  <a:moveTo>
                    <a:pt x="1" y="0"/>
                  </a:moveTo>
                  <a:cubicBezTo>
                    <a:pt x="257" y="276"/>
                    <a:pt x="559" y="510"/>
                    <a:pt x="890" y="69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1"/>
            <p:cNvSpPr/>
            <p:nvPr/>
          </p:nvSpPr>
          <p:spPr>
            <a:xfrm>
              <a:off x="660331" y="3066093"/>
              <a:ext cx="79218" cy="22448"/>
            </a:xfrm>
            <a:custGeom>
              <a:avLst/>
              <a:gdLst/>
              <a:ahLst/>
              <a:cxnLst/>
              <a:rect l="l" t="t" r="r" b="b"/>
              <a:pathLst>
                <a:path w="2075" h="588" fill="none" extrusionOk="0">
                  <a:moveTo>
                    <a:pt x="0" y="492"/>
                  </a:moveTo>
                  <a:cubicBezTo>
                    <a:pt x="721" y="588"/>
                    <a:pt x="1474" y="410"/>
                    <a:pt x="2074" y="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1"/>
            <p:cNvSpPr/>
            <p:nvPr/>
          </p:nvSpPr>
          <p:spPr>
            <a:xfrm>
              <a:off x="801399" y="3110723"/>
              <a:ext cx="40964" cy="7674"/>
            </a:xfrm>
            <a:custGeom>
              <a:avLst/>
              <a:gdLst/>
              <a:ahLst/>
              <a:cxnLst/>
              <a:rect l="l" t="t" r="r" b="b"/>
              <a:pathLst>
                <a:path w="1073" h="201" fill="none" extrusionOk="0">
                  <a:moveTo>
                    <a:pt x="1073" y="0"/>
                  </a:moveTo>
                  <a:cubicBezTo>
                    <a:pt x="1073" y="0"/>
                    <a:pt x="582" y="200"/>
                    <a:pt x="1" y="90"/>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1"/>
            <p:cNvSpPr/>
            <p:nvPr/>
          </p:nvSpPr>
          <p:spPr>
            <a:xfrm>
              <a:off x="555838" y="3119466"/>
              <a:ext cx="303740" cy="109340"/>
            </a:xfrm>
            <a:custGeom>
              <a:avLst/>
              <a:gdLst/>
              <a:ahLst/>
              <a:cxnLst/>
              <a:rect l="l" t="t" r="r" b="b"/>
              <a:pathLst>
                <a:path w="7956" h="2864" fill="none" extrusionOk="0">
                  <a:moveTo>
                    <a:pt x="0" y="1101"/>
                  </a:moveTo>
                  <a:cubicBezTo>
                    <a:pt x="0" y="1101"/>
                    <a:pt x="1926" y="1"/>
                    <a:pt x="7955" y="2863"/>
                  </a:cubicBezTo>
                </a:path>
              </a:pathLst>
            </a:custGeom>
            <a:noFill/>
            <a:ln w="175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1"/>
            <p:cNvSpPr/>
            <p:nvPr/>
          </p:nvSpPr>
          <p:spPr>
            <a:xfrm>
              <a:off x="599972" y="2767083"/>
              <a:ext cx="131636" cy="199057"/>
            </a:xfrm>
            <a:custGeom>
              <a:avLst/>
              <a:gdLst/>
              <a:ahLst/>
              <a:cxnLst/>
              <a:rect l="l" t="t" r="r" b="b"/>
              <a:pathLst>
                <a:path w="3448" h="5214" extrusionOk="0">
                  <a:moveTo>
                    <a:pt x="134" y="1"/>
                  </a:moveTo>
                  <a:lnTo>
                    <a:pt x="1" y="2784"/>
                  </a:lnTo>
                  <a:cubicBezTo>
                    <a:pt x="1" y="2784"/>
                    <a:pt x="589" y="5213"/>
                    <a:pt x="1704" y="5213"/>
                  </a:cubicBezTo>
                  <a:cubicBezTo>
                    <a:pt x="1704" y="5213"/>
                    <a:pt x="1705" y="5213"/>
                    <a:pt x="1706" y="5213"/>
                  </a:cubicBezTo>
                  <a:cubicBezTo>
                    <a:pt x="3448" y="5207"/>
                    <a:pt x="2591" y="3280"/>
                    <a:pt x="2591" y="3280"/>
                  </a:cubicBezTo>
                  <a:lnTo>
                    <a:pt x="2146" y="382"/>
                  </a:lnTo>
                  <a:lnTo>
                    <a:pt x="134" y="1"/>
                  </a:ln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1"/>
            <p:cNvSpPr/>
            <p:nvPr/>
          </p:nvSpPr>
          <p:spPr>
            <a:xfrm>
              <a:off x="622459" y="2781628"/>
              <a:ext cx="69827" cy="67918"/>
            </a:xfrm>
            <a:custGeom>
              <a:avLst/>
              <a:gdLst/>
              <a:ahLst/>
              <a:cxnLst/>
              <a:rect l="l" t="t" r="r" b="b"/>
              <a:pathLst>
                <a:path w="1829" h="1779" extrusionOk="0">
                  <a:moveTo>
                    <a:pt x="1560" y="1"/>
                  </a:moveTo>
                  <a:lnTo>
                    <a:pt x="0" y="84"/>
                  </a:lnTo>
                  <a:cubicBezTo>
                    <a:pt x="0" y="84"/>
                    <a:pt x="117" y="1778"/>
                    <a:pt x="1545" y="1778"/>
                  </a:cubicBezTo>
                  <a:cubicBezTo>
                    <a:pt x="1634" y="1778"/>
                    <a:pt x="1729" y="1772"/>
                    <a:pt x="1828" y="1758"/>
                  </a:cubicBezTo>
                  <a:lnTo>
                    <a:pt x="1560" y="1"/>
                  </a:lnTo>
                  <a:close/>
                </a:path>
              </a:pathLst>
            </a:custGeom>
            <a:solidFill>
              <a:srgbClr val="332C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1"/>
            <p:cNvSpPr/>
            <p:nvPr/>
          </p:nvSpPr>
          <p:spPr>
            <a:xfrm>
              <a:off x="592183" y="2653923"/>
              <a:ext cx="137401" cy="172906"/>
            </a:xfrm>
            <a:custGeom>
              <a:avLst/>
              <a:gdLst/>
              <a:ahLst/>
              <a:cxnLst/>
              <a:rect l="l" t="t" r="r" b="b"/>
              <a:pathLst>
                <a:path w="3599" h="4529" extrusionOk="0">
                  <a:moveTo>
                    <a:pt x="1858" y="1"/>
                  </a:moveTo>
                  <a:cubicBezTo>
                    <a:pt x="1355" y="1"/>
                    <a:pt x="876" y="192"/>
                    <a:pt x="687" y="437"/>
                  </a:cubicBezTo>
                  <a:cubicBezTo>
                    <a:pt x="100" y="1199"/>
                    <a:pt x="0" y="2495"/>
                    <a:pt x="392" y="3356"/>
                  </a:cubicBezTo>
                  <a:cubicBezTo>
                    <a:pt x="692" y="4017"/>
                    <a:pt x="1489" y="4528"/>
                    <a:pt x="2241" y="4528"/>
                  </a:cubicBezTo>
                  <a:cubicBezTo>
                    <a:pt x="2473" y="4528"/>
                    <a:pt x="2701" y="4480"/>
                    <a:pt x="2909" y="4372"/>
                  </a:cubicBezTo>
                  <a:cubicBezTo>
                    <a:pt x="3442" y="4096"/>
                    <a:pt x="3598" y="3592"/>
                    <a:pt x="3570" y="2875"/>
                  </a:cubicBezTo>
                  <a:cubicBezTo>
                    <a:pt x="3564" y="2701"/>
                    <a:pt x="3548" y="2516"/>
                    <a:pt x="3521" y="2317"/>
                  </a:cubicBezTo>
                  <a:cubicBezTo>
                    <a:pt x="3483" y="1988"/>
                    <a:pt x="3420" y="1623"/>
                    <a:pt x="3348" y="1226"/>
                  </a:cubicBezTo>
                  <a:cubicBezTo>
                    <a:pt x="3183" y="313"/>
                    <a:pt x="2501" y="1"/>
                    <a:pt x="1858"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1"/>
            <p:cNvSpPr/>
            <p:nvPr/>
          </p:nvSpPr>
          <p:spPr>
            <a:xfrm>
              <a:off x="574163" y="2642355"/>
              <a:ext cx="184855" cy="100560"/>
            </a:xfrm>
            <a:custGeom>
              <a:avLst/>
              <a:gdLst/>
              <a:ahLst/>
              <a:cxnLst/>
              <a:rect l="l" t="t" r="r" b="b"/>
              <a:pathLst>
                <a:path w="4842" h="2634" extrusionOk="0">
                  <a:moveTo>
                    <a:pt x="1842" y="0"/>
                  </a:moveTo>
                  <a:cubicBezTo>
                    <a:pt x="928" y="0"/>
                    <a:pt x="0" y="424"/>
                    <a:pt x="308" y="2467"/>
                  </a:cubicBezTo>
                  <a:cubicBezTo>
                    <a:pt x="308" y="2469"/>
                    <a:pt x="485" y="2633"/>
                    <a:pt x="733" y="2633"/>
                  </a:cubicBezTo>
                  <a:cubicBezTo>
                    <a:pt x="1060" y="2633"/>
                    <a:pt x="1510" y="2345"/>
                    <a:pt x="1835" y="1009"/>
                  </a:cubicBezTo>
                  <a:cubicBezTo>
                    <a:pt x="1835" y="1009"/>
                    <a:pt x="2974" y="2040"/>
                    <a:pt x="4304" y="2040"/>
                  </a:cubicBezTo>
                  <a:cubicBezTo>
                    <a:pt x="4394" y="2040"/>
                    <a:pt x="4484" y="2036"/>
                    <a:pt x="4576" y="2026"/>
                  </a:cubicBezTo>
                  <a:cubicBezTo>
                    <a:pt x="4576" y="2026"/>
                    <a:pt x="4841" y="546"/>
                    <a:pt x="2892" y="135"/>
                  </a:cubicBezTo>
                  <a:cubicBezTo>
                    <a:pt x="2605" y="75"/>
                    <a:pt x="2225" y="0"/>
                    <a:pt x="18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1"/>
            <p:cNvSpPr/>
            <p:nvPr/>
          </p:nvSpPr>
          <p:spPr>
            <a:xfrm>
              <a:off x="628682" y="2753033"/>
              <a:ext cx="31115" cy="21418"/>
            </a:xfrm>
            <a:custGeom>
              <a:avLst/>
              <a:gdLst/>
              <a:ahLst/>
              <a:cxnLst/>
              <a:rect l="l" t="t" r="r" b="b"/>
              <a:pathLst>
                <a:path w="815" h="561" extrusionOk="0">
                  <a:moveTo>
                    <a:pt x="408" y="1"/>
                  </a:moveTo>
                  <a:cubicBezTo>
                    <a:pt x="402" y="1"/>
                    <a:pt x="395" y="1"/>
                    <a:pt x="389" y="1"/>
                  </a:cubicBezTo>
                  <a:cubicBezTo>
                    <a:pt x="169" y="6"/>
                    <a:pt x="0" y="138"/>
                    <a:pt x="12" y="293"/>
                  </a:cubicBezTo>
                  <a:cubicBezTo>
                    <a:pt x="22" y="443"/>
                    <a:pt x="197" y="561"/>
                    <a:pt x="408" y="561"/>
                  </a:cubicBezTo>
                  <a:cubicBezTo>
                    <a:pt x="414" y="561"/>
                    <a:pt x="421" y="560"/>
                    <a:pt x="427" y="560"/>
                  </a:cubicBezTo>
                  <a:cubicBezTo>
                    <a:pt x="645" y="553"/>
                    <a:pt x="814" y="421"/>
                    <a:pt x="804" y="268"/>
                  </a:cubicBezTo>
                  <a:cubicBezTo>
                    <a:pt x="792" y="117"/>
                    <a:pt x="618" y="1"/>
                    <a:pt x="408" y="1"/>
                  </a:cubicBezTo>
                  <a:close/>
                </a:path>
              </a:pathLst>
            </a:custGeom>
            <a:solidFill>
              <a:srgbClr val="FF7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1"/>
            <p:cNvSpPr/>
            <p:nvPr/>
          </p:nvSpPr>
          <p:spPr>
            <a:xfrm>
              <a:off x="713132" y="2742381"/>
              <a:ext cx="15347" cy="21303"/>
            </a:xfrm>
            <a:custGeom>
              <a:avLst/>
              <a:gdLst/>
              <a:ahLst/>
              <a:cxnLst/>
              <a:rect l="l" t="t" r="r" b="b"/>
              <a:pathLst>
                <a:path w="402" h="558" extrusionOk="0">
                  <a:moveTo>
                    <a:pt x="353" y="0"/>
                  </a:moveTo>
                  <a:cubicBezTo>
                    <a:pt x="150" y="19"/>
                    <a:pt x="0" y="145"/>
                    <a:pt x="9" y="291"/>
                  </a:cubicBezTo>
                  <a:cubicBezTo>
                    <a:pt x="19" y="442"/>
                    <a:pt x="193" y="558"/>
                    <a:pt x="402" y="558"/>
                  </a:cubicBezTo>
                  <a:cubicBezTo>
                    <a:pt x="396" y="386"/>
                    <a:pt x="380" y="199"/>
                    <a:pt x="353" y="0"/>
                  </a:cubicBezTo>
                  <a:close/>
                </a:path>
              </a:pathLst>
            </a:custGeom>
            <a:solidFill>
              <a:srgbClr val="FF7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1"/>
            <p:cNvSpPr/>
            <p:nvPr/>
          </p:nvSpPr>
          <p:spPr>
            <a:xfrm>
              <a:off x="656857" y="2729057"/>
              <a:ext cx="8590" cy="10537"/>
            </a:xfrm>
            <a:custGeom>
              <a:avLst/>
              <a:gdLst/>
              <a:ahLst/>
              <a:cxnLst/>
              <a:rect l="l" t="t" r="r" b="b"/>
              <a:pathLst>
                <a:path w="225" h="276" extrusionOk="0">
                  <a:moveTo>
                    <a:pt x="106" y="0"/>
                  </a:moveTo>
                  <a:cubicBezTo>
                    <a:pt x="102" y="0"/>
                    <a:pt x="99" y="0"/>
                    <a:pt x="96" y="1"/>
                  </a:cubicBezTo>
                  <a:cubicBezTo>
                    <a:pt x="38" y="8"/>
                    <a:pt x="1" y="75"/>
                    <a:pt x="10" y="150"/>
                  </a:cubicBezTo>
                  <a:cubicBezTo>
                    <a:pt x="18" y="223"/>
                    <a:pt x="67" y="276"/>
                    <a:pt x="119" y="276"/>
                  </a:cubicBezTo>
                  <a:cubicBezTo>
                    <a:pt x="123" y="276"/>
                    <a:pt x="126" y="275"/>
                    <a:pt x="130" y="275"/>
                  </a:cubicBezTo>
                  <a:cubicBezTo>
                    <a:pt x="187" y="268"/>
                    <a:pt x="224" y="201"/>
                    <a:pt x="216" y="125"/>
                  </a:cubicBezTo>
                  <a:cubicBezTo>
                    <a:pt x="207" y="53"/>
                    <a:pt x="158" y="0"/>
                    <a:pt x="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1"/>
            <p:cNvSpPr/>
            <p:nvPr/>
          </p:nvSpPr>
          <p:spPr>
            <a:xfrm>
              <a:off x="702824" y="2725201"/>
              <a:ext cx="8628" cy="10575"/>
            </a:xfrm>
            <a:custGeom>
              <a:avLst/>
              <a:gdLst/>
              <a:ahLst/>
              <a:cxnLst/>
              <a:rect l="l" t="t" r="r" b="b"/>
              <a:pathLst>
                <a:path w="226" h="277" extrusionOk="0">
                  <a:moveTo>
                    <a:pt x="106" y="0"/>
                  </a:moveTo>
                  <a:cubicBezTo>
                    <a:pt x="102" y="0"/>
                    <a:pt x="99" y="0"/>
                    <a:pt x="95" y="1"/>
                  </a:cubicBezTo>
                  <a:cubicBezTo>
                    <a:pt x="37" y="10"/>
                    <a:pt x="0" y="77"/>
                    <a:pt x="11" y="152"/>
                  </a:cubicBezTo>
                  <a:cubicBezTo>
                    <a:pt x="19" y="222"/>
                    <a:pt x="66" y="276"/>
                    <a:pt x="119" y="276"/>
                  </a:cubicBezTo>
                  <a:cubicBezTo>
                    <a:pt x="123" y="276"/>
                    <a:pt x="127" y="276"/>
                    <a:pt x="131" y="275"/>
                  </a:cubicBezTo>
                  <a:cubicBezTo>
                    <a:pt x="189" y="269"/>
                    <a:pt x="226" y="201"/>
                    <a:pt x="215" y="125"/>
                  </a:cubicBezTo>
                  <a:cubicBezTo>
                    <a:pt x="207" y="54"/>
                    <a:pt x="159" y="0"/>
                    <a:pt x="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1"/>
            <p:cNvSpPr/>
            <p:nvPr/>
          </p:nvSpPr>
          <p:spPr>
            <a:xfrm>
              <a:off x="647656" y="2710121"/>
              <a:ext cx="16531" cy="18172"/>
            </a:xfrm>
            <a:custGeom>
              <a:avLst/>
              <a:gdLst/>
              <a:ahLst/>
              <a:cxnLst/>
              <a:rect l="l" t="t" r="r" b="b"/>
              <a:pathLst>
                <a:path w="433" h="476" fill="none" extrusionOk="0">
                  <a:moveTo>
                    <a:pt x="433" y="303"/>
                  </a:moveTo>
                  <a:cubicBezTo>
                    <a:pt x="156" y="0"/>
                    <a:pt x="0" y="476"/>
                    <a:pt x="53" y="369"/>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1"/>
            <p:cNvSpPr/>
            <p:nvPr/>
          </p:nvSpPr>
          <p:spPr>
            <a:xfrm>
              <a:off x="694348" y="2702676"/>
              <a:ext cx="16531" cy="18211"/>
            </a:xfrm>
            <a:custGeom>
              <a:avLst/>
              <a:gdLst/>
              <a:ahLst/>
              <a:cxnLst/>
              <a:rect l="l" t="t" r="r" b="b"/>
              <a:pathLst>
                <a:path w="433" h="477" fill="none" extrusionOk="0">
                  <a:moveTo>
                    <a:pt x="433" y="303"/>
                  </a:moveTo>
                  <a:cubicBezTo>
                    <a:pt x="156" y="1"/>
                    <a:pt x="0" y="477"/>
                    <a:pt x="53" y="37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1"/>
            <p:cNvSpPr/>
            <p:nvPr/>
          </p:nvSpPr>
          <p:spPr>
            <a:xfrm>
              <a:off x="561183" y="2732837"/>
              <a:ext cx="66925" cy="50967"/>
            </a:xfrm>
            <a:custGeom>
              <a:avLst/>
              <a:gdLst/>
              <a:ahLst/>
              <a:cxnLst/>
              <a:rect l="l" t="t" r="r" b="b"/>
              <a:pathLst>
                <a:path w="1753" h="1335" extrusionOk="0">
                  <a:moveTo>
                    <a:pt x="410" y="1"/>
                  </a:moveTo>
                  <a:cubicBezTo>
                    <a:pt x="163" y="1"/>
                    <a:pt x="1" y="138"/>
                    <a:pt x="16" y="529"/>
                  </a:cubicBezTo>
                  <a:cubicBezTo>
                    <a:pt x="35" y="1032"/>
                    <a:pt x="424" y="1334"/>
                    <a:pt x="828" y="1334"/>
                  </a:cubicBezTo>
                  <a:cubicBezTo>
                    <a:pt x="973" y="1334"/>
                    <a:pt x="1120" y="1295"/>
                    <a:pt x="1252" y="1212"/>
                  </a:cubicBezTo>
                  <a:cubicBezTo>
                    <a:pt x="1752" y="896"/>
                    <a:pt x="1478" y="363"/>
                    <a:pt x="1069" y="183"/>
                  </a:cubicBezTo>
                  <a:cubicBezTo>
                    <a:pt x="828" y="78"/>
                    <a:pt x="595" y="1"/>
                    <a:pt x="410"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1"/>
            <p:cNvSpPr/>
            <p:nvPr/>
          </p:nvSpPr>
          <p:spPr>
            <a:xfrm>
              <a:off x="575881" y="2745550"/>
              <a:ext cx="22716" cy="24090"/>
            </a:xfrm>
            <a:custGeom>
              <a:avLst/>
              <a:gdLst/>
              <a:ahLst/>
              <a:cxnLst/>
              <a:rect l="l" t="t" r="r" b="b"/>
              <a:pathLst>
                <a:path w="595" h="631" fill="none" extrusionOk="0">
                  <a:moveTo>
                    <a:pt x="0" y="43"/>
                  </a:moveTo>
                  <a:cubicBezTo>
                    <a:pt x="0" y="43"/>
                    <a:pt x="595" y="0"/>
                    <a:pt x="512" y="630"/>
                  </a:cubicBezTo>
                </a:path>
              </a:pathLst>
            </a:custGeom>
            <a:noFill/>
            <a:ln w="17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1"/>
            <p:cNvSpPr/>
            <p:nvPr/>
          </p:nvSpPr>
          <p:spPr>
            <a:xfrm>
              <a:off x="584548" y="2755667"/>
              <a:ext cx="9010" cy="5879"/>
            </a:xfrm>
            <a:custGeom>
              <a:avLst/>
              <a:gdLst/>
              <a:ahLst/>
              <a:cxnLst/>
              <a:rect l="l" t="t" r="r" b="b"/>
              <a:pathLst>
                <a:path w="236" h="154" fill="none" extrusionOk="0">
                  <a:moveTo>
                    <a:pt x="236" y="0"/>
                  </a:moveTo>
                  <a:lnTo>
                    <a:pt x="0" y="153"/>
                  </a:lnTo>
                </a:path>
              </a:pathLst>
            </a:custGeom>
            <a:noFill/>
            <a:ln w="17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1"/>
            <p:cNvSpPr/>
            <p:nvPr/>
          </p:nvSpPr>
          <p:spPr>
            <a:xfrm>
              <a:off x="685223" y="2731959"/>
              <a:ext cx="13973" cy="29129"/>
            </a:xfrm>
            <a:custGeom>
              <a:avLst/>
              <a:gdLst/>
              <a:ahLst/>
              <a:cxnLst/>
              <a:rect l="l" t="t" r="r" b="b"/>
              <a:pathLst>
                <a:path w="366" h="763" fill="none" extrusionOk="0">
                  <a:moveTo>
                    <a:pt x="94" y="762"/>
                  </a:moveTo>
                  <a:cubicBezTo>
                    <a:pt x="165" y="761"/>
                    <a:pt x="349" y="681"/>
                    <a:pt x="358" y="541"/>
                  </a:cubicBezTo>
                  <a:cubicBezTo>
                    <a:pt x="365" y="409"/>
                    <a:pt x="134" y="549"/>
                    <a:pt x="67" y="356"/>
                  </a:cubicBezTo>
                  <a:lnTo>
                    <a:pt x="0" y="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1"/>
            <p:cNvSpPr/>
            <p:nvPr/>
          </p:nvSpPr>
          <p:spPr>
            <a:xfrm>
              <a:off x="662622" y="2777696"/>
              <a:ext cx="41308" cy="21227"/>
            </a:xfrm>
            <a:custGeom>
              <a:avLst/>
              <a:gdLst/>
              <a:ahLst/>
              <a:cxnLst/>
              <a:rect l="l" t="t" r="r" b="b"/>
              <a:pathLst>
                <a:path w="1082" h="556" extrusionOk="0">
                  <a:moveTo>
                    <a:pt x="1082" y="0"/>
                  </a:moveTo>
                  <a:lnTo>
                    <a:pt x="1082" y="0"/>
                  </a:lnTo>
                  <a:cubicBezTo>
                    <a:pt x="778" y="56"/>
                    <a:pt x="535" y="71"/>
                    <a:pt x="356" y="71"/>
                  </a:cubicBezTo>
                  <a:cubicBezTo>
                    <a:pt x="123" y="71"/>
                    <a:pt x="1" y="45"/>
                    <a:pt x="1" y="45"/>
                  </a:cubicBezTo>
                  <a:lnTo>
                    <a:pt x="1" y="45"/>
                  </a:lnTo>
                  <a:cubicBezTo>
                    <a:pt x="1" y="45"/>
                    <a:pt x="22" y="526"/>
                    <a:pt x="463" y="555"/>
                  </a:cubicBezTo>
                  <a:cubicBezTo>
                    <a:pt x="477" y="555"/>
                    <a:pt x="490" y="556"/>
                    <a:pt x="503" y="556"/>
                  </a:cubicBezTo>
                  <a:cubicBezTo>
                    <a:pt x="985" y="556"/>
                    <a:pt x="1082" y="0"/>
                    <a:pt x="10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5" name="Google Shape;475;p31"/>
          <p:cNvGrpSpPr/>
          <p:nvPr/>
        </p:nvGrpSpPr>
        <p:grpSpPr>
          <a:xfrm>
            <a:off x="7319842" y="1070480"/>
            <a:ext cx="1008737" cy="820969"/>
            <a:chOff x="7319842" y="1070480"/>
            <a:chExt cx="1008737" cy="820969"/>
          </a:xfrm>
        </p:grpSpPr>
        <p:grpSp>
          <p:nvGrpSpPr>
            <p:cNvPr id="476" name="Google Shape;476;p31"/>
            <p:cNvGrpSpPr/>
            <p:nvPr/>
          </p:nvGrpSpPr>
          <p:grpSpPr>
            <a:xfrm rot="-935467">
              <a:off x="7369183" y="1131345"/>
              <a:ext cx="512791" cy="437365"/>
              <a:chOff x="1680400" y="948625"/>
              <a:chExt cx="211775" cy="180625"/>
            </a:xfrm>
          </p:grpSpPr>
          <p:sp>
            <p:nvSpPr>
              <p:cNvPr id="477" name="Google Shape;477;p31"/>
              <p:cNvSpPr/>
              <p:nvPr/>
            </p:nvSpPr>
            <p:spPr>
              <a:xfrm>
                <a:off x="1680400" y="948700"/>
                <a:ext cx="211725" cy="180550"/>
              </a:xfrm>
              <a:custGeom>
                <a:avLst/>
                <a:gdLst/>
                <a:ahLst/>
                <a:cxnLst/>
                <a:rect l="l" t="t" r="r" b="b"/>
                <a:pathLst>
                  <a:path w="8469" h="7222" extrusionOk="0">
                    <a:moveTo>
                      <a:pt x="7855" y="0"/>
                    </a:moveTo>
                    <a:cubicBezTo>
                      <a:pt x="7855" y="0"/>
                      <a:pt x="8235" y="1897"/>
                      <a:pt x="2466" y="1897"/>
                    </a:cubicBezTo>
                    <a:cubicBezTo>
                      <a:pt x="1977" y="1897"/>
                      <a:pt x="1444" y="1883"/>
                      <a:pt x="863" y="1853"/>
                    </a:cubicBezTo>
                    <a:lnTo>
                      <a:pt x="16" y="2679"/>
                    </a:lnTo>
                    <a:lnTo>
                      <a:pt x="1" y="3859"/>
                    </a:lnTo>
                    <a:lnTo>
                      <a:pt x="826" y="4709"/>
                    </a:lnTo>
                    <a:cubicBezTo>
                      <a:pt x="948" y="4704"/>
                      <a:pt x="1070" y="4703"/>
                      <a:pt x="1188" y="4701"/>
                    </a:cubicBezTo>
                    <a:lnTo>
                      <a:pt x="2270" y="7192"/>
                    </a:lnTo>
                    <a:cubicBezTo>
                      <a:pt x="2270" y="7192"/>
                      <a:pt x="2419" y="7222"/>
                      <a:pt x="2619" y="7222"/>
                    </a:cubicBezTo>
                    <a:cubicBezTo>
                      <a:pt x="2892" y="7222"/>
                      <a:pt x="3263" y="7166"/>
                      <a:pt x="3487" y="6903"/>
                    </a:cubicBezTo>
                    <a:lnTo>
                      <a:pt x="3124" y="4732"/>
                    </a:lnTo>
                    <a:lnTo>
                      <a:pt x="3124" y="4732"/>
                    </a:lnTo>
                    <a:cubicBezTo>
                      <a:pt x="8162" y="5005"/>
                      <a:pt x="7770" y="6735"/>
                      <a:pt x="7770" y="6735"/>
                    </a:cubicBezTo>
                    <a:lnTo>
                      <a:pt x="8383" y="6743"/>
                    </a:lnTo>
                    <a:lnTo>
                      <a:pt x="8469" y="5"/>
                    </a:lnTo>
                    <a:lnTo>
                      <a:pt x="7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1"/>
              <p:cNvSpPr/>
              <p:nvPr/>
            </p:nvSpPr>
            <p:spPr>
              <a:xfrm>
                <a:off x="1680400" y="995025"/>
                <a:ext cx="77300" cy="71875"/>
              </a:xfrm>
              <a:custGeom>
                <a:avLst/>
                <a:gdLst/>
                <a:ahLst/>
                <a:cxnLst/>
                <a:rect l="l" t="t" r="r" b="b"/>
                <a:pathLst>
                  <a:path w="3092" h="2875" extrusionOk="0">
                    <a:moveTo>
                      <a:pt x="863" y="0"/>
                    </a:moveTo>
                    <a:lnTo>
                      <a:pt x="16" y="826"/>
                    </a:lnTo>
                    <a:lnTo>
                      <a:pt x="1" y="2006"/>
                    </a:lnTo>
                    <a:lnTo>
                      <a:pt x="826" y="2856"/>
                    </a:lnTo>
                    <a:cubicBezTo>
                      <a:pt x="1133" y="2848"/>
                      <a:pt x="1426" y="2844"/>
                      <a:pt x="1706" y="2844"/>
                    </a:cubicBezTo>
                    <a:cubicBezTo>
                      <a:pt x="2193" y="2844"/>
                      <a:pt x="2641" y="2855"/>
                      <a:pt x="3055" y="2875"/>
                    </a:cubicBezTo>
                    <a:lnTo>
                      <a:pt x="3092" y="35"/>
                    </a:lnTo>
                    <a:lnTo>
                      <a:pt x="3092" y="35"/>
                    </a:lnTo>
                    <a:cubicBezTo>
                      <a:pt x="2889" y="40"/>
                      <a:pt x="2679" y="43"/>
                      <a:pt x="2459" y="43"/>
                    </a:cubicBezTo>
                    <a:cubicBezTo>
                      <a:pt x="1972" y="43"/>
                      <a:pt x="1442" y="29"/>
                      <a:pt x="8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1"/>
              <p:cNvSpPr/>
              <p:nvPr/>
            </p:nvSpPr>
            <p:spPr>
              <a:xfrm>
                <a:off x="1874675" y="948625"/>
                <a:ext cx="17500" cy="168650"/>
              </a:xfrm>
              <a:custGeom>
                <a:avLst/>
                <a:gdLst/>
                <a:ahLst/>
                <a:cxnLst/>
                <a:rect l="l" t="t" r="r" b="b"/>
                <a:pathLst>
                  <a:path w="700" h="6746" extrusionOk="0">
                    <a:moveTo>
                      <a:pt x="87" y="0"/>
                    </a:moveTo>
                    <a:cubicBezTo>
                      <a:pt x="84" y="3"/>
                      <a:pt x="96" y="67"/>
                      <a:pt x="82" y="171"/>
                    </a:cubicBezTo>
                    <a:lnTo>
                      <a:pt x="2" y="6571"/>
                    </a:lnTo>
                    <a:cubicBezTo>
                      <a:pt x="16" y="6676"/>
                      <a:pt x="1" y="6738"/>
                      <a:pt x="1" y="6738"/>
                    </a:cubicBezTo>
                    <a:lnTo>
                      <a:pt x="615" y="6746"/>
                    </a:lnTo>
                    <a:lnTo>
                      <a:pt x="699" y="8"/>
                    </a:lnTo>
                    <a:lnTo>
                      <a:pt x="8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0" name="Google Shape;480;p31"/>
            <p:cNvSpPr/>
            <p:nvPr/>
          </p:nvSpPr>
          <p:spPr>
            <a:xfrm>
              <a:off x="8183610" y="1746548"/>
              <a:ext cx="144969" cy="144901"/>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 name="Google Shape;481;p31"/>
          <p:cNvGrpSpPr/>
          <p:nvPr/>
        </p:nvGrpSpPr>
        <p:grpSpPr>
          <a:xfrm>
            <a:off x="5487426" y="2882378"/>
            <a:ext cx="2484011" cy="2461281"/>
            <a:chOff x="5487426" y="2882378"/>
            <a:chExt cx="2484011" cy="2461281"/>
          </a:xfrm>
        </p:grpSpPr>
        <p:sp>
          <p:nvSpPr>
            <p:cNvPr id="482" name="Google Shape;482;p31"/>
            <p:cNvSpPr/>
            <p:nvPr/>
          </p:nvSpPr>
          <p:spPr>
            <a:xfrm>
              <a:off x="6213725" y="2882378"/>
              <a:ext cx="1128202" cy="1012941"/>
            </a:xfrm>
            <a:custGeom>
              <a:avLst/>
              <a:gdLst/>
              <a:ahLst/>
              <a:cxnLst/>
              <a:rect l="l" t="t" r="r" b="b"/>
              <a:pathLst>
                <a:path w="17264" h="11425" extrusionOk="0">
                  <a:moveTo>
                    <a:pt x="6419" y="1"/>
                  </a:moveTo>
                  <a:cubicBezTo>
                    <a:pt x="5139" y="1"/>
                    <a:pt x="4100" y="1322"/>
                    <a:pt x="3935" y="2311"/>
                  </a:cubicBezTo>
                  <a:cubicBezTo>
                    <a:pt x="3755" y="3394"/>
                    <a:pt x="2743" y="3214"/>
                    <a:pt x="2166" y="4261"/>
                  </a:cubicBezTo>
                  <a:cubicBezTo>
                    <a:pt x="1588" y="5307"/>
                    <a:pt x="2528" y="6173"/>
                    <a:pt x="1409" y="6787"/>
                  </a:cubicBezTo>
                  <a:cubicBezTo>
                    <a:pt x="289" y="7399"/>
                    <a:pt x="0" y="8664"/>
                    <a:pt x="0" y="8664"/>
                  </a:cubicBezTo>
                  <a:cubicBezTo>
                    <a:pt x="1716" y="10522"/>
                    <a:pt x="5219" y="11425"/>
                    <a:pt x="8688" y="11425"/>
                  </a:cubicBezTo>
                  <a:cubicBezTo>
                    <a:pt x="12225" y="11425"/>
                    <a:pt x="15726" y="10486"/>
                    <a:pt x="17262" y="8664"/>
                  </a:cubicBezTo>
                  <a:cubicBezTo>
                    <a:pt x="17264" y="8664"/>
                    <a:pt x="16974" y="7399"/>
                    <a:pt x="15855" y="6787"/>
                  </a:cubicBezTo>
                  <a:cubicBezTo>
                    <a:pt x="14736" y="6173"/>
                    <a:pt x="15676" y="5307"/>
                    <a:pt x="15098" y="4261"/>
                  </a:cubicBezTo>
                  <a:cubicBezTo>
                    <a:pt x="14519" y="3214"/>
                    <a:pt x="13510" y="3395"/>
                    <a:pt x="13329" y="2311"/>
                  </a:cubicBezTo>
                  <a:cubicBezTo>
                    <a:pt x="13165" y="1322"/>
                    <a:pt x="12125" y="1"/>
                    <a:pt x="10846" y="1"/>
                  </a:cubicBezTo>
                  <a:cubicBezTo>
                    <a:pt x="10725" y="1"/>
                    <a:pt x="10603" y="12"/>
                    <a:pt x="10478" y="37"/>
                  </a:cubicBezTo>
                  <a:cubicBezTo>
                    <a:pt x="9396" y="254"/>
                    <a:pt x="8842" y="553"/>
                    <a:pt x="8633" y="688"/>
                  </a:cubicBezTo>
                  <a:cubicBezTo>
                    <a:pt x="8422" y="553"/>
                    <a:pt x="7869" y="254"/>
                    <a:pt x="6787" y="37"/>
                  </a:cubicBezTo>
                  <a:cubicBezTo>
                    <a:pt x="6662" y="12"/>
                    <a:pt x="6540" y="1"/>
                    <a:pt x="64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1"/>
            <p:cNvSpPr/>
            <p:nvPr/>
          </p:nvSpPr>
          <p:spPr>
            <a:xfrm>
              <a:off x="5810313" y="3608304"/>
              <a:ext cx="1945862" cy="1584863"/>
            </a:xfrm>
            <a:custGeom>
              <a:avLst/>
              <a:gdLst/>
              <a:ahLst/>
              <a:cxnLst/>
              <a:rect l="l" t="t" r="r" b="b"/>
              <a:pathLst>
                <a:path w="29776" h="24251" extrusionOk="0">
                  <a:moveTo>
                    <a:pt x="12484" y="0"/>
                  </a:moveTo>
                  <a:cubicBezTo>
                    <a:pt x="12484" y="0"/>
                    <a:pt x="9168" y="1409"/>
                    <a:pt x="6461" y="2236"/>
                  </a:cubicBezTo>
                  <a:cubicBezTo>
                    <a:pt x="3752" y="3065"/>
                    <a:pt x="2888" y="5665"/>
                    <a:pt x="2381" y="7290"/>
                  </a:cubicBezTo>
                  <a:cubicBezTo>
                    <a:pt x="1876" y="8913"/>
                    <a:pt x="0" y="12558"/>
                    <a:pt x="0" y="12558"/>
                  </a:cubicBezTo>
                  <a:lnTo>
                    <a:pt x="5774" y="13678"/>
                  </a:lnTo>
                  <a:cubicBezTo>
                    <a:pt x="5774" y="13678"/>
                    <a:pt x="4583" y="22122"/>
                    <a:pt x="4583" y="24251"/>
                  </a:cubicBezTo>
                  <a:lnTo>
                    <a:pt x="25187" y="24251"/>
                  </a:lnTo>
                  <a:cubicBezTo>
                    <a:pt x="25187" y="22122"/>
                    <a:pt x="23997" y="13678"/>
                    <a:pt x="23997" y="13678"/>
                  </a:cubicBezTo>
                  <a:lnTo>
                    <a:pt x="29776" y="12560"/>
                  </a:lnTo>
                  <a:cubicBezTo>
                    <a:pt x="29776" y="12560"/>
                    <a:pt x="27899" y="8914"/>
                    <a:pt x="27395" y="7291"/>
                  </a:cubicBezTo>
                  <a:cubicBezTo>
                    <a:pt x="26889" y="5668"/>
                    <a:pt x="26023" y="3068"/>
                    <a:pt x="23316" y="2239"/>
                  </a:cubicBezTo>
                  <a:cubicBezTo>
                    <a:pt x="20609" y="1409"/>
                    <a:pt x="17292" y="0"/>
                    <a:pt x="17292" y="0"/>
                  </a:cubicBezTo>
                  <a:lnTo>
                    <a:pt x="14889" y="103"/>
                  </a:lnTo>
                  <a:lnTo>
                    <a:pt x="124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1"/>
            <p:cNvSpPr/>
            <p:nvPr/>
          </p:nvSpPr>
          <p:spPr>
            <a:xfrm>
              <a:off x="6110008" y="4765762"/>
              <a:ext cx="347989" cy="427536"/>
            </a:xfrm>
            <a:custGeom>
              <a:avLst/>
              <a:gdLst/>
              <a:ahLst/>
              <a:cxnLst/>
              <a:rect l="l" t="t" r="r" b="b"/>
              <a:pathLst>
                <a:path w="5325" h="6542" extrusionOk="0">
                  <a:moveTo>
                    <a:pt x="653" y="0"/>
                  </a:moveTo>
                  <a:cubicBezTo>
                    <a:pt x="339" y="2485"/>
                    <a:pt x="1" y="5408"/>
                    <a:pt x="1" y="6541"/>
                  </a:cubicBezTo>
                  <a:lnTo>
                    <a:pt x="2958" y="6541"/>
                  </a:lnTo>
                  <a:cubicBezTo>
                    <a:pt x="4227" y="5008"/>
                    <a:pt x="5325" y="460"/>
                    <a:pt x="5325" y="460"/>
                  </a:cubicBezTo>
                  <a:lnTo>
                    <a:pt x="65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1"/>
            <p:cNvSpPr/>
            <p:nvPr/>
          </p:nvSpPr>
          <p:spPr>
            <a:xfrm>
              <a:off x="6187709" y="4211703"/>
              <a:ext cx="57639" cy="290492"/>
            </a:xfrm>
            <a:custGeom>
              <a:avLst/>
              <a:gdLst/>
              <a:ahLst/>
              <a:cxnLst/>
              <a:rect l="l" t="t" r="r" b="b"/>
              <a:pathLst>
                <a:path w="882" h="4445" fill="none" extrusionOk="0">
                  <a:moveTo>
                    <a:pt x="1" y="4445"/>
                  </a:moveTo>
                  <a:lnTo>
                    <a:pt x="881" y="0"/>
                  </a:ln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1"/>
            <p:cNvSpPr/>
            <p:nvPr/>
          </p:nvSpPr>
          <p:spPr>
            <a:xfrm>
              <a:off x="6506748" y="4664923"/>
              <a:ext cx="77309" cy="37839"/>
            </a:xfrm>
            <a:custGeom>
              <a:avLst/>
              <a:gdLst/>
              <a:ahLst/>
              <a:cxnLst/>
              <a:rect l="l" t="t" r="r" b="b"/>
              <a:pathLst>
                <a:path w="1183" h="579" fill="none" extrusionOk="0">
                  <a:moveTo>
                    <a:pt x="1182" y="578"/>
                  </a:moveTo>
                  <a:lnTo>
                    <a:pt x="1" y="0"/>
                  </a:ln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1"/>
            <p:cNvSpPr/>
            <p:nvPr/>
          </p:nvSpPr>
          <p:spPr>
            <a:xfrm>
              <a:off x="6545435" y="4581794"/>
              <a:ext cx="166120" cy="79665"/>
            </a:xfrm>
            <a:custGeom>
              <a:avLst/>
              <a:gdLst/>
              <a:ahLst/>
              <a:cxnLst/>
              <a:rect l="l" t="t" r="r" b="b"/>
              <a:pathLst>
                <a:path w="2542" h="1219" fill="none" extrusionOk="0">
                  <a:moveTo>
                    <a:pt x="2541" y="1219"/>
                  </a:moveTo>
                  <a:cubicBezTo>
                    <a:pt x="2541" y="1219"/>
                    <a:pt x="402" y="353"/>
                    <a:pt x="0" y="0"/>
                  </a:cubicBez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1"/>
            <p:cNvSpPr/>
            <p:nvPr/>
          </p:nvSpPr>
          <p:spPr>
            <a:xfrm>
              <a:off x="6361802" y="4765762"/>
              <a:ext cx="49013" cy="25357"/>
            </a:xfrm>
            <a:custGeom>
              <a:avLst/>
              <a:gdLst/>
              <a:ahLst/>
              <a:cxnLst/>
              <a:rect l="l" t="t" r="r" b="b"/>
              <a:pathLst>
                <a:path w="750" h="388" fill="none" extrusionOk="0">
                  <a:moveTo>
                    <a:pt x="750" y="387"/>
                  </a:moveTo>
                  <a:cubicBezTo>
                    <a:pt x="750" y="387"/>
                    <a:pt x="108" y="297"/>
                    <a:pt x="1" y="0"/>
                  </a:cubicBez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p:cNvSpPr/>
            <p:nvPr/>
          </p:nvSpPr>
          <p:spPr>
            <a:xfrm>
              <a:off x="7361722" y="4434882"/>
              <a:ext cx="545476" cy="663981"/>
            </a:xfrm>
            <a:custGeom>
              <a:avLst/>
              <a:gdLst/>
              <a:ahLst/>
              <a:cxnLst/>
              <a:rect l="l" t="t" r="r" b="b"/>
              <a:pathLst>
                <a:path w="8347" h="10160" extrusionOk="0">
                  <a:moveTo>
                    <a:pt x="5572" y="1"/>
                  </a:moveTo>
                  <a:lnTo>
                    <a:pt x="0" y="1030"/>
                  </a:lnTo>
                  <a:lnTo>
                    <a:pt x="368" y="2856"/>
                  </a:lnTo>
                  <a:cubicBezTo>
                    <a:pt x="628" y="6864"/>
                    <a:pt x="2656" y="10160"/>
                    <a:pt x="4642" y="10160"/>
                  </a:cubicBezTo>
                  <a:cubicBezTo>
                    <a:pt x="5117" y="10160"/>
                    <a:pt x="5590" y="9972"/>
                    <a:pt x="6036" y="9560"/>
                  </a:cubicBezTo>
                  <a:cubicBezTo>
                    <a:pt x="8347" y="7425"/>
                    <a:pt x="5572" y="1"/>
                    <a:pt x="5572" y="1"/>
                  </a:cubicBezTo>
                  <a:close/>
                </a:path>
              </a:pathLst>
            </a:custGeom>
            <a:solidFill>
              <a:srgbClr val="502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1"/>
            <p:cNvSpPr/>
            <p:nvPr/>
          </p:nvSpPr>
          <p:spPr>
            <a:xfrm>
              <a:off x="6560400" y="4318228"/>
              <a:ext cx="580308" cy="330292"/>
            </a:xfrm>
            <a:custGeom>
              <a:avLst/>
              <a:gdLst/>
              <a:ahLst/>
              <a:cxnLst/>
              <a:rect l="l" t="t" r="r" b="b"/>
              <a:pathLst>
                <a:path w="8880" h="5054" extrusionOk="0">
                  <a:moveTo>
                    <a:pt x="542" y="1"/>
                  </a:moveTo>
                  <a:cubicBezTo>
                    <a:pt x="244" y="1"/>
                    <a:pt x="1" y="244"/>
                    <a:pt x="1" y="542"/>
                  </a:cubicBezTo>
                  <a:lnTo>
                    <a:pt x="1" y="4512"/>
                  </a:lnTo>
                  <a:cubicBezTo>
                    <a:pt x="1" y="4810"/>
                    <a:pt x="244" y="5053"/>
                    <a:pt x="542" y="5053"/>
                  </a:cubicBezTo>
                  <a:lnTo>
                    <a:pt x="8338" y="5053"/>
                  </a:lnTo>
                  <a:cubicBezTo>
                    <a:pt x="8636" y="5053"/>
                    <a:pt x="8879" y="4810"/>
                    <a:pt x="8879" y="4512"/>
                  </a:cubicBezTo>
                  <a:lnTo>
                    <a:pt x="8879" y="542"/>
                  </a:lnTo>
                  <a:cubicBezTo>
                    <a:pt x="8879" y="244"/>
                    <a:pt x="8636" y="1"/>
                    <a:pt x="83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1"/>
            <p:cNvSpPr/>
            <p:nvPr/>
          </p:nvSpPr>
          <p:spPr>
            <a:xfrm>
              <a:off x="6560400" y="4318162"/>
              <a:ext cx="580308" cy="70777"/>
            </a:xfrm>
            <a:custGeom>
              <a:avLst/>
              <a:gdLst/>
              <a:ahLst/>
              <a:cxnLst/>
              <a:rect l="l" t="t" r="r" b="b"/>
              <a:pathLst>
                <a:path w="8880" h="1083" extrusionOk="0">
                  <a:moveTo>
                    <a:pt x="542" y="0"/>
                  </a:moveTo>
                  <a:cubicBezTo>
                    <a:pt x="244" y="0"/>
                    <a:pt x="1" y="243"/>
                    <a:pt x="1" y="541"/>
                  </a:cubicBezTo>
                  <a:lnTo>
                    <a:pt x="1" y="1083"/>
                  </a:lnTo>
                  <a:cubicBezTo>
                    <a:pt x="1" y="785"/>
                    <a:pt x="244" y="541"/>
                    <a:pt x="542" y="541"/>
                  </a:cubicBezTo>
                  <a:lnTo>
                    <a:pt x="8338" y="541"/>
                  </a:lnTo>
                  <a:cubicBezTo>
                    <a:pt x="8636" y="541"/>
                    <a:pt x="8879" y="785"/>
                    <a:pt x="8879" y="1083"/>
                  </a:cubicBezTo>
                  <a:lnTo>
                    <a:pt x="8879" y="541"/>
                  </a:lnTo>
                  <a:cubicBezTo>
                    <a:pt x="8879" y="243"/>
                    <a:pt x="8636" y="0"/>
                    <a:pt x="83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1"/>
            <p:cNvSpPr/>
            <p:nvPr/>
          </p:nvSpPr>
          <p:spPr>
            <a:xfrm>
              <a:off x="7055100" y="4389005"/>
              <a:ext cx="46072" cy="46074"/>
            </a:xfrm>
            <a:custGeom>
              <a:avLst/>
              <a:gdLst/>
              <a:ahLst/>
              <a:cxnLst/>
              <a:rect l="l" t="t" r="r" b="b"/>
              <a:pathLst>
                <a:path w="705" h="705" fill="none" extrusionOk="0">
                  <a:moveTo>
                    <a:pt x="705" y="353"/>
                  </a:moveTo>
                  <a:cubicBezTo>
                    <a:pt x="705" y="547"/>
                    <a:pt x="547" y="704"/>
                    <a:pt x="352" y="704"/>
                  </a:cubicBezTo>
                  <a:cubicBezTo>
                    <a:pt x="158" y="704"/>
                    <a:pt x="0" y="547"/>
                    <a:pt x="0" y="353"/>
                  </a:cubicBezTo>
                  <a:cubicBezTo>
                    <a:pt x="0" y="159"/>
                    <a:pt x="158" y="0"/>
                    <a:pt x="352" y="0"/>
                  </a:cubicBezTo>
                  <a:cubicBezTo>
                    <a:pt x="547" y="0"/>
                    <a:pt x="705" y="159"/>
                    <a:pt x="705" y="353"/>
                  </a:cubicBezTo>
                  <a:close/>
                </a:path>
              </a:pathLst>
            </a:custGeom>
            <a:noFill/>
            <a:ln w="2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1"/>
            <p:cNvSpPr/>
            <p:nvPr/>
          </p:nvSpPr>
          <p:spPr>
            <a:xfrm>
              <a:off x="7208084" y="4275030"/>
              <a:ext cx="763353" cy="870887"/>
            </a:xfrm>
            <a:custGeom>
              <a:avLst/>
              <a:gdLst/>
              <a:ahLst/>
              <a:cxnLst/>
              <a:rect l="l" t="t" r="r" b="b"/>
              <a:pathLst>
                <a:path w="11681" h="13326" extrusionOk="0">
                  <a:moveTo>
                    <a:pt x="2847" y="1"/>
                  </a:moveTo>
                  <a:lnTo>
                    <a:pt x="276" y="1333"/>
                  </a:lnTo>
                  <a:cubicBezTo>
                    <a:pt x="0" y="2363"/>
                    <a:pt x="1283" y="13326"/>
                    <a:pt x="5670" y="13326"/>
                  </a:cubicBezTo>
                  <a:cubicBezTo>
                    <a:pt x="5926" y="13326"/>
                    <a:pt x="6193" y="13289"/>
                    <a:pt x="6471" y="13209"/>
                  </a:cubicBezTo>
                  <a:cubicBezTo>
                    <a:pt x="11681" y="11727"/>
                    <a:pt x="7220" y="5123"/>
                    <a:pt x="5235" y="3215"/>
                  </a:cubicBezTo>
                  <a:cubicBezTo>
                    <a:pt x="3520" y="1565"/>
                    <a:pt x="2847" y="1"/>
                    <a:pt x="2847"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1"/>
            <p:cNvSpPr/>
            <p:nvPr/>
          </p:nvSpPr>
          <p:spPr>
            <a:xfrm>
              <a:off x="7019680" y="3882131"/>
              <a:ext cx="301198" cy="199390"/>
            </a:xfrm>
            <a:custGeom>
              <a:avLst/>
              <a:gdLst/>
              <a:ahLst/>
              <a:cxnLst/>
              <a:rect l="l" t="t" r="r" b="b"/>
              <a:pathLst>
                <a:path w="4609" h="3051" extrusionOk="0">
                  <a:moveTo>
                    <a:pt x="1296" y="0"/>
                  </a:moveTo>
                  <a:cubicBezTo>
                    <a:pt x="591" y="0"/>
                    <a:pt x="0" y="84"/>
                    <a:pt x="89" y="344"/>
                  </a:cubicBezTo>
                  <a:cubicBezTo>
                    <a:pt x="224" y="741"/>
                    <a:pt x="873" y="1053"/>
                    <a:pt x="1587" y="1053"/>
                  </a:cubicBezTo>
                  <a:cubicBezTo>
                    <a:pt x="1693" y="1053"/>
                    <a:pt x="1801" y="1046"/>
                    <a:pt x="1909" y="1032"/>
                  </a:cubicBezTo>
                  <a:lnTo>
                    <a:pt x="2606" y="1009"/>
                  </a:lnTo>
                  <a:lnTo>
                    <a:pt x="3642" y="3051"/>
                  </a:lnTo>
                  <a:lnTo>
                    <a:pt x="4609" y="2573"/>
                  </a:lnTo>
                  <a:cubicBezTo>
                    <a:pt x="4609" y="2573"/>
                    <a:pt x="3817" y="237"/>
                    <a:pt x="2845" y="105"/>
                  </a:cubicBezTo>
                  <a:cubicBezTo>
                    <a:pt x="2426" y="48"/>
                    <a:pt x="1828" y="0"/>
                    <a:pt x="1296" y="0"/>
                  </a:cubicBezTo>
                  <a:close/>
                </a:path>
              </a:pathLst>
            </a:custGeom>
            <a:solidFill>
              <a:srgbClr val="502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1"/>
            <p:cNvSpPr/>
            <p:nvPr/>
          </p:nvSpPr>
          <p:spPr>
            <a:xfrm>
              <a:off x="6959297" y="3941994"/>
              <a:ext cx="538680" cy="458840"/>
            </a:xfrm>
            <a:custGeom>
              <a:avLst/>
              <a:gdLst/>
              <a:ahLst/>
              <a:cxnLst/>
              <a:rect l="l" t="t" r="r" b="b"/>
              <a:pathLst>
                <a:path w="8243" h="7021" extrusionOk="0">
                  <a:moveTo>
                    <a:pt x="5782" y="0"/>
                  </a:moveTo>
                  <a:cubicBezTo>
                    <a:pt x="5755" y="0"/>
                    <a:pt x="5726" y="3"/>
                    <a:pt x="5694" y="9"/>
                  </a:cubicBezTo>
                  <a:cubicBezTo>
                    <a:pt x="4958" y="145"/>
                    <a:pt x="3484" y="1703"/>
                    <a:pt x="3632" y="2233"/>
                  </a:cubicBezTo>
                  <a:cubicBezTo>
                    <a:pt x="3781" y="2760"/>
                    <a:pt x="4245" y="3433"/>
                    <a:pt x="4245" y="3433"/>
                  </a:cubicBezTo>
                  <a:lnTo>
                    <a:pt x="3475" y="4204"/>
                  </a:lnTo>
                  <a:cubicBezTo>
                    <a:pt x="3475" y="4204"/>
                    <a:pt x="2428" y="3269"/>
                    <a:pt x="1474" y="3269"/>
                  </a:cubicBezTo>
                  <a:cubicBezTo>
                    <a:pt x="1325" y="3269"/>
                    <a:pt x="1178" y="3291"/>
                    <a:pt x="1038" y="3344"/>
                  </a:cubicBezTo>
                  <a:cubicBezTo>
                    <a:pt x="0" y="3734"/>
                    <a:pt x="1589" y="4038"/>
                    <a:pt x="1846" y="4400"/>
                  </a:cubicBezTo>
                  <a:cubicBezTo>
                    <a:pt x="2105" y="4762"/>
                    <a:pt x="2792" y="6615"/>
                    <a:pt x="3674" y="6778"/>
                  </a:cubicBezTo>
                  <a:cubicBezTo>
                    <a:pt x="3947" y="6828"/>
                    <a:pt x="4336" y="6904"/>
                    <a:pt x="4744" y="6984"/>
                  </a:cubicBezTo>
                  <a:cubicBezTo>
                    <a:pt x="4872" y="7009"/>
                    <a:pt x="4998" y="7021"/>
                    <a:pt x="5123" y="7021"/>
                  </a:cubicBezTo>
                  <a:cubicBezTo>
                    <a:pt x="6043" y="7021"/>
                    <a:pt x="6861" y="6369"/>
                    <a:pt x="7035" y="5432"/>
                  </a:cubicBezTo>
                  <a:lnTo>
                    <a:pt x="7152" y="4808"/>
                  </a:lnTo>
                  <a:cubicBezTo>
                    <a:pt x="7152" y="4808"/>
                    <a:pt x="7869" y="3808"/>
                    <a:pt x="7940" y="3186"/>
                  </a:cubicBezTo>
                  <a:cubicBezTo>
                    <a:pt x="8013" y="2563"/>
                    <a:pt x="8243" y="1628"/>
                    <a:pt x="7762" y="1362"/>
                  </a:cubicBezTo>
                  <a:cubicBezTo>
                    <a:pt x="7394" y="1157"/>
                    <a:pt x="7199" y="1133"/>
                    <a:pt x="7129" y="1133"/>
                  </a:cubicBezTo>
                  <a:cubicBezTo>
                    <a:pt x="7108" y="1133"/>
                    <a:pt x="7098" y="1136"/>
                    <a:pt x="7098" y="1136"/>
                  </a:cubicBezTo>
                  <a:cubicBezTo>
                    <a:pt x="7098" y="1136"/>
                    <a:pt x="7004" y="352"/>
                    <a:pt x="6532" y="352"/>
                  </a:cubicBezTo>
                  <a:cubicBezTo>
                    <a:pt x="6501" y="352"/>
                    <a:pt x="6469" y="355"/>
                    <a:pt x="6436" y="362"/>
                  </a:cubicBezTo>
                  <a:lnTo>
                    <a:pt x="6158" y="425"/>
                  </a:lnTo>
                  <a:cubicBezTo>
                    <a:pt x="6158" y="425"/>
                    <a:pt x="6125" y="0"/>
                    <a:pt x="5782"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1"/>
            <p:cNvSpPr/>
            <p:nvPr/>
          </p:nvSpPr>
          <p:spPr>
            <a:xfrm>
              <a:off x="7326956" y="4016169"/>
              <a:ext cx="114493" cy="222002"/>
            </a:xfrm>
            <a:custGeom>
              <a:avLst/>
              <a:gdLst/>
              <a:ahLst/>
              <a:cxnLst/>
              <a:rect l="l" t="t" r="r" b="b"/>
              <a:pathLst>
                <a:path w="1752" h="3397" fill="none" extrusionOk="0">
                  <a:moveTo>
                    <a:pt x="1474" y="1"/>
                  </a:moveTo>
                  <a:lnTo>
                    <a:pt x="54" y="1916"/>
                  </a:lnTo>
                  <a:cubicBezTo>
                    <a:pt x="54" y="1916"/>
                    <a:pt x="0" y="2945"/>
                    <a:pt x="252" y="3108"/>
                  </a:cubicBezTo>
                  <a:cubicBezTo>
                    <a:pt x="504" y="3271"/>
                    <a:pt x="939" y="3397"/>
                    <a:pt x="1010" y="3108"/>
                  </a:cubicBezTo>
                  <a:cubicBezTo>
                    <a:pt x="1082" y="2819"/>
                    <a:pt x="1173" y="2187"/>
                    <a:pt x="1173" y="2187"/>
                  </a:cubicBezTo>
                  <a:lnTo>
                    <a:pt x="1751" y="1520"/>
                  </a:ln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1"/>
            <p:cNvSpPr/>
            <p:nvPr/>
          </p:nvSpPr>
          <p:spPr>
            <a:xfrm>
              <a:off x="7403546" y="4158964"/>
              <a:ext cx="22546" cy="35552"/>
            </a:xfrm>
            <a:custGeom>
              <a:avLst/>
              <a:gdLst/>
              <a:ahLst/>
              <a:cxnLst/>
              <a:rect l="l" t="t" r="r" b="b"/>
              <a:pathLst>
                <a:path w="345" h="544" fill="none" extrusionOk="0">
                  <a:moveTo>
                    <a:pt x="1" y="1"/>
                  </a:moveTo>
                  <a:lnTo>
                    <a:pt x="345" y="543"/>
                  </a:ln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1"/>
            <p:cNvSpPr/>
            <p:nvPr/>
          </p:nvSpPr>
          <p:spPr>
            <a:xfrm>
              <a:off x="7250300" y="3969834"/>
              <a:ext cx="111552" cy="241935"/>
            </a:xfrm>
            <a:custGeom>
              <a:avLst/>
              <a:gdLst/>
              <a:ahLst/>
              <a:cxnLst/>
              <a:rect l="l" t="t" r="r" b="b"/>
              <a:pathLst>
                <a:path w="1707" h="3702" fill="none" extrusionOk="0">
                  <a:moveTo>
                    <a:pt x="1336" y="3701"/>
                  </a:moveTo>
                  <a:cubicBezTo>
                    <a:pt x="1336" y="3701"/>
                    <a:pt x="577" y="3634"/>
                    <a:pt x="343" y="3166"/>
                  </a:cubicBezTo>
                  <a:cubicBezTo>
                    <a:pt x="107" y="2697"/>
                    <a:pt x="1" y="1964"/>
                    <a:pt x="199" y="1707"/>
                  </a:cubicBezTo>
                  <a:cubicBezTo>
                    <a:pt x="398" y="1452"/>
                    <a:pt x="1707" y="1"/>
                    <a:pt x="1707" y="1"/>
                  </a:cubicBez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1"/>
            <p:cNvSpPr/>
            <p:nvPr/>
          </p:nvSpPr>
          <p:spPr>
            <a:xfrm>
              <a:off x="7236773" y="4166414"/>
              <a:ext cx="44503" cy="28886"/>
            </a:xfrm>
            <a:custGeom>
              <a:avLst/>
              <a:gdLst/>
              <a:ahLst/>
              <a:cxnLst/>
              <a:rect l="l" t="t" r="r" b="b"/>
              <a:pathLst>
                <a:path w="681" h="442" fill="none" extrusionOk="0">
                  <a:moveTo>
                    <a:pt x="0" y="1"/>
                  </a:moveTo>
                  <a:cubicBezTo>
                    <a:pt x="0" y="1"/>
                    <a:pt x="322" y="441"/>
                    <a:pt x="681" y="336"/>
                  </a:cubicBez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1"/>
            <p:cNvSpPr/>
            <p:nvPr/>
          </p:nvSpPr>
          <p:spPr>
            <a:xfrm>
              <a:off x="7186453" y="4216735"/>
              <a:ext cx="72538" cy="88487"/>
            </a:xfrm>
            <a:custGeom>
              <a:avLst/>
              <a:gdLst/>
              <a:ahLst/>
              <a:cxnLst/>
              <a:rect l="l" t="t" r="r" b="b"/>
              <a:pathLst>
                <a:path w="1110" h="1354" fill="none" extrusionOk="0">
                  <a:moveTo>
                    <a:pt x="1" y="0"/>
                  </a:moveTo>
                  <a:cubicBezTo>
                    <a:pt x="1" y="0"/>
                    <a:pt x="972" y="417"/>
                    <a:pt x="1110" y="1354"/>
                  </a:cubicBez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1"/>
            <p:cNvSpPr/>
            <p:nvPr/>
          </p:nvSpPr>
          <p:spPr>
            <a:xfrm>
              <a:off x="7271212" y="4205103"/>
              <a:ext cx="38034" cy="100120"/>
            </a:xfrm>
            <a:custGeom>
              <a:avLst/>
              <a:gdLst/>
              <a:ahLst/>
              <a:cxnLst/>
              <a:rect l="l" t="t" r="r" b="b"/>
              <a:pathLst>
                <a:path w="582" h="1532" fill="none" extrusionOk="0">
                  <a:moveTo>
                    <a:pt x="275" y="1532"/>
                  </a:moveTo>
                  <a:cubicBezTo>
                    <a:pt x="275" y="1532"/>
                    <a:pt x="1" y="632"/>
                    <a:pt x="582" y="0"/>
                  </a:cubicBez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1"/>
            <p:cNvSpPr/>
            <p:nvPr/>
          </p:nvSpPr>
          <p:spPr>
            <a:xfrm>
              <a:off x="7414721" y="4314633"/>
              <a:ext cx="65" cy="48426"/>
            </a:xfrm>
            <a:custGeom>
              <a:avLst/>
              <a:gdLst/>
              <a:ahLst/>
              <a:cxnLst/>
              <a:rect l="l" t="t" r="r" b="b"/>
              <a:pathLst>
                <a:path w="1" h="741" fill="none" extrusionOk="0">
                  <a:moveTo>
                    <a:pt x="0" y="1"/>
                  </a:moveTo>
                  <a:lnTo>
                    <a:pt x="0" y="741"/>
                  </a:ln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1"/>
            <p:cNvSpPr/>
            <p:nvPr/>
          </p:nvSpPr>
          <p:spPr>
            <a:xfrm>
              <a:off x="6418199" y="3608369"/>
              <a:ext cx="735514" cy="226381"/>
            </a:xfrm>
            <a:custGeom>
              <a:avLst/>
              <a:gdLst/>
              <a:ahLst/>
              <a:cxnLst/>
              <a:rect l="l" t="t" r="r" b="b"/>
              <a:pathLst>
                <a:path w="11255" h="3464" extrusionOk="0">
                  <a:moveTo>
                    <a:pt x="3182" y="1"/>
                  </a:moveTo>
                  <a:cubicBezTo>
                    <a:pt x="3182" y="1"/>
                    <a:pt x="1750" y="609"/>
                    <a:pt x="1" y="1261"/>
                  </a:cubicBezTo>
                  <a:cubicBezTo>
                    <a:pt x="1027" y="2565"/>
                    <a:pt x="3166" y="3464"/>
                    <a:pt x="5641" y="3464"/>
                  </a:cubicBezTo>
                  <a:cubicBezTo>
                    <a:pt x="8099" y="3464"/>
                    <a:pt x="10224" y="2579"/>
                    <a:pt x="11254" y="1291"/>
                  </a:cubicBezTo>
                  <a:cubicBezTo>
                    <a:pt x="9466" y="626"/>
                    <a:pt x="7990" y="1"/>
                    <a:pt x="7990" y="1"/>
                  </a:cubicBezTo>
                  <a:lnTo>
                    <a:pt x="5587" y="105"/>
                  </a:lnTo>
                  <a:lnTo>
                    <a:pt x="3182"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1"/>
            <p:cNvSpPr/>
            <p:nvPr/>
          </p:nvSpPr>
          <p:spPr>
            <a:xfrm>
              <a:off x="6906886" y="3193577"/>
              <a:ext cx="125733" cy="146651"/>
            </a:xfrm>
            <a:custGeom>
              <a:avLst/>
              <a:gdLst/>
              <a:ahLst/>
              <a:cxnLst/>
              <a:rect l="l" t="t" r="r" b="b"/>
              <a:pathLst>
                <a:path w="1924" h="2244" extrusionOk="0">
                  <a:moveTo>
                    <a:pt x="1209" y="1"/>
                  </a:moveTo>
                  <a:cubicBezTo>
                    <a:pt x="855" y="1"/>
                    <a:pt x="459" y="327"/>
                    <a:pt x="251" y="824"/>
                  </a:cubicBezTo>
                  <a:cubicBezTo>
                    <a:pt x="0" y="1420"/>
                    <a:pt x="117" y="2037"/>
                    <a:pt x="510" y="2203"/>
                  </a:cubicBezTo>
                  <a:cubicBezTo>
                    <a:pt x="576" y="2230"/>
                    <a:pt x="645" y="2243"/>
                    <a:pt x="716" y="2243"/>
                  </a:cubicBezTo>
                  <a:cubicBezTo>
                    <a:pt x="1070" y="2243"/>
                    <a:pt x="1465" y="1918"/>
                    <a:pt x="1674" y="1420"/>
                  </a:cubicBezTo>
                  <a:cubicBezTo>
                    <a:pt x="1923" y="824"/>
                    <a:pt x="1807" y="206"/>
                    <a:pt x="1415" y="41"/>
                  </a:cubicBezTo>
                  <a:cubicBezTo>
                    <a:pt x="1349" y="14"/>
                    <a:pt x="1280" y="1"/>
                    <a:pt x="1209"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1"/>
            <p:cNvSpPr/>
            <p:nvPr/>
          </p:nvSpPr>
          <p:spPr>
            <a:xfrm>
              <a:off x="6946946" y="3232069"/>
              <a:ext cx="55221" cy="61105"/>
            </a:xfrm>
            <a:custGeom>
              <a:avLst/>
              <a:gdLst/>
              <a:ahLst/>
              <a:cxnLst/>
              <a:rect l="l" t="t" r="r" b="b"/>
              <a:pathLst>
                <a:path w="845" h="935" fill="none" extrusionOk="0">
                  <a:moveTo>
                    <a:pt x="845" y="1"/>
                  </a:moveTo>
                  <a:cubicBezTo>
                    <a:pt x="601" y="47"/>
                    <a:pt x="120" y="229"/>
                    <a:pt x="1" y="935"/>
                  </a:cubicBezTo>
                </a:path>
              </a:pathLst>
            </a:custGeom>
            <a:noFill/>
            <a:ln w="2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1"/>
            <p:cNvSpPr/>
            <p:nvPr/>
          </p:nvSpPr>
          <p:spPr>
            <a:xfrm>
              <a:off x="6550467" y="3193577"/>
              <a:ext cx="125799" cy="146651"/>
            </a:xfrm>
            <a:custGeom>
              <a:avLst/>
              <a:gdLst/>
              <a:ahLst/>
              <a:cxnLst/>
              <a:rect l="l" t="t" r="r" b="b"/>
              <a:pathLst>
                <a:path w="1925" h="2244" extrusionOk="0">
                  <a:moveTo>
                    <a:pt x="716" y="1"/>
                  </a:moveTo>
                  <a:cubicBezTo>
                    <a:pt x="645" y="1"/>
                    <a:pt x="576" y="14"/>
                    <a:pt x="510" y="41"/>
                  </a:cubicBezTo>
                  <a:cubicBezTo>
                    <a:pt x="117" y="206"/>
                    <a:pt x="0" y="824"/>
                    <a:pt x="251" y="1420"/>
                  </a:cubicBezTo>
                  <a:cubicBezTo>
                    <a:pt x="459" y="1918"/>
                    <a:pt x="855" y="2243"/>
                    <a:pt x="1209" y="2243"/>
                  </a:cubicBezTo>
                  <a:cubicBezTo>
                    <a:pt x="1280" y="2243"/>
                    <a:pt x="1349" y="2230"/>
                    <a:pt x="1415" y="2203"/>
                  </a:cubicBezTo>
                  <a:cubicBezTo>
                    <a:pt x="1807" y="2037"/>
                    <a:pt x="1925" y="1420"/>
                    <a:pt x="1674" y="824"/>
                  </a:cubicBezTo>
                  <a:cubicBezTo>
                    <a:pt x="1465" y="327"/>
                    <a:pt x="1070" y="1"/>
                    <a:pt x="716"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1"/>
            <p:cNvSpPr/>
            <p:nvPr/>
          </p:nvSpPr>
          <p:spPr>
            <a:xfrm>
              <a:off x="6580986" y="3232069"/>
              <a:ext cx="55155" cy="61105"/>
            </a:xfrm>
            <a:custGeom>
              <a:avLst/>
              <a:gdLst/>
              <a:ahLst/>
              <a:cxnLst/>
              <a:rect l="l" t="t" r="r" b="b"/>
              <a:pathLst>
                <a:path w="844" h="935" fill="none" extrusionOk="0">
                  <a:moveTo>
                    <a:pt x="0" y="1"/>
                  </a:moveTo>
                  <a:cubicBezTo>
                    <a:pt x="243" y="47"/>
                    <a:pt x="725" y="229"/>
                    <a:pt x="844" y="935"/>
                  </a:cubicBezTo>
                </a:path>
              </a:pathLst>
            </a:custGeom>
            <a:noFill/>
            <a:ln w="2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1"/>
            <p:cNvSpPr/>
            <p:nvPr/>
          </p:nvSpPr>
          <p:spPr>
            <a:xfrm>
              <a:off x="6626339" y="3354148"/>
              <a:ext cx="316163" cy="336761"/>
            </a:xfrm>
            <a:custGeom>
              <a:avLst/>
              <a:gdLst/>
              <a:ahLst/>
              <a:cxnLst/>
              <a:rect l="l" t="t" r="r" b="b"/>
              <a:pathLst>
                <a:path w="4838" h="5153" extrusionOk="0">
                  <a:moveTo>
                    <a:pt x="322" y="1"/>
                  </a:moveTo>
                  <a:lnTo>
                    <a:pt x="0" y="5152"/>
                  </a:lnTo>
                  <a:lnTo>
                    <a:pt x="4837" y="5152"/>
                  </a:lnTo>
                  <a:lnTo>
                    <a:pt x="4658"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p:cNvSpPr/>
            <p:nvPr/>
          </p:nvSpPr>
          <p:spPr>
            <a:xfrm>
              <a:off x="6643264" y="3354148"/>
              <a:ext cx="295905" cy="237752"/>
            </a:xfrm>
            <a:custGeom>
              <a:avLst/>
              <a:gdLst/>
              <a:ahLst/>
              <a:cxnLst/>
              <a:rect l="l" t="t" r="r" b="b"/>
              <a:pathLst>
                <a:path w="4528" h="3638" extrusionOk="0">
                  <a:moveTo>
                    <a:pt x="66" y="1"/>
                  </a:moveTo>
                  <a:lnTo>
                    <a:pt x="0" y="1043"/>
                  </a:lnTo>
                  <a:cubicBezTo>
                    <a:pt x="377" y="1673"/>
                    <a:pt x="1755" y="3638"/>
                    <a:pt x="4306" y="3638"/>
                  </a:cubicBezTo>
                  <a:cubicBezTo>
                    <a:pt x="4379" y="3638"/>
                    <a:pt x="4453" y="3636"/>
                    <a:pt x="4528" y="3633"/>
                  </a:cubicBezTo>
                  <a:lnTo>
                    <a:pt x="4399" y="1"/>
                  </a:lnTo>
                  <a:close/>
                </a:path>
              </a:pathLst>
            </a:custGeom>
            <a:solidFill>
              <a:srgbClr val="502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p:cNvSpPr/>
            <p:nvPr/>
          </p:nvSpPr>
          <p:spPr>
            <a:xfrm>
              <a:off x="6612092" y="3107115"/>
              <a:ext cx="353936" cy="425837"/>
            </a:xfrm>
            <a:custGeom>
              <a:avLst/>
              <a:gdLst/>
              <a:ahLst/>
              <a:cxnLst/>
              <a:rect l="l" t="t" r="r" b="b"/>
              <a:pathLst>
                <a:path w="5416" h="6516" extrusionOk="0">
                  <a:moveTo>
                    <a:pt x="2535" y="0"/>
                  </a:moveTo>
                  <a:cubicBezTo>
                    <a:pt x="2199" y="1370"/>
                    <a:pt x="168" y="1444"/>
                    <a:pt x="160" y="1444"/>
                  </a:cubicBezTo>
                  <a:cubicBezTo>
                    <a:pt x="58" y="1845"/>
                    <a:pt x="0" y="2276"/>
                    <a:pt x="0" y="2727"/>
                  </a:cubicBezTo>
                  <a:cubicBezTo>
                    <a:pt x="0" y="4819"/>
                    <a:pt x="1213" y="6516"/>
                    <a:pt x="2709" y="6516"/>
                  </a:cubicBezTo>
                  <a:cubicBezTo>
                    <a:pt x="4203" y="6516"/>
                    <a:pt x="5416" y="4819"/>
                    <a:pt x="5416" y="2727"/>
                  </a:cubicBezTo>
                  <a:cubicBezTo>
                    <a:pt x="5416" y="2276"/>
                    <a:pt x="5359" y="1845"/>
                    <a:pt x="5255" y="1444"/>
                  </a:cubicBezTo>
                  <a:cubicBezTo>
                    <a:pt x="5138" y="1460"/>
                    <a:pt x="5025" y="1467"/>
                    <a:pt x="4915" y="1467"/>
                  </a:cubicBezTo>
                  <a:cubicBezTo>
                    <a:pt x="3336" y="1467"/>
                    <a:pt x="2535" y="0"/>
                    <a:pt x="2535"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1"/>
            <p:cNvSpPr/>
            <p:nvPr/>
          </p:nvSpPr>
          <p:spPr>
            <a:xfrm>
              <a:off x="6763182" y="3359507"/>
              <a:ext cx="47248" cy="24769"/>
            </a:xfrm>
            <a:custGeom>
              <a:avLst/>
              <a:gdLst/>
              <a:ahLst/>
              <a:cxnLst/>
              <a:rect l="l" t="t" r="r" b="b"/>
              <a:pathLst>
                <a:path w="723" h="379" fill="none" extrusionOk="0">
                  <a:moveTo>
                    <a:pt x="1" y="0"/>
                  </a:moveTo>
                  <a:cubicBezTo>
                    <a:pt x="1" y="0"/>
                    <a:pt x="254" y="378"/>
                    <a:pt x="723" y="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1"/>
            <p:cNvSpPr/>
            <p:nvPr/>
          </p:nvSpPr>
          <p:spPr>
            <a:xfrm>
              <a:off x="6853691" y="3276770"/>
              <a:ext cx="22154" cy="22154"/>
            </a:xfrm>
            <a:custGeom>
              <a:avLst/>
              <a:gdLst/>
              <a:ahLst/>
              <a:cxnLst/>
              <a:rect l="l" t="t" r="r" b="b"/>
              <a:pathLst>
                <a:path w="339" h="339" extrusionOk="0">
                  <a:moveTo>
                    <a:pt x="169" y="0"/>
                  </a:moveTo>
                  <a:cubicBezTo>
                    <a:pt x="76" y="0"/>
                    <a:pt x="0" y="76"/>
                    <a:pt x="0" y="169"/>
                  </a:cubicBezTo>
                  <a:cubicBezTo>
                    <a:pt x="0" y="263"/>
                    <a:pt x="76" y="338"/>
                    <a:pt x="169" y="338"/>
                  </a:cubicBezTo>
                  <a:cubicBezTo>
                    <a:pt x="263" y="338"/>
                    <a:pt x="338" y="263"/>
                    <a:pt x="338" y="169"/>
                  </a:cubicBezTo>
                  <a:cubicBezTo>
                    <a:pt x="338" y="76"/>
                    <a:pt x="263" y="0"/>
                    <a:pt x="1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1"/>
            <p:cNvSpPr/>
            <p:nvPr/>
          </p:nvSpPr>
          <p:spPr>
            <a:xfrm>
              <a:off x="6703909" y="3276770"/>
              <a:ext cx="22154" cy="22154"/>
            </a:xfrm>
            <a:custGeom>
              <a:avLst/>
              <a:gdLst/>
              <a:ahLst/>
              <a:cxnLst/>
              <a:rect l="l" t="t" r="r" b="b"/>
              <a:pathLst>
                <a:path w="339" h="339" extrusionOk="0">
                  <a:moveTo>
                    <a:pt x="169" y="0"/>
                  </a:moveTo>
                  <a:cubicBezTo>
                    <a:pt x="76" y="0"/>
                    <a:pt x="0" y="76"/>
                    <a:pt x="0" y="169"/>
                  </a:cubicBezTo>
                  <a:cubicBezTo>
                    <a:pt x="0" y="263"/>
                    <a:pt x="76" y="338"/>
                    <a:pt x="169" y="338"/>
                  </a:cubicBezTo>
                  <a:cubicBezTo>
                    <a:pt x="263" y="338"/>
                    <a:pt x="338" y="263"/>
                    <a:pt x="338" y="169"/>
                  </a:cubicBezTo>
                  <a:cubicBezTo>
                    <a:pt x="338" y="76"/>
                    <a:pt x="263" y="0"/>
                    <a:pt x="1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1"/>
            <p:cNvSpPr/>
            <p:nvPr/>
          </p:nvSpPr>
          <p:spPr>
            <a:xfrm>
              <a:off x="6745395" y="3410153"/>
              <a:ext cx="82800" cy="28375"/>
            </a:xfrm>
            <a:custGeom>
              <a:avLst/>
              <a:gdLst/>
              <a:ahLst/>
              <a:cxnLst/>
              <a:rect l="l" t="t" r="r" b="b"/>
              <a:pathLst>
                <a:path w="723" h="108" fill="none" extrusionOk="0">
                  <a:moveTo>
                    <a:pt x="1" y="1"/>
                  </a:moveTo>
                  <a:cubicBezTo>
                    <a:pt x="1" y="1"/>
                    <a:pt x="416" y="107"/>
                    <a:pt x="723" y="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1"/>
            <p:cNvSpPr/>
            <p:nvPr/>
          </p:nvSpPr>
          <p:spPr>
            <a:xfrm>
              <a:off x="6678357" y="3217953"/>
              <a:ext cx="73192" cy="28363"/>
            </a:xfrm>
            <a:custGeom>
              <a:avLst/>
              <a:gdLst/>
              <a:ahLst/>
              <a:cxnLst/>
              <a:rect l="l" t="t" r="r" b="b"/>
              <a:pathLst>
                <a:path w="1120" h="434" fill="none" extrusionOk="0">
                  <a:moveTo>
                    <a:pt x="0" y="433"/>
                  </a:moveTo>
                  <a:cubicBezTo>
                    <a:pt x="0" y="433"/>
                    <a:pt x="507" y="0"/>
                    <a:pt x="1119" y="433"/>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1"/>
            <p:cNvSpPr/>
            <p:nvPr/>
          </p:nvSpPr>
          <p:spPr>
            <a:xfrm>
              <a:off x="6828205" y="3217953"/>
              <a:ext cx="73127" cy="28363"/>
            </a:xfrm>
            <a:custGeom>
              <a:avLst/>
              <a:gdLst/>
              <a:ahLst/>
              <a:cxnLst/>
              <a:rect l="l" t="t" r="r" b="b"/>
              <a:pathLst>
                <a:path w="1119" h="434" fill="none" extrusionOk="0">
                  <a:moveTo>
                    <a:pt x="0" y="433"/>
                  </a:moveTo>
                  <a:cubicBezTo>
                    <a:pt x="0" y="433"/>
                    <a:pt x="506" y="0"/>
                    <a:pt x="1118" y="433"/>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1"/>
            <p:cNvSpPr/>
            <p:nvPr/>
          </p:nvSpPr>
          <p:spPr>
            <a:xfrm>
              <a:off x="7195929" y="3470018"/>
              <a:ext cx="437714" cy="419890"/>
            </a:xfrm>
            <a:custGeom>
              <a:avLst/>
              <a:gdLst/>
              <a:ahLst/>
              <a:cxnLst/>
              <a:rect l="l" t="t" r="r" b="b"/>
              <a:pathLst>
                <a:path w="6698" h="6425" extrusionOk="0">
                  <a:moveTo>
                    <a:pt x="1193" y="1"/>
                  </a:moveTo>
                  <a:cubicBezTo>
                    <a:pt x="538" y="1"/>
                    <a:pt x="1" y="537"/>
                    <a:pt x="1" y="1193"/>
                  </a:cubicBezTo>
                  <a:lnTo>
                    <a:pt x="1" y="4167"/>
                  </a:lnTo>
                  <a:cubicBezTo>
                    <a:pt x="1" y="4822"/>
                    <a:pt x="536" y="5358"/>
                    <a:pt x="1193" y="5358"/>
                  </a:cubicBezTo>
                  <a:lnTo>
                    <a:pt x="1990" y="5358"/>
                  </a:lnTo>
                  <a:lnTo>
                    <a:pt x="1990" y="6120"/>
                  </a:lnTo>
                  <a:cubicBezTo>
                    <a:pt x="1990" y="6304"/>
                    <a:pt x="2140" y="6424"/>
                    <a:pt x="2296" y="6424"/>
                  </a:cubicBezTo>
                  <a:cubicBezTo>
                    <a:pt x="2375" y="6424"/>
                    <a:pt x="2456" y="6393"/>
                    <a:pt x="2520" y="6324"/>
                  </a:cubicBezTo>
                  <a:lnTo>
                    <a:pt x="3390" y="5360"/>
                  </a:lnTo>
                  <a:lnTo>
                    <a:pt x="5507" y="5360"/>
                  </a:lnTo>
                  <a:cubicBezTo>
                    <a:pt x="6161" y="5360"/>
                    <a:pt x="6697" y="4825"/>
                    <a:pt x="6697" y="4170"/>
                  </a:cubicBezTo>
                  <a:lnTo>
                    <a:pt x="6697" y="1194"/>
                  </a:lnTo>
                  <a:cubicBezTo>
                    <a:pt x="6697" y="537"/>
                    <a:pt x="6162" y="1"/>
                    <a:pt x="550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1"/>
            <p:cNvSpPr/>
            <p:nvPr/>
          </p:nvSpPr>
          <p:spPr>
            <a:xfrm>
              <a:off x="7282649" y="3520927"/>
              <a:ext cx="247154" cy="246967"/>
            </a:xfrm>
            <a:custGeom>
              <a:avLst/>
              <a:gdLst/>
              <a:ahLst/>
              <a:cxnLst/>
              <a:rect l="l" t="t" r="r" b="b"/>
              <a:pathLst>
                <a:path w="3782" h="3779" extrusionOk="0">
                  <a:moveTo>
                    <a:pt x="3565" y="212"/>
                  </a:moveTo>
                  <a:lnTo>
                    <a:pt x="3565" y="218"/>
                  </a:lnTo>
                  <a:lnTo>
                    <a:pt x="3565" y="2147"/>
                  </a:lnTo>
                  <a:lnTo>
                    <a:pt x="3006" y="1512"/>
                  </a:lnTo>
                  <a:cubicBezTo>
                    <a:pt x="2985" y="1490"/>
                    <a:pt x="2958" y="1477"/>
                    <a:pt x="2929" y="1475"/>
                  </a:cubicBezTo>
                  <a:cubicBezTo>
                    <a:pt x="2927" y="1475"/>
                    <a:pt x="2925" y="1475"/>
                    <a:pt x="2924" y="1475"/>
                  </a:cubicBezTo>
                  <a:cubicBezTo>
                    <a:pt x="2893" y="1475"/>
                    <a:pt x="2868" y="1488"/>
                    <a:pt x="2849" y="1508"/>
                  </a:cubicBezTo>
                  <a:lnTo>
                    <a:pt x="2288" y="2076"/>
                  </a:lnTo>
                  <a:lnTo>
                    <a:pt x="1677" y="1438"/>
                  </a:lnTo>
                  <a:cubicBezTo>
                    <a:pt x="1656" y="1416"/>
                    <a:pt x="1628" y="1405"/>
                    <a:pt x="1599" y="1405"/>
                  </a:cubicBezTo>
                  <a:cubicBezTo>
                    <a:pt x="1574" y="1405"/>
                    <a:pt x="1550" y="1413"/>
                    <a:pt x="1531" y="1429"/>
                  </a:cubicBezTo>
                  <a:lnTo>
                    <a:pt x="219" y="2513"/>
                  </a:lnTo>
                  <a:lnTo>
                    <a:pt x="219" y="212"/>
                  </a:lnTo>
                  <a:close/>
                  <a:moveTo>
                    <a:pt x="1588" y="1665"/>
                  </a:moveTo>
                  <a:lnTo>
                    <a:pt x="2131" y="2230"/>
                  </a:lnTo>
                  <a:lnTo>
                    <a:pt x="1752" y="2587"/>
                  </a:lnTo>
                  <a:cubicBezTo>
                    <a:pt x="1709" y="2629"/>
                    <a:pt x="1706" y="2697"/>
                    <a:pt x="1747" y="2741"/>
                  </a:cubicBezTo>
                  <a:cubicBezTo>
                    <a:pt x="1769" y="2763"/>
                    <a:pt x="1797" y="2774"/>
                    <a:pt x="1827" y="2774"/>
                  </a:cubicBezTo>
                  <a:cubicBezTo>
                    <a:pt x="1854" y="2774"/>
                    <a:pt x="1881" y="2765"/>
                    <a:pt x="1901" y="2746"/>
                  </a:cubicBezTo>
                  <a:lnTo>
                    <a:pt x="2361" y="2311"/>
                  </a:lnTo>
                  <a:cubicBezTo>
                    <a:pt x="2361" y="2311"/>
                    <a:pt x="2361" y="2310"/>
                    <a:pt x="2362" y="2310"/>
                  </a:cubicBezTo>
                  <a:cubicBezTo>
                    <a:pt x="2365" y="2310"/>
                    <a:pt x="2365" y="2310"/>
                    <a:pt x="2365" y="2308"/>
                  </a:cubicBezTo>
                  <a:lnTo>
                    <a:pt x="2921" y="1741"/>
                  </a:lnTo>
                  <a:lnTo>
                    <a:pt x="3563" y="2471"/>
                  </a:lnTo>
                  <a:lnTo>
                    <a:pt x="3563" y="3562"/>
                  </a:lnTo>
                  <a:lnTo>
                    <a:pt x="217" y="3562"/>
                  </a:lnTo>
                  <a:lnTo>
                    <a:pt x="217" y="2799"/>
                  </a:lnTo>
                  <a:lnTo>
                    <a:pt x="1588" y="1665"/>
                  </a:lnTo>
                  <a:close/>
                  <a:moveTo>
                    <a:pt x="107" y="0"/>
                  </a:moveTo>
                  <a:cubicBezTo>
                    <a:pt x="48" y="0"/>
                    <a:pt x="1" y="49"/>
                    <a:pt x="1" y="108"/>
                  </a:cubicBezTo>
                  <a:lnTo>
                    <a:pt x="1" y="3672"/>
                  </a:lnTo>
                  <a:cubicBezTo>
                    <a:pt x="1" y="3731"/>
                    <a:pt x="48" y="3779"/>
                    <a:pt x="107" y="3779"/>
                  </a:cubicBezTo>
                  <a:lnTo>
                    <a:pt x="3671" y="3779"/>
                  </a:lnTo>
                  <a:cubicBezTo>
                    <a:pt x="3731" y="3779"/>
                    <a:pt x="3778" y="3731"/>
                    <a:pt x="3778" y="3672"/>
                  </a:cubicBezTo>
                  <a:lnTo>
                    <a:pt x="3778" y="108"/>
                  </a:lnTo>
                  <a:cubicBezTo>
                    <a:pt x="3781" y="49"/>
                    <a:pt x="3732" y="0"/>
                    <a:pt x="3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1"/>
            <p:cNvSpPr/>
            <p:nvPr/>
          </p:nvSpPr>
          <p:spPr>
            <a:xfrm>
              <a:off x="7325192" y="3549290"/>
              <a:ext cx="63716" cy="63719"/>
            </a:xfrm>
            <a:custGeom>
              <a:avLst/>
              <a:gdLst/>
              <a:ahLst/>
              <a:cxnLst/>
              <a:rect l="l" t="t" r="r" b="b"/>
              <a:pathLst>
                <a:path w="975" h="975" extrusionOk="0">
                  <a:moveTo>
                    <a:pt x="487" y="217"/>
                  </a:moveTo>
                  <a:cubicBezTo>
                    <a:pt x="638" y="217"/>
                    <a:pt x="758" y="338"/>
                    <a:pt x="758" y="487"/>
                  </a:cubicBezTo>
                  <a:cubicBezTo>
                    <a:pt x="758" y="638"/>
                    <a:pt x="635" y="758"/>
                    <a:pt x="487" y="758"/>
                  </a:cubicBezTo>
                  <a:cubicBezTo>
                    <a:pt x="337" y="758"/>
                    <a:pt x="217" y="635"/>
                    <a:pt x="217" y="487"/>
                  </a:cubicBezTo>
                  <a:cubicBezTo>
                    <a:pt x="217" y="337"/>
                    <a:pt x="337" y="217"/>
                    <a:pt x="487" y="217"/>
                  </a:cubicBezTo>
                  <a:close/>
                  <a:moveTo>
                    <a:pt x="487" y="0"/>
                  </a:moveTo>
                  <a:cubicBezTo>
                    <a:pt x="218" y="0"/>
                    <a:pt x="1" y="218"/>
                    <a:pt x="1" y="488"/>
                  </a:cubicBezTo>
                  <a:cubicBezTo>
                    <a:pt x="1" y="757"/>
                    <a:pt x="218" y="974"/>
                    <a:pt x="487" y="974"/>
                  </a:cubicBezTo>
                  <a:cubicBezTo>
                    <a:pt x="757" y="974"/>
                    <a:pt x="975" y="757"/>
                    <a:pt x="975" y="488"/>
                  </a:cubicBezTo>
                  <a:cubicBezTo>
                    <a:pt x="975" y="218"/>
                    <a:pt x="757" y="0"/>
                    <a:pt x="4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1"/>
            <p:cNvSpPr/>
            <p:nvPr/>
          </p:nvSpPr>
          <p:spPr>
            <a:xfrm>
              <a:off x="6775525" y="3173750"/>
              <a:ext cx="22553" cy="27110"/>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1"/>
            <p:cNvSpPr/>
            <p:nvPr/>
          </p:nvSpPr>
          <p:spPr>
            <a:xfrm>
              <a:off x="5487426" y="4400818"/>
              <a:ext cx="1340786" cy="942841"/>
            </a:xfrm>
            <a:custGeom>
              <a:avLst/>
              <a:gdLst/>
              <a:ahLst/>
              <a:cxnLst/>
              <a:rect l="l" t="t" r="r" b="b"/>
              <a:pathLst>
                <a:path w="20517" h="14427" extrusionOk="0">
                  <a:moveTo>
                    <a:pt x="15671" y="1"/>
                  </a:moveTo>
                  <a:cubicBezTo>
                    <a:pt x="15389" y="1"/>
                    <a:pt x="15121" y="115"/>
                    <a:pt x="14925" y="318"/>
                  </a:cubicBezTo>
                  <a:lnTo>
                    <a:pt x="12578" y="2781"/>
                  </a:lnTo>
                  <a:lnTo>
                    <a:pt x="10160" y="4475"/>
                  </a:lnTo>
                  <a:lnTo>
                    <a:pt x="10575" y="1553"/>
                  </a:lnTo>
                  <a:cubicBezTo>
                    <a:pt x="10575" y="1552"/>
                    <a:pt x="6430" y="509"/>
                    <a:pt x="5348" y="509"/>
                  </a:cubicBezTo>
                  <a:cubicBezTo>
                    <a:pt x="5301" y="509"/>
                    <a:pt x="5260" y="511"/>
                    <a:pt x="5225" y="515"/>
                  </a:cubicBezTo>
                  <a:cubicBezTo>
                    <a:pt x="5225" y="515"/>
                    <a:pt x="1" y="9853"/>
                    <a:pt x="4187" y="13606"/>
                  </a:cubicBezTo>
                  <a:cubicBezTo>
                    <a:pt x="4829" y="14180"/>
                    <a:pt x="5500" y="14426"/>
                    <a:pt x="6178" y="14426"/>
                  </a:cubicBezTo>
                  <a:cubicBezTo>
                    <a:pt x="9923" y="14426"/>
                    <a:pt x="13863" y="6920"/>
                    <a:pt x="13985" y="5972"/>
                  </a:cubicBezTo>
                  <a:cubicBezTo>
                    <a:pt x="13985" y="5972"/>
                    <a:pt x="14346" y="6032"/>
                    <a:pt x="14771" y="6032"/>
                  </a:cubicBezTo>
                  <a:cubicBezTo>
                    <a:pt x="15251" y="6032"/>
                    <a:pt x="15813" y="5956"/>
                    <a:pt x="16023" y="5630"/>
                  </a:cubicBezTo>
                  <a:cubicBezTo>
                    <a:pt x="16023" y="5630"/>
                    <a:pt x="17496" y="6141"/>
                    <a:pt x="18153" y="6141"/>
                  </a:cubicBezTo>
                  <a:cubicBezTo>
                    <a:pt x="18277" y="6141"/>
                    <a:pt x="18371" y="6123"/>
                    <a:pt x="18422" y="6081"/>
                  </a:cubicBezTo>
                  <a:cubicBezTo>
                    <a:pt x="18747" y="5809"/>
                    <a:pt x="16636" y="4619"/>
                    <a:pt x="16636" y="4619"/>
                  </a:cubicBezTo>
                  <a:lnTo>
                    <a:pt x="16636" y="4619"/>
                  </a:lnTo>
                  <a:cubicBezTo>
                    <a:pt x="16636" y="4619"/>
                    <a:pt x="18068" y="4977"/>
                    <a:pt x="18892" y="4977"/>
                  </a:cubicBezTo>
                  <a:cubicBezTo>
                    <a:pt x="19193" y="4977"/>
                    <a:pt x="19412" y="4929"/>
                    <a:pt x="19451" y="4798"/>
                  </a:cubicBezTo>
                  <a:cubicBezTo>
                    <a:pt x="19583" y="4356"/>
                    <a:pt x="18585" y="3986"/>
                    <a:pt x="18585" y="3986"/>
                  </a:cubicBezTo>
                  <a:lnTo>
                    <a:pt x="18585" y="3986"/>
                  </a:lnTo>
                  <a:cubicBezTo>
                    <a:pt x="18585" y="3986"/>
                    <a:pt x="18970" y="4040"/>
                    <a:pt x="19379" y="4040"/>
                  </a:cubicBezTo>
                  <a:cubicBezTo>
                    <a:pt x="19787" y="4040"/>
                    <a:pt x="20219" y="3986"/>
                    <a:pt x="20318" y="3769"/>
                  </a:cubicBezTo>
                  <a:cubicBezTo>
                    <a:pt x="20517" y="3336"/>
                    <a:pt x="19541" y="3228"/>
                    <a:pt x="18966" y="2904"/>
                  </a:cubicBezTo>
                  <a:cubicBezTo>
                    <a:pt x="18387" y="2580"/>
                    <a:pt x="16891" y="1587"/>
                    <a:pt x="16169" y="1515"/>
                  </a:cubicBezTo>
                  <a:cubicBezTo>
                    <a:pt x="16169" y="1515"/>
                    <a:pt x="16926" y="1301"/>
                    <a:pt x="17785" y="1301"/>
                  </a:cubicBezTo>
                  <a:cubicBezTo>
                    <a:pt x="18098" y="1301"/>
                    <a:pt x="18424" y="1329"/>
                    <a:pt x="18732" y="1406"/>
                  </a:cubicBezTo>
                  <a:cubicBezTo>
                    <a:pt x="18732" y="1406"/>
                    <a:pt x="19145" y="1517"/>
                    <a:pt x="19533" y="1517"/>
                  </a:cubicBezTo>
                  <a:cubicBezTo>
                    <a:pt x="19751" y="1517"/>
                    <a:pt x="19961" y="1482"/>
                    <a:pt x="20084" y="1372"/>
                  </a:cubicBezTo>
                  <a:cubicBezTo>
                    <a:pt x="20428" y="1064"/>
                    <a:pt x="18461" y="1"/>
                    <a:pt x="16763"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1"/>
            <p:cNvSpPr/>
            <p:nvPr/>
          </p:nvSpPr>
          <p:spPr>
            <a:xfrm>
              <a:off x="5588515" y="4434098"/>
              <a:ext cx="599390" cy="729334"/>
            </a:xfrm>
            <a:custGeom>
              <a:avLst/>
              <a:gdLst/>
              <a:ahLst/>
              <a:cxnLst/>
              <a:rect l="l" t="t" r="r" b="b"/>
              <a:pathLst>
                <a:path w="9172" h="11160" extrusionOk="0">
                  <a:moveTo>
                    <a:pt x="3944" y="1"/>
                  </a:moveTo>
                  <a:cubicBezTo>
                    <a:pt x="3897" y="1"/>
                    <a:pt x="3856" y="3"/>
                    <a:pt x="3821" y="7"/>
                  </a:cubicBezTo>
                  <a:cubicBezTo>
                    <a:pt x="3821" y="7"/>
                    <a:pt x="1" y="6834"/>
                    <a:pt x="1511" y="11159"/>
                  </a:cubicBezTo>
                  <a:cubicBezTo>
                    <a:pt x="1427" y="6822"/>
                    <a:pt x="8756" y="3965"/>
                    <a:pt x="8756" y="3965"/>
                  </a:cubicBezTo>
                  <a:lnTo>
                    <a:pt x="9171" y="1043"/>
                  </a:lnTo>
                  <a:cubicBezTo>
                    <a:pt x="9171" y="1043"/>
                    <a:pt x="5026" y="1"/>
                    <a:pt x="3944" y="1"/>
                  </a:cubicBezTo>
                  <a:close/>
                </a:path>
              </a:pathLst>
            </a:custGeom>
            <a:solidFill>
              <a:srgbClr val="502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Bowlby One"/>
                <a:ea typeface="Bowlby One"/>
                <a:cs typeface="Bowlby One"/>
                <a:sym typeface="Bowlby One"/>
              </a:rPr>
              <a:t>TABLE OF CONTENTS</a:t>
            </a:r>
            <a:endParaRPr>
              <a:latin typeface="Bowlby One"/>
              <a:ea typeface="Bowlby One"/>
              <a:cs typeface="Bowlby One"/>
              <a:sym typeface="Bowlby One"/>
            </a:endParaRPr>
          </a:p>
        </p:txBody>
      </p:sp>
      <p:sp>
        <p:nvSpPr>
          <p:cNvPr id="561" name="Google Shape;561;p33"/>
          <p:cNvSpPr txBox="1">
            <a:spLocks noGrp="1"/>
          </p:cNvSpPr>
          <p:nvPr>
            <p:ph type="title" idx="2"/>
          </p:nvPr>
        </p:nvSpPr>
        <p:spPr>
          <a:xfrm>
            <a:off x="2819850" y="1321488"/>
            <a:ext cx="707400" cy="40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562" name="Google Shape;562;p33"/>
          <p:cNvSpPr txBox="1">
            <a:spLocks noGrp="1"/>
          </p:cNvSpPr>
          <p:nvPr>
            <p:ph type="subTitle" idx="3"/>
          </p:nvPr>
        </p:nvSpPr>
        <p:spPr>
          <a:xfrm>
            <a:off x="1864050" y="1789929"/>
            <a:ext cx="2619000" cy="405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THE DATA</a:t>
            </a:r>
            <a:endParaRPr/>
          </a:p>
        </p:txBody>
      </p:sp>
      <p:sp>
        <p:nvSpPr>
          <p:cNvPr id="563" name="Google Shape;563;p33"/>
          <p:cNvSpPr txBox="1">
            <a:spLocks noGrp="1"/>
          </p:cNvSpPr>
          <p:nvPr>
            <p:ph type="title" idx="4"/>
          </p:nvPr>
        </p:nvSpPr>
        <p:spPr>
          <a:xfrm>
            <a:off x="5942675" y="1321488"/>
            <a:ext cx="707400" cy="40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564" name="Google Shape;564;p33"/>
          <p:cNvSpPr txBox="1">
            <a:spLocks noGrp="1"/>
          </p:cNvSpPr>
          <p:nvPr>
            <p:ph type="subTitle" idx="6"/>
          </p:nvPr>
        </p:nvSpPr>
        <p:spPr>
          <a:xfrm>
            <a:off x="4889675" y="1795150"/>
            <a:ext cx="2813400" cy="405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RECOMMENDATIONS</a:t>
            </a:r>
            <a:endParaRPr/>
          </a:p>
        </p:txBody>
      </p:sp>
      <p:sp>
        <p:nvSpPr>
          <p:cNvPr id="565" name="Google Shape;565;p33"/>
          <p:cNvSpPr txBox="1">
            <a:spLocks noGrp="1"/>
          </p:cNvSpPr>
          <p:nvPr>
            <p:ph type="title" idx="7"/>
          </p:nvPr>
        </p:nvSpPr>
        <p:spPr>
          <a:xfrm>
            <a:off x="2819850" y="2268800"/>
            <a:ext cx="707400" cy="40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566" name="Google Shape;566;p33"/>
          <p:cNvSpPr txBox="1">
            <a:spLocks noGrp="1"/>
          </p:cNvSpPr>
          <p:nvPr>
            <p:ph type="subTitle" idx="9"/>
          </p:nvPr>
        </p:nvSpPr>
        <p:spPr>
          <a:xfrm>
            <a:off x="2015475" y="2855402"/>
            <a:ext cx="2336400" cy="405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METHODOLOGY</a:t>
            </a:r>
            <a:endParaRPr/>
          </a:p>
        </p:txBody>
      </p:sp>
      <p:sp>
        <p:nvSpPr>
          <p:cNvPr id="567" name="Google Shape;567;p33"/>
          <p:cNvSpPr txBox="1">
            <a:spLocks noGrp="1"/>
          </p:cNvSpPr>
          <p:nvPr>
            <p:ph type="title" idx="13"/>
          </p:nvPr>
        </p:nvSpPr>
        <p:spPr>
          <a:xfrm>
            <a:off x="5942675" y="2268800"/>
            <a:ext cx="707400" cy="40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568" name="Google Shape;568;p33"/>
          <p:cNvSpPr txBox="1">
            <a:spLocks noGrp="1"/>
          </p:cNvSpPr>
          <p:nvPr>
            <p:ph type="subTitle" idx="15"/>
          </p:nvPr>
        </p:nvSpPr>
        <p:spPr>
          <a:xfrm>
            <a:off x="5128175" y="2748600"/>
            <a:ext cx="2336400" cy="61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LIMITATIONS </a:t>
            </a:r>
            <a:endParaRPr/>
          </a:p>
          <a:p>
            <a:pPr marL="0" lvl="0" indent="0" algn="ctr" rtl="0">
              <a:spcBef>
                <a:spcPts val="0"/>
              </a:spcBef>
              <a:spcAft>
                <a:spcPts val="0"/>
              </a:spcAft>
              <a:buNone/>
            </a:pPr>
            <a:r>
              <a:rPr lang="en"/>
              <a:t>&amp; FUTURE WORKS</a:t>
            </a:r>
            <a:endParaRPr/>
          </a:p>
        </p:txBody>
      </p:sp>
      <p:sp>
        <p:nvSpPr>
          <p:cNvPr id="569" name="Google Shape;569;p33"/>
          <p:cNvSpPr txBox="1">
            <a:spLocks noGrp="1"/>
          </p:cNvSpPr>
          <p:nvPr>
            <p:ph type="title" idx="16"/>
          </p:nvPr>
        </p:nvSpPr>
        <p:spPr>
          <a:xfrm>
            <a:off x="2819850" y="3441988"/>
            <a:ext cx="707400" cy="40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570" name="Google Shape;570;p33"/>
          <p:cNvSpPr txBox="1">
            <a:spLocks noGrp="1"/>
          </p:cNvSpPr>
          <p:nvPr>
            <p:ph type="subTitle" idx="18"/>
          </p:nvPr>
        </p:nvSpPr>
        <p:spPr>
          <a:xfrm>
            <a:off x="2005350" y="3923500"/>
            <a:ext cx="2336400" cy="405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RESULTS</a:t>
            </a:r>
            <a:endParaRPr/>
          </a:p>
        </p:txBody>
      </p:sp>
      <p:sp>
        <p:nvSpPr>
          <p:cNvPr id="571" name="Google Shape;571;p33"/>
          <p:cNvSpPr txBox="1">
            <a:spLocks noGrp="1"/>
          </p:cNvSpPr>
          <p:nvPr>
            <p:ph type="title" idx="19"/>
          </p:nvPr>
        </p:nvSpPr>
        <p:spPr>
          <a:xfrm>
            <a:off x="5942675" y="3441988"/>
            <a:ext cx="707400" cy="40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572" name="Google Shape;572;p33"/>
          <p:cNvSpPr txBox="1">
            <a:spLocks noGrp="1"/>
          </p:cNvSpPr>
          <p:nvPr>
            <p:ph type="subTitle" idx="21"/>
          </p:nvPr>
        </p:nvSpPr>
        <p:spPr>
          <a:xfrm>
            <a:off x="5128175" y="3929150"/>
            <a:ext cx="2336400" cy="405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CONCLUSIONS</a:t>
            </a:r>
            <a:endParaRPr/>
          </a:p>
        </p:txBody>
      </p:sp>
      <p:sp>
        <p:nvSpPr>
          <p:cNvPr id="573" name="Google Shape;573;p33"/>
          <p:cNvSpPr/>
          <p:nvPr/>
        </p:nvSpPr>
        <p:spPr>
          <a:xfrm rot="-1149736">
            <a:off x="8171650" y="4072099"/>
            <a:ext cx="537783" cy="468222"/>
          </a:xfrm>
          <a:custGeom>
            <a:avLst/>
            <a:gdLst/>
            <a:ahLst/>
            <a:cxnLst/>
            <a:rect l="l" t="t" r="r" b="b"/>
            <a:pathLst>
              <a:path w="6958" h="6058" extrusionOk="0">
                <a:moveTo>
                  <a:pt x="3903" y="1"/>
                </a:moveTo>
                <a:cubicBezTo>
                  <a:pt x="3640" y="1"/>
                  <a:pt x="3429" y="195"/>
                  <a:pt x="3429" y="435"/>
                </a:cubicBezTo>
                <a:lnTo>
                  <a:pt x="3429" y="898"/>
                </a:lnTo>
                <a:cubicBezTo>
                  <a:pt x="3304" y="2429"/>
                  <a:pt x="2141" y="2828"/>
                  <a:pt x="2141" y="2828"/>
                </a:cubicBezTo>
                <a:lnTo>
                  <a:pt x="2141" y="2396"/>
                </a:lnTo>
                <a:lnTo>
                  <a:pt x="0" y="2396"/>
                </a:lnTo>
                <a:lnTo>
                  <a:pt x="0" y="6058"/>
                </a:lnTo>
                <a:lnTo>
                  <a:pt x="2141" y="6058"/>
                </a:lnTo>
                <a:lnTo>
                  <a:pt x="2141" y="5594"/>
                </a:lnTo>
                <a:cubicBezTo>
                  <a:pt x="2141" y="5594"/>
                  <a:pt x="2633" y="5935"/>
                  <a:pt x="4016" y="5954"/>
                </a:cubicBezTo>
                <a:cubicBezTo>
                  <a:pt x="4083" y="5985"/>
                  <a:pt x="4155" y="6006"/>
                  <a:pt x="4233" y="6006"/>
                </a:cubicBezTo>
                <a:lnTo>
                  <a:pt x="5862" y="6006"/>
                </a:lnTo>
                <a:cubicBezTo>
                  <a:pt x="6136" y="6006"/>
                  <a:pt x="6358" y="5782"/>
                  <a:pt x="6358" y="5508"/>
                </a:cubicBezTo>
                <a:cubicBezTo>
                  <a:pt x="6358" y="5335"/>
                  <a:pt x="6269" y="5183"/>
                  <a:pt x="6136" y="5094"/>
                </a:cubicBezTo>
                <a:cubicBezTo>
                  <a:pt x="6375" y="5057"/>
                  <a:pt x="6558" y="4853"/>
                  <a:pt x="6558" y="4605"/>
                </a:cubicBezTo>
                <a:cubicBezTo>
                  <a:pt x="6558" y="4433"/>
                  <a:pt x="6470" y="4281"/>
                  <a:pt x="6336" y="4192"/>
                </a:cubicBezTo>
                <a:cubicBezTo>
                  <a:pt x="6575" y="4154"/>
                  <a:pt x="6759" y="3951"/>
                  <a:pt x="6759" y="3702"/>
                </a:cubicBezTo>
                <a:cubicBezTo>
                  <a:pt x="6759" y="3530"/>
                  <a:pt x="6670" y="3378"/>
                  <a:pt x="6536" y="3287"/>
                </a:cubicBezTo>
                <a:cubicBezTo>
                  <a:pt x="6772" y="3252"/>
                  <a:pt x="6957" y="3049"/>
                  <a:pt x="6957" y="2800"/>
                </a:cubicBezTo>
                <a:cubicBezTo>
                  <a:pt x="6957" y="2525"/>
                  <a:pt x="6735" y="2301"/>
                  <a:pt x="6461" y="2301"/>
                </a:cubicBezTo>
                <a:lnTo>
                  <a:pt x="4831" y="2301"/>
                </a:lnTo>
                <a:cubicBezTo>
                  <a:pt x="4756" y="2301"/>
                  <a:pt x="4683" y="2321"/>
                  <a:pt x="4618" y="2352"/>
                </a:cubicBezTo>
                <a:lnTo>
                  <a:pt x="4284" y="2352"/>
                </a:lnTo>
                <a:cubicBezTo>
                  <a:pt x="4514" y="1683"/>
                  <a:pt x="4379" y="435"/>
                  <a:pt x="4379" y="435"/>
                </a:cubicBezTo>
                <a:cubicBezTo>
                  <a:pt x="4379" y="195"/>
                  <a:pt x="4166" y="1"/>
                  <a:pt x="39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4" name="Google Shape;574;p33"/>
          <p:cNvGrpSpPr/>
          <p:nvPr/>
        </p:nvGrpSpPr>
        <p:grpSpPr>
          <a:xfrm>
            <a:off x="6721489" y="313891"/>
            <a:ext cx="485454" cy="442220"/>
            <a:chOff x="1453550" y="959950"/>
            <a:chExt cx="167925" cy="152975"/>
          </a:xfrm>
        </p:grpSpPr>
        <p:sp>
          <p:nvSpPr>
            <p:cNvPr id="575" name="Google Shape;575;p33"/>
            <p:cNvSpPr/>
            <p:nvPr/>
          </p:nvSpPr>
          <p:spPr>
            <a:xfrm>
              <a:off x="1453550" y="959950"/>
              <a:ext cx="167925" cy="152975"/>
            </a:xfrm>
            <a:custGeom>
              <a:avLst/>
              <a:gdLst/>
              <a:ahLst/>
              <a:cxnLst/>
              <a:rect l="l" t="t" r="r" b="b"/>
              <a:pathLst>
                <a:path w="6717" h="6119" extrusionOk="0">
                  <a:moveTo>
                    <a:pt x="3359" y="0"/>
                  </a:moveTo>
                  <a:cubicBezTo>
                    <a:pt x="2576" y="0"/>
                    <a:pt x="1793" y="299"/>
                    <a:pt x="1195" y="896"/>
                  </a:cubicBezTo>
                  <a:cubicBezTo>
                    <a:pt x="1" y="2091"/>
                    <a:pt x="1" y="4027"/>
                    <a:pt x="1195" y="5222"/>
                  </a:cubicBezTo>
                  <a:cubicBezTo>
                    <a:pt x="1793" y="5820"/>
                    <a:pt x="2576" y="6118"/>
                    <a:pt x="3359" y="6118"/>
                  </a:cubicBezTo>
                  <a:cubicBezTo>
                    <a:pt x="4142" y="6118"/>
                    <a:pt x="4925" y="5820"/>
                    <a:pt x="5523" y="5222"/>
                  </a:cubicBezTo>
                  <a:cubicBezTo>
                    <a:pt x="6716" y="4027"/>
                    <a:pt x="6716" y="2091"/>
                    <a:pt x="5523" y="896"/>
                  </a:cubicBezTo>
                  <a:cubicBezTo>
                    <a:pt x="4925" y="299"/>
                    <a:pt x="4142" y="0"/>
                    <a:pt x="3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3"/>
            <p:cNvSpPr/>
            <p:nvPr/>
          </p:nvSpPr>
          <p:spPr>
            <a:xfrm>
              <a:off x="1495475" y="998925"/>
              <a:ext cx="84150" cy="80175"/>
            </a:xfrm>
            <a:custGeom>
              <a:avLst/>
              <a:gdLst/>
              <a:ahLst/>
              <a:cxnLst/>
              <a:rect l="l" t="t" r="r" b="b"/>
              <a:pathLst>
                <a:path w="3366" h="3207" extrusionOk="0">
                  <a:moveTo>
                    <a:pt x="909" y="0"/>
                  </a:moveTo>
                  <a:cubicBezTo>
                    <a:pt x="863" y="0"/>
                    <a:pt x="811" y="2"/>
                    <a:pt x="758" y="8"/>
                  </a:cubicBezTo>
                  <a:cubicBezTo>
                    <a:pt x="427" y="40"/>
                    <a:pt x="46" y="343"/>
                    <a:pt x="0" y="921"/>
                  </a:cubicBezTo>
                  <a:lnTo>
                    <a:pt x="0" y="1113"/>
                  </a:lnTo>
                  <a:cubicBezTo>
                    <a:pt x="42" y="1668"/>
                    <a:pt x="461" y="2351"/>
                    <a:pt x="1683" y="3207"/>
                  </a:cubicBezTo>
                  <a:cubicBezTo>
                    <a:pt x="2903" y="2350"/>
                    <a:pt x="3322" y="1668"/>
                    <a:pt x="3365" y="1113"/>
                  </a:cubicBezTo>
                  <a:lnTo>
                    <a:pt x="3365" y="921"/>
                  </a:lnTo>
                  <a:cubicBezTo>
                    <a:pt x="3318" y="341"/>
                    <a:pt x="2937" y="39"/>
                    <a:pt x="2606" y="8"/>
                  </a:cubicBezTo>
                  <a:cubicBezTo>
                    <a:pt x="2553" y="2"/>
                    <a:pt x="2503" y="0"/>
                    <a:pt x="2455" y="0"/>
                  </a:cubicBezTo>
                  <a:cubicBezTo>
                    <a:pt x="2076" y="0"/>
                    <a:pt x="1892" y="165"/>
                    <a:pt x="1683" y="412"/>
                  </a:cubicBezTo>
                  <a:cubicBezTo>
                    <a:pt x="1472" y="165"/>
                    <a:pt x="1291" y="0"/>
                    <a:pt x="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7" name="Google Shape;577;p33"/>
          <p:cNvGrpSpPr/>
          <p:nvPr/>
        </p:nvGrpSpPr>
        <p:grpSpPr>
          <a:xfrm>
            <a:off x="-658044" y="1661297"/>
            <a:ext cx="1867579" cy="2793500"/>
            <a:chOff x="-658044" y="1661297"/>
            <a:chExt cx="1867579" cy="2793500"/>
          </a:xfrm>
        </p:grpSpPr>
        <p:sp>
          <p:nvSpPr>
            <p:cNvPr id="578" name="Google Shape;578;p33"/>
            <p:cNvSpPr/>
            <p:nvPr/>
          </p:nvSpPr>
          <p:spPr>
            <a:xfrm>
              <a:off x="377316" y="1661297"/>
              <a:ext cx="402452" cy="768980"/>
            </a:xfrm>
            <a:custGeom>
              <a:avLst/>
              <a:gdLst/>
              <a:ahLst/>
              <a:cxnLst/>
              <a:rect l="l" t="t" r="r" b="b"/>
              <a:pathLst>
                <a:path w="2431" h="4645" extrusionOk="0">
                  <a:moveTo>
                    <a:pt x="1" y="0"/>
                  </a:moveTo>
                  <a:lnTo>
                    <a:pt x="63" y="4645"/>
                  </a:lnTo>
                  <a:lnTo>
                    <a:pt x="2431" y="4645"/>
                  </a:lnTo>
                  <a:lnTo>
                    <a:pt x="243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3"/>
            <p:cNvSpPr/>
            <p:nvPr/>
          </p:nvSpPr>
          <p:spPr>
            <a:xfrm>
              <a:off x="430458" y="1707154"/>
              <a:ext cx="83272" cy="204620"/>
            </a:xfrm>
            <a:custGeom>
              <a:avLst/>
              <a:gdLst/>
              <a:ahLst/>
              <a:cxnLst/>
              <a:rect l="l" t="t" r="r" b="b"/>
              <a:pathLst>
                <a:path w="503" h="1236" extrusionOk="0">
                  <a:moveTo>
                    <a:pt x="0" y="0"/>
                  </a:moveTo>
                  <a:lnTo>
                    <a:pt x="0" y="1235"/>
                  </a:lnTo>
                  <a:lnTo>
                    <a:pt x="503" y="1235"/>
                  </a:lnTo>
                  <a:lnTo>
                    <a:pt x="5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3"/>
            <p:cNvSpPr/>
            <p:nvPr/>
          </p:nvSpPr>
          <p:spPr>
            <a:xfrm>
              <a:off x="444364" y="1732649"/>
              <a:ext cx="55956" cy="56121"/>
            </a:xfrm>
            <a:custGeom>
              <a:avLst/>
              <a:gdLst/>
              <a:ahLst/>
              <a:cxnLst/>
              <a:rect l="l" t="t" r="r" b="b"/>
              <a:pathLst>
                <a:path w="338" h="339" extrusionOk="0">
                  <a:moveTo>
                    <a:pt x="170" y="1"/>
                  </a:moveTo>
                  <a:cubicBezTo>
                    <a:pt x="76" y="1"/>
                    <a:pt x="1" y="76"/>
                    <a:pt x="1" y="170"/>
                  </a:cubicBezTo>
                  <a:cubicBezTo>
                    <a:pt x="1" y="262"/>
                    <a:pt x="76" y="339"/>
                    <a:pt x="170" y="339"/>
                  </a:cubicBezTo>
                  <a:cubicBezTo>
                    <a:pt x="262" y="339"/>
                    <a:pt x="337" y="262"/>
                    <a:pt x="337" y="170"/>
                  </a:cubicBezTo>
                  <a:cubicBezTo>
                    <a:pt x="337" y="76"/>
                    <a:pt x="262" y="1"/>
                    <a:pt x="1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3"/>
            <p:cNvSpPr/>
            <p:nvPr/>
          </p:nvSpPr>
          <p:spPr>
            <a:xfrm>
              <a:off x="444364" y="1829828"/>
              <a:ext cx="55956" cy="56121"/>
            </a:xfrm>
            <a:custGeom>
              <a:avLst/>
              <a:gdLst/>
              <a:ahLst/>
              <a:cxnLst/>
              <a:rect l="l" t="t" r="r" b="b"/>
              <a:pathLst>
                <a:path w="338" h="339" extrusionOk="0">
                  <a:moveTo>
                    <a:pt x="170" y="1"/>
                  </a:moveTo>
                  <a:cubicBezTo>
                    <a:pt x="76" y="1"/>
                    <a:pt x="1" y="78"/>
                    <a:pt x="1" y="170"/>
                  </a:cubicBezTo>
                  <a:cubicBezTo>
                    <a:pt x="1" y="263"/>
                    <a:pt x="76" y="339"/>
                    <a:pt x="170" y="339"/>
                  </a:cubicBezTo>
                  <a:cubicBezTo>
                    <a:pt x="262" y="339"/>
                    <a:pt x="337" y="263"/>
                    <a:pt x="337" y="170"/>
                  </a:cubicBezTo>
                  <a:cubicBezTo>
                    <a:pt x="337" y="75"/>
                    <a:pt x="262" y="1"/>
                    <a:pt x="1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3"/>
            <p:cNvSpPr/>
            <p:nvPr/>
          </p:nvSpPr>
          <p:spPr>
            <a:xfrm>
              <a:off x="440391" y="2571332"/>
              <a:ext cx="676934" cy="159756"/>
            </a:xfrm>
            <a:custGeom>
              <a:avLst/>
              <a:gdLst/>
              <a:ahLst/>
              <a:cxnLst/>
              <a:rect l="l" t="t" r="r" b="b"/>
              <a:pathLst>
                <a:path w="4089" h="965" extrusionOk="0">
                  <a:moveTo>
                    <a:pt x="2126" y="0"/>
                  </a:moveTo>
                  <a:cubicBezTo>
                    <a:pt x="913" y="0"/>
                    <a:pt x="1" y="323"/>
                    <a:pt x="1" y="323"/>
                  </a:cubicBezTo>
                  <a:cubicBezTo>
                    <a:pt x="744" y="804"/>
                    <a:pt x="1445" y="964"/>
                    <a:pt x="2050" y="964"/>
                  </a:cubicBezTo>
                  <a:cubicBezTo>
                    <a:pt x="3262" y="964"/>
                    <a:pt x="4087" y="321"/>
                    <a:pt x="4088" y="320"/>
                  </a:cubicBezTo>
                  <a:cubicBezTo>
                    <a:pt x="3410" y="80"/>
                    <a:pt x="2730" y="0"/>
                    <a:pt x="21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3"/>
            <p:cNvSpPr/>
            <p:nvPr/>
          </p:nvSpPr>
          <p:spPr>
            <a:xfrm>
              <a:off x="404963" y="2024185"/>
              <a:ext cx="560552" cy="737525"/>
            </a:xfrm>
            <a:custGeom>
              <a:avLst/>
              <a:gdLst/>
              <a:ahLst/>
              <a:cxnLst/>
              <a:rect l="l" t="t" r="r" b="b"/>
              <a:pathLst>
                <a:path w="3386" h="4455" extrusionOk="0">
                  <a:moveTo>
                    <a:pt x="1471" y="1"/>
                  </a:moveTo>
                  <a:cubicBezTo>
                    <a:pt x="1345" y="1"/>
                    <a:pt x="1125" y="800"/>
                    <a:pt x="1812" y="1460"/>
                  </a:cubicBezTo>
                  <a:cubicBezTo>
                    <a:pt x="1812" y="1460"/>
                    <a:pt x="1032" y="844"/>
                    <a:pt x="575" y="422"/>
                  </a:cubicBezTo>
                  <a:cubicBezTo>
                    <a:pt x="563" y="411"/>
                    <a:pt x="554" y="406"/>
                    <a:pt x="546" y="406"/>
                  </a:cubicBezTo>
                  <a:cubicBezTo>
                    <a:pt x="426" y="406"/>
                    <a:pt x="796" y="1657"/>
                    <a:pt x="1546" y="1769"/>
                  </a:cubicBezTo>
                  <a:cubicBezTo>
                    <a:pt x="1546" y="1769"/>
                    <a:pt x="640" y="1766"/>
                    <a:pt x="285" y="1664"/>
                  </a:cubicBezTo>
                  <a:cubicBezTo>
                    <a:pt x="262" y="1658"/>
                    <a:pt x="242" y="1655"/>
                    <a:pt x="226" y="1655"/>
                  </a:cubicBezTo>
                  <a:cubicBezTo>
                    <a:pt x="0" y="1655"/>
                    <a:pt x="324" y="2210"/>
                    <a:pt x="1204" y="2210"/>
                  </a:cubicBezTo>
                  <a:cubicBezTo>
                    <a:pt x="1281" y="2210"/>
                    <a:pt x="1363" y="2206"/>
                    <a:pt x="1448" y="2196"/>
                  </a:cubicBezTo>
                  <a:lnTo>
                    <a:pt x="1448" y="2196"/>
                  </a:lnTo>
                  <a:cubicBezTo>
                    <a:pt x="1448" y="2196"/>
                    <a:pt x="1311" y="2905"/>
                    <a:pt x="1773" y="3353"/>
                  </a:cubicBezTo>
                  <a:lnTo>
                    <a:pt x="1620" y="4229"/>
                  </a:lnTo>
                  <a:cubicBezTo>
                    <a:pt x="1619" y="4229"/>
                    <a:pt x="1997" y="4455"/>
                    <a:pt x="2504" y="4455"/>
                  </a:cubicBezTo>
                  <a:cubicBezTo>
                    <a:pt x="2652" y="4455"/>
                    <a:pt x="2810" y="4435"/>
                    <a:pt x="2974" y="4386"/>
                  </a:cubicBezTo>
                  <a:cubicBezTo>
                    <a:pt x="2974" y="4386"/>
                    <a:pt x="3131" y="3391"/>
                    <a:pt x="3258" y="2902"/>
                  </a:cubicBezTo>
                  <a:cubicBezTo>
                    <a:pt x="3386" y="2413"/>
                    <a:pt x="2840" y="2026"/>
                    <a:pt x="2517" y="477"/>
                  </a:cubicBezTo>
                  <a:cubicBezTo>
                    <a:pt x="2498" y="385"/>
                    <a:pt x="2468" y="346"/>
                    <a:pt x="2434" y="346"/>
                  </a:cubicBezTo>
                  <a:cubicBezTo>
                    <a:pt x="2314" y="346"/>
                    <a:pt x="2155" y="844"/>
                    <a:pt x="2348" y="1295"/>
                  </a:cubicBezTo>
                  <a:cubicBezTo>
                    <a:pt x="2348" y="1295"/>
                    <a:pt x="1640" y="447"/>
                    <a:pt x="1517" y="54"/>
                  </a:cubicBezTo>
                  <a:cubicBezTo>
                    <a:pt x="1505" y="18"/>
                    <a:pt x="1489" y="1"/>
                    <a:pt x="1471"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3"/>
            <p:cNvSpPr/>
            <p:nvPr/>
          </p:nvSpPr>
          <p:spPr>
            <a:xfrm>
              <a:off x="-658044" y="2813700"/>
              <a:ext cx="1549548" cy="1641097"/>
            </a:xfrm>
            <a:custGeom>
              <a:avLst/>
              <a:gdLst/>
              <a:ahLst/>
              <a:cxnLst/>
              <a:rect l="l" t="t" r="r" b="b"/>
              <a:pathLst>
                <a:path w="9360" h="9913" extrusionOk="0">
                  <a:moveTo>
                    <a:pt x="1321" y="0"/>
                  </a:moveTo>
                  <a:cubicBezTo>
                    <a:pt x="17" y="0"/>
                    <a:pt x="1" y="3325"/>
                    <a:pt x="1856" y="4339"/>
                  </a:cubicBezTo>
                  <a:cubicBezTo>
                    <a:pt x="1934" y="4382"/>
                    <a:pt x="2006" y="4425"/>
                    <a:pt x="2077" y="4469"/>
                  </a:cubicBezTo>
                  <a:cubicBezTo>
                    <a:pt x="3154" y="5149"/>
                    <a:pt x="3686" y="6196"/>
                    <a:pt x="4202" y="7191"/>
                  </a:cubicBezTo>
                  <a:cubicBezTo>
                    <a:pt x="4532" y="7825"/>
                    <a:pt x="4854" y="8435"/>
                    <a:pt x="5305" y="8912"/>
                  </a:cubicBezTo>
                  <a:cubicBezTo>
                    <a:pt x="5977" y="9627"/>
                    <a:pt x="6901" y="9913"/>
                    <a:pt x="7660" y="9913"/>
                  </a:cubicBezTo>
                  <a:cubicBezTo>
                    <a:pt x="8266" y="9913"/>
                    <a:pt x="8767" y="9730"/>
                    <a:pt x="8950" y="9438"/>
                  </a:cubicBezTo>
                  <a:cubicBezTo>
                    <a:pt x="9359" y="8782"/>
                    <a:pt x="8538" y="5987"/>
                    <a:pt x="8538" y="5987"/>
                  </a:cubicBezTo>
                  <a:cubicBezTo>
                    <a:pt x="8538" y="5987"/>
                    <a:pt x="6070" y="4423"/>
                    <a:pt x="4836" y="2595"/>
                  </a:cubicBezTo>
                  <a:cubicBezTo>
                    <a:pt x="3601" y="766"/>
                    <a:pt x="2905" y="386"/>
                    <a:pt x="1545" y="31"/>
                  </a:cubicBezTo>
                  <a:cubicBezTo>
                    <a:pt x="1467" y="10"/>
                    <a:pt x="1392" y="0"/>
                    <a:pt x="13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3"/>
            <p:cNvSpPr/>
            <p:nvPr/>
          </p:nvSpPr>
          <p:spPr>
            <a:xfrm>
              <a:off x="303811" y="2624309"/>
              <a:ext cx="905724" cy="1808799"/>
            </a:xfrm>
            <a:custGeom>
              <a:avLst/>
              <a:gdLst/>
              <a:ahLst/>
              <a:cxnLst/>
              <a:rect l="l" t="t" r="r" b="b"/>
              <a:pathLst>
                <a:path w="5471" h="10926" extrusionOk="0">
                  <a:moveTo>
                    <a:pt x="4912" y="0"/>
                  </a:moveTo>
                  <a:cubicBezTo>
                    <a:pt x="4912" y="0"/>
                    <a:pt x="3790" y="417"/>
                    <a:pt x="2577" y="417"/>
                  </a:cubicBezTo>
                  <a:cubicBezTo>
                    <a:pt x="1972" y="417"/>
                    <a:pt x="1345" y="314"/>
                    <a:pt x="823" y="3"/>
                  </a:cubicBezTo>
                  <a:lnTo>
                    <a:pt x="823" y="3"/>
                  </a:lnTo>
                  <a:lnTo>
                    <a:pt x="1066" y="1932"/>
                  </a:lnTo>
                  <a:cubicBezTo>
                    <a:pt x="1066" y="1932"/>
                    <a:pt x="1035" y="2137"/>
                    <a:pt x="770" y="2340"/>
                  </a:cubicBezTo>
                  <a:cubicBezTo>
                    <a:pt x="399" y="2626"/>
                    <a:pt x="793" y="2870"/>
                    <a:pt x="793" y="2870"/>
                  </a:cubicBezTo>
                  <a:cubicBezTo>
                    <a:pt x="793" y="2870"/>
                    <a:pt x="332" y="3739"/>
                    <a:pt x="168" y="4123"/>
                  </a:cubicBezTo>
                  <a:cubicBezTo>
                    <a:pt x="0" y="4509"/>
                    <a:pt x="820" y="5137"/>
                    <a:pt x="430" y="6205"/>
                  </a:cubicBezTo>
                  <a:cubicBezTo>
                    <a:pt x="433" y="6205"/>
                    <a:pt x="549" y="9162"/>
                    <a:pt x="1520" y="10379"/>
                  </a:cubicBezTo>
                  <a:cubicBezTo>
                    <a:pt x="1831" y="10769"/>
                    <a:pt x="2166" y="10925"/>
                    <a:pt x="2494" y="10925"/>
                  </a:cubicBezTo>
                  <a:cubicBezTo>
                    <a:pt x="3508" y="10925"/>
                    <a:pt x="4452" y="9425"/>
                    <a:pt x="4408" y="8698"/>
                  </a:cubicBezTo>
                  <a:cubicBezTo>
                    <a:pt x="4245" y="6037"/>
                    <a:pt x="5471" y="4984"/>
                    <a:pt x="5095" y="4225"/>
                  </a:cubicBezTo>
                  <a:cubicBezTo>
                    <a:pt x="4932" y="3895"/>
                    <a:pt x="4594" y="4080"/>
                    <a:pt x="4465" y="3689"/>
                  </a:cubicBezTo>
                  <a:cubicBezTo>
                    <a:pt x="4333" y="3300"/>
                    <a:pt x="4860" y="3262"/>
                    <a:pt x="4912" y="2899"/>
                  </a:cubicBezTo>
                  <a:cubicBezTo>
                    <a:pt x="4964" y="2532"/>
                    <a:pt x="4971" y="639"/>
                    <a:pt x="49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3"/>
            <p:cNvSpPr/>
            <p:nvPr/>
          </p:nvSpPr>
          <p:spPr>
            <a:xfrm>
              <a:off x="469859" y="2860716"/>
              <a:ext cx="653757" cy="192038"/>
            </a:xfrm>
            <a:custGeom>
              <a:avLst/>
              <a:gdLst/>
              <a:ahLst/>
              <a:cxnLst/>
              <a:rect l="l" t="t" r="r" b="b"/>
              <a:pathLst>
                <a:path w="3949" h="1160" fill="none" extrusionOk="0">
                  <a:moveTo>
                    <a:pt x="3949" y="154"/>
                  </a:moveTo>
                  <a:cubicBezTo>
                    <a:pt x="3949" y="154"/>
                    <a:pt x="1750" y="1159"/>
                    <a:pt x="1" y="0"/>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3"/>
            <p:cNvSpPr/>
            <p:nvPr/>
          </p:nvSpPr>
          <p:spPr>
            <a:xfrm>
              <a:off x="972474" y="2665035"/>
              <a:ext cx="30461" cy="261238"/>
            </a:xfrm>
            <a:custGeom>
              <a:avLst/>
              <a:gdLst/>
              <a:ahLst/>
              <a:cxnLst/>
              <a:rect l="l" t="t" r="r" b="b"/>
              <a:pathLst>
                <a:path w="184" h="1578" fill="none" extrusionOk="0">
                  <a:moveTo>
                    <a:pt x="183" y="1578"/>
                  </a:moveTo>
                  <a:lnTo>
                    <a:pt x="1" y="0"/>
                  </a:ln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3"/>
            <p:cNvSpPr/>
            <p:nvPr/>
          </p:nvSpPr>
          <p:spPr>
            <a:xfrm>
              <a:off x="794340" y="2691026"/>
              <a:ext cx="25991" cy="261569"/>
            </a:xfrm>
            <a:custGeom>
              <a:avLst/>
              <a:gdLst/>
              <a:ahLst/>
              <a:cxnLst/>
              <a:rect l="l" t="t" r="r" b="b"/>
              <a:pathLst>
                <a:path w="157" h="1580" fill="none" extrusionOk="0">
                  <a:moveTo>
                    <a:pt x="156" y="1579"/>
                  </a:moveTo>
                  <a:lnTo>
                    <a:pt x="1" y="1"/>
                  </a:ln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3"/>
            <p:cNvSpPr/>
            <p:nvPr/>
          </p:nvSpPr>
          <p:spPr>
            <a:xfrm>
              <a:off x="628458" y="2686887"/>
              <a:ext cx="662" cy="244848"/>
            </a:xfrm>
            <a:custGeom>
              <a:avLst/>
              <a:gdLst/>
              <a:ahLst/>
              <a:cxnLst/>
              <a:rect l="l" t="t" r="r" b="b"/>
              <a:pathLst>
                <a:path w="4" h="1479" fill="none" extrusionOk="0">
                  <a:moveTo>
                    <a:pt x="1" y="1478"/>
                  </a:moveTo>
                  <a:lnTo>
                    <a:pt x="3" y="0"/>
                  </a:ln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3"/>
            <p:cNvSpPr/>
            <p:nvPr/>
          </p:nvSpPr>
          <p:spPr>
            <a:xfrm>
              <a:off x="508267" y="2657254"/>
              <a:ext cx="10926" cy="232267"/>
            </a:xfrm>
            <a:custGeom>
              <a:avLst/>
              <a:gdLst/>
              <a:ahLst/>
              <a:cxnLst/>
              <a:rect l="l" t="t" r="r" b="b"/>
              <a:pathLst>
                <a:path w="66" h="1403" fill="none" extrusionOk="0">
                  <a:moveTo>
                    <a:pt x="65" y="1402"/>
                  </a:moveTo>
                  <a:lnTo>
                    <a:pt x="0" y="0"/>
                  </a:ln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3"/>
            <p:cNvSpPr/>
            <p:nvPr/>
          </p:nvSpPr>
          <p:spPr>
            <a:xfrm>
              <a:off x="306294" y="3511499"/>
              <a:ext cx="131116" cy="719977"/>
            </a:xfrm>
            <a:custGeom>
              <a:avLst/>
              <a:gdLst/>
              <a:ahLst/>
              <a:cxnLst/>
              <a:rect l="l" t="t" r="r" b="b"/>
              <a:pathLst>
                <a:path w="792" h="4349" fill="none" extrusionOk="0">
                  <a:moveTo>
                    <a:pt x="538" y="1"/>
                  </a:moveTo>
                  <a:cubicBezTo>
                    <a:pt x="553" y="975"/>
                    <a:pt x="0" y="1901"/>
                    <a:pt x="77" y="2872"/>
                  </a:cubicBezTo>
                  <a:cubicBezTo>
                    <a:pt x="122" y="3429"/>
                    <a:pt x="381" y="3969"/>
                    <a:pt x="792" y="4349"/>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3"/>
            <p:cNvSpPr/>
            <p:nvPr/>
          </p:nvSpPr>
          <p:spPr>
            <a:xfrm>
              <a:off x="784738" y="3477561"/>
              <a:ext cx="350469" cy="454435"/>
            </a:xfrm>
            <a:custGeom>
              <a:avLst/>
              <a:gdLst/>
              <a:ahLst/>
              <a:cxnLst/>
              <a:rect l="l" t="t" r="r" b="b"/>
              <a:pathLst>
                <a:path w="2117" h="2745" fill="none" extrusionOk="0">
                  <a:moveTo>
                    <a:pt x="2116" y="1"/>
                  </a:moveTo>
                  <a:cubicBezTo>
                    <a:pt x="2112" y="403"/>
                    <a:pt x="1728" y="675"/>
                    <a:pt x="1417" y="929"/>
                  </a:cubicBezTo>
                  <a:cubicBezTo>
                    <a:pt x="1027" y="1248"/>
                    <a:pt x="696" y="1636"/>
                    <a:pt x="369" y="2022"/>
                  </a:cubicBezTo>
                  <a:cubicBezTo>
                    <a:pt x="191" y="2229"/>
                    <a:pt x="1" y="2474"/>
                    <a:pt x="38" y="2745"/>
                  </a:cubicBezTo>
                  <a:cubicBezTo>
                    <a:pt x="328" y="2652"/>
                    <a:pt x="594" y="2481"/>
                    <a:pt x="800" y="2253"/>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3"/>
            <p:cNvSpPr/>
            <p:nvPr/>
          </p:nvSpPr>
          <p:spPr>
            <a:xfrm>
              <a:off x="421353" y="3089839"/>
              <a:ext cx="123997" cy="162901"/>
            </a:xfrm>
            <a:custGeom>
              <a:avLst/>
              <a:gdLst/>
              <a:ahLst/>
              <a:cxnLst/>
              <a:rect l="l" t="t" r="r" b="b"/>
              <a:pathLst>
                <a:path w="749" h="984" fill="none" extrusionOk="0">
                  <a:moveTo>
                    <a:pt x="0" y="1"/>
                  </a:moveTo>
                  <a:cubicBezTo>
                    <a:pt x="427" y="113"/>
                    <a:pt x="749" y="540"/>
                    <a:pt x="743" y="981"/>
                  </a:cubicBezTo>
                  <a:cubicBezTo>
                    <a:pt x="688" y="981"/>
                    <a:pt x="632" y="984"/>
                    <a:pt x="577" y="984"/>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61"/>
                                        </p:tgtEl>
                                        <p:attrNameLst>
                                          <p:attrName>style.visibility</p:attrName>
                                        </p:attrNameLst>
                                      </p:cBhvr>
                                      <p:to>
                                        <p:strVal val="visible"/>
                                      </p:to>
                                    </p:set>
                                    <p:anim calcmode="lin" valueType="num">
                                      <p:cBhvr additive="base">
                                        <p:cTn id="7" dur="1000"/>
                                        <p:tgtEl>
                                          <p:spTgt spid="561"/>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562"/>
                                        </p:tgtEl>
                                        <p:attrNameLst>
                                          <p:attrName>style.visibility</p:attrName>
                                        </p:attrNameLst>
                                      </p:cBhvr>
                                      <p:to>
                                        <p:strVal val="visible"/>
                                      </p:to>
                                    </p:set>
                                    <p:anim calcmode="lin" valueType="num">
                                      <p:cBhvr additive="base">
                                        <p:cTn id="10" dur="1000"/>
                                        <p:tgtEl>
                                          <p:spTgt spid="562"/>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565"/>
                                        </p:tgtEl>
                                        <p:attrNameLst>
                                          <p:attrName>style.visibility</p:attrName>
                                        </p:attrNameLst>
                                      </p:cBhvr>
                                      <p:to>
                                        <p:strVal val="visible"/>
                                      </p:to>
                                    </p:set>
                                    <p:anim calcmode="lin" valueType="num">
                                      <p:cBhvr additive="base">
                                        <p:cTn id="15" dur="1100"/>
                                        <p:tgtEl>
                                          <p:spTgt spid="565"/>
                                        </p:tgtEl>
                                        <p:attrNameLst>
                                          <p:attrName>ppt_x</p:attrName>
                                        </p:attrNameLst>
                                      </p:cBhvr>
                                      <p:tavLst>
                                        <p:tav tm="0">
                                          <p:val>
                                            <p:strVal val="#ppt_x-1"/>
                                          </p:val>
                                        </p:tav>
                                        <p:tav tm="100000">
                                          <p:val>
                                            <p:strVal val="#ppt_x"/>
                                          </p:val>
                                        </p:tav>
                                      </p:tavLst>
                                    </p:anim>
                                  </p:childTnLst>
                                </p:cTn>
                              </p:par>
                              <p:par>
                                <p:cTn id="16" presetID="2" presetClass="entr" presetSubtype="8" fill="hold" nodeType="withEffect">
                                  <p:stCondLst>
                                    <p:cond delay="0"/>
                                  </p:stCondLst>
                                  <p:childTnLst>
                                    <p:set>
                                      <p:cBhvr>
                                        <p:cTn id="17" dur="1" fill="hold">
                                          <p:stCondLst>
                                            <p:cond delay="0"/>
                                          </p:stCondLst>
                                        </p:cTn>
                                        <p:tgtEl>
                                          <p:spTgt spid="566"/>
                                        </p:tgtEl>
                                        <p:attrNameLst>
                                          <p:attrName>style.visibility</p:attrName>
                                        </p:attrNameLst>
                                      </p:cBhvr>
                                      <p:to>
                                        <p:strVal val="visible"/>
                                      </p:to>
                                    </p:set>
                                    <p:anim calcmode="lin" valueType="num">
                                      <p:cBhvr additive="base">
                                        <p:cTn id="18" dur="1000"/>
                                        <p:tgtEl>
                                          <p:spTgt spid="566"/>
                                        </p:tgtEl>
                                        <p:attrNameLst>
                                          <p:attrName>ppt_x</p:attrName>
                                        </p:attrNameLst>
                                      </p:cBhvr>
                                      <p:tavLst>
                                        <p:tav tm="0">
                                          <p:val>
                                            <p:strVal val="#ppt_x-1"/>
                                          </p:val>
                                        </p:tav>
                                        <p:tav tm="100000">
                                          <p:val>
                                            <p:strVal val="#ppt_x"/>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569"/>
                                        </p:tgtEl>
                                        <p:attrNameLst>
                                          <p:attrName>style.visibility</p:attrName>
                                        </p:attrNameLst>
                                      </p:cBhvr>
                                      <p:to>
                                        <p:strVal val="visible"/>
                                      </p:to>
                                    </p:set>
                                    <p:anim calcmode="lin" valueType="num">
                                      <p:cBhvr additive="base">
                                        <p:cTn id="23" dur="1000"/>
                                        <p:tgtEl>
                                          <p:spTgt spid="569"/>
                                        </p:tgtEl>
                                        <p:attrNameLst>
                                          <p:attrName>ppt_x</p:attrName>
                                        </p:attrNameLst>
                                      </p:cBhvr>
                                      <p:tavLst>
                                        <p:tav tm="0">
                                          <p:val>
                                            <p:strVal val="#ppt_x-1"/>
                                          </p:val>
                                        </p:tav>
                                        <p:tav tm="100000">
                                          <p:val>
                                            <p:strVal val="#ppt_x"/>
                                          </p:val>
                                        </p:tav>
                                      </p:tavLst>
                                    </p:anim>
                                  </p:childTnLst>
                                </p:cTn>
                              </p:par>
                              <p:par>
                                <p:cTn id="24" presetID="2" presetClass="entr" presetSubtype="8" fill="hold" nodeType="withEffect">
                                  <p:stCondLst>
                                    <p:cond delay="0"/>
                                  </p:stCondLst>
                                  <p:childTnLst>
                                    <p:set>
                                      <p:cBhvr>
                                        <p:cTn id="25" dur="1" fill="hold">
                                          <p:stCondLst>
                                            <p:cond delay="0"/>
                                          </p:stCondLst>
                                        </p:cTn>
                                        <p:tgtEl>
                                          <p:spTgt spid="570"/>
                                        </p:tgtEl>
                                        <p:attrNameLst>
                                          <p:attrName>style.visibility</p:attrName>
                                        </p:attrNameLst>
                                      </p:cBhvr>
                                      <p:to>
                                        <p:strVal val="visible"/>
                                      </p:to>
                                    </p:set>
                                    <p:anim calcmode="lin" valueType="num">
                                      <p:cBhvr additive="base">
                                        <p:cTn id="26" dur="1000"/>
                                        <p:tgtEl>
                                          <p:spTgt spid="570"/>
                                        </p:tgtEl>
                                        <p:attrNameLst>
                                          <p:attrName>ppt_x</p:attrName>
                                        </p:attrNameLst>
                                      </p:cBhvr>
                                      <p:tavLst>
                                        <p:tav tm="0">
                                          <p:val>
                                            <p:strVal val="#ppt_x-1"/>
                                          </p:val>
                                        </p:tav>
                                        <p:tav tm="100000">
                                          <p:val>
                                            <p:strVal val="#ppt_x"/>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563"/>
                                        </p:tgtEl>
                                        <p:attrNameLst>
                                          <p:attrName>style.visibility</p:attrName>
                                        </p:attrNameLst>
                                      </p:cBhvr>
                                      <p:to>
                                        <p:strVal val="visible"/>
                                      </p:to>
                                    </p:set>
                                    <p:anim calcmode="lin" valueType="num">
                                      <p:cBhvr additive="base">
                                        <p:cTn id="31" dur="1000"/>
                                        <p:tgtEl>
                                          <p:spTgt spid="563"/>
                                        </p:tgtEl>
                                        <p:attrNameLst>
                                          <p:attrName>ppt_x</p:attrName>
                                        </p:attrNameLst>
                                      </p:cBhvr>
                                      <p:tavLst>
                                        <p:tav tm="0">
                                          <p:val>
                                            <p:strVal val="#ppt_x+1"/>
                                          </p:val>
                                        </p:tav>
                                        <p:tav tm="100000">
                                          <p:val>
                                            <p:strVal val="#ppt_x"/>
                                          </p:val>
                                        </p:tav>
                                      </p:tavLst>
                                    </p:anim>
                                  </p:childTnLst>
                                </p:cTn>
                              </p:par>
                              <p:par>
                                <p:cTn id="32" presetID="2" presetClass="entr" presetSubtype="2" fill="hold" nodeType="withEffect">
                                  <p:stCondLst>
                                    <p:cond delay="0"/>
                                  </p:stCondLst>
                                  <p:childTnLst>
                                    <p:set>
                                      <p:cBhvr>
                                        <p:cTn id="33" dur="1" fill="hold">
                                          <p:stCondLst>
                                            <p:cond delay="0"/>
                                          </p:stCondLst>
                                        </p:cTn>
                                        <p:tgtEl>
                                          <p:spTgt spid="564"/>
                                        </p:tgtEl>
                                        <p:attrNameLst>
                                          <p:attrName>style.visibility</p:attrName>
                                        </p:attrNameLst>
                                      </p:cBhvr>
                                      <p:to>
                                        <p:strVal val="visible"/>
                                      </p:to>
                                    </p:set>
                                    <p:anim calcmode="lin" valueType="num">
                                      <p:cBhvr additive="base">
                                        <p:cTn id="34" dur="1000"/>
                                        <p:tgtEl>
                                          <p:spTgt spid="564"/>
                                        </p:tgtEl>
                                        <p:attrNameLst>
                                          <p:attrName>ppt_x</p:attrName>
                                        </p:attrNameLst>
                                      </p:cBhvr>
                                      <p:tavLst>
                                        <p:tav tm="0">
                                          <p:val>
                                            <p:strVal val="#ppt_x+1"/>
                                          </p:val>
                                        </p:tav>
                                        <p:tav tm="100000">
                                          <p:val>
                                            <p:strVal val="#ppt_x"/>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nodeType="clickEffect">
                                  <p:stCondLst>
                                    <p:cond delay="0"/>
                                  </p:stCondLst>
                                  <p:childTnLst>
                                    <p:set>
                                      <p:cBhvr>
                                        <p:cTn id="38" dur="1" fill="hold">
                                          <p:stCondLst>
                                            <p:cond delay="0"/>
                                          </p:stCondLst>
                                        </p:cTn>
                                        <p:tgtEl>
                                          <p:spTgt spid="567"/>
                                        </p:tgtEl>
                                        <p:attrNameLst>
                                          <p:attrName>style.visibility</p:attrName>
                                        </p:attrNameLst>
                                      </p:cBhvr>
                                      <p:to>
                                        <p:strVal val="visible"/>
                                      </p:to>
                                    </p:set>
                                    <p:anim calcmode="lin" valueType="num">
                                      <p:cBhvr additive="base">
                                        <p:cTn id="39" dur="1000"/>
                                        <p:tgtEl>
                                          <p:spTgt spid="567"/>
                                        </p:tgtEl>
                                        <p:attrNameLst>
                                          <p:attrName>ppt_x</p:attrName>
                                        </p:attrNameLst>
                                      </p:cBhvr>
                                      <p:tavLst>
                                        <p:tav tm="0">
                                          <p:val>
                                            <p:strVal val="#ppt_x+1"/>
                                          </p:val>
                                        </p:tav>
                                        <p:tav tm="100000">
                                          <p:val>
                                            <p:strVal val="#ppt_x"/>
                                          </p:val>
                                        </p:tav>
                                      </p:tavLst>
                                    </p:anim>
                                  </p:childTnLst>
                                </p:cTn>
                              </p:par>
                              <p:par>
                                <p:cTn id="40" presetID="2" presetClass="entr" presetSubtype="2" fill="hold" nodeType="withEffect">
                                  <p:stCondLst>
                                    <p:cond delay="0"/>
                                  </p:stCondLst>
                                  <p:childTnLst>
                                    <p:set>
                                      <p:cBhvr>
                                        <p:cTn id="41" dur="1" fill="hold">
                                          <p:stCondLst>
                                            <p:cond delay="0"/>
                                          </p:stCondLst>
                                        </p:cTn>
                                        <p:tgtEl>
                                          <p:spTgt spid="568"/>
                                        </p:tgtEl>
                                        <p:attrNameLst>
                                          <p:attrName>style.visibility</p:attrName>
                                        </p:attrNameLst>
                                      </p:cBhvr>
                                      <p:to>
                                        <p:strVal val="visible"/>
                                      </p:to>
                                    </p:set>
                                    <p:anim calcmode="lin" valueType="num">
                                      <p:cBhvr additive="base">
                                        <p:cTn id="42" dur="1000"/>
                                        <p:tgtEl>
                                          <p:spTgt spid="568"/>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nodeType="clickEffect">
                                  <p:stCondLst>
                                    <p:cond delay="0"/>
                                  </p:stCondLst>
                                  <p:childTnLst>
                                    <p:set>
                                      <p:cBhvr>
                                        <p:cTn id="46" dur="1" fill="hold">
                                          <p:stCondLst>
                                            <p:cond delay="0"/>
                                          </p:stCondLst>
                                        </p:cTn>
                                        <p:tgtEl>
                                          <p:spTgt spid="571"/>
                                        </p:tgtEl>
                                        <p:attrNameLst>
                                          <p:attrName>style.visibility</p:attrName>
                                        </p:attrNameLst>
                                      </p:cBhvr>
                                      <p:to>
                                        <p:strVal val="visible"/>
                                      </p:to>
                                    </p:set>
                                    <p:anim calcmode="lin" valueType="num">
                                      <p:cBhvr additive="base">
                                        <p:cTn id="47" dur="1000"/>
                                        <p:tgtEl>
                                          <p:spTgt spid="571"/>
                                        </p:tgtEl>
                                        <p:attrNameLst>
                                          <p:attrName>ppt_x</p:attrName>
                                        </p:attrNameLst>
                                      </p:cBhvr>
                                      <p:tavLst>
                                        <p:tav tm="0">
                                          <p:val>
                                            <p:strVal val="#ppt_x+1"/>
                                          </p:val>
                                        </p:tav>
                                        <p:tav tm="100000">
                                          <p:val>
                                            <p:strVal val="#ppt_x"/>
                                          </p:val>
                                        </p:tav>
                                      </p:tavLst>
                                    </p:anim>
                                  </p:childTnLst>
                                </p:cTn>
                              </p:par>
                              <p:par>
                                <p:cTn id="48" presetID="2" presetClass="entr" presetSubtype="2" fill="hold" nodeType="withEffect">
                                  <p:stCondLst>
                                    <p:cond delay="0"/>
                                  </p:stCondLst>
                                  <p:childTnLst>
                                    <p:set>
                                      <p:cBhvr>
                                        <p:cTn id="49" dur="1" fill="hold">
                                          <p:stCondLst>
                                            <p:cond delay="0"/>
                                          </p:stCondLst>
                                        </p:cTn>
                                        <p:tgtEl>
                                          <p:spTgt spid="572"/>
                                        </p:tgtEl>
                                        <p:attrNameLst>
                                          <p:attrName>style.visibility</p:attrName>
                                        </p:attrNameLst>
                                      </p:cBhvr>
                                      <p:to>
                                        <p:strVal val="visible"/>
                                      </p:to>
                                    </p:set>
                                    <p:anim calcmode="lin" valueType="num">
                                      <p:cBhvr additive="base">
                                        <p:cTn id="50" dur="1000"/>
                                        <p:tgtEl>
                                          <p:spTgt spid="57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34"/>
          <p:cNvSpPr txBox="1">
            <a:spLocks noGrp="1"/>
          </p:cNvSpPr>
          <p:nvPr>
            <p:ph type="title" idx="2"/>
          </p:nvPr>
        </p:nvSpPr>
        <p:spPr>
          <a:xfrm>
            <a:off x="5203300" y="1305975"/>
            <a:ext cx="1841700" cy="9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599" name="Google Shape;599;p34"/>
          <p:cNvGrpSpPr/>
          <p:nvPr/>
        </p:nvGrpSpPr>
        <p:grpSpPr>
          <a:xfrm>
            <a:off x="706601" y="58194"/>
            <a:ext cx="4336372" cy="6285346"/>
            <a:chOff x="706601" y="23674"/>
            <a:chExt cx="4336372" cy="6285346"/>
          </a:xfrm>
        </p:grpSpPr>
        <p:grpSp>
          <p:nvGrpSpPr>
            <p:cNvPr id="600" name="Google Shape;600;p34"/>
            <p:cNvGrpSpPr/>
            <p:nvPr/>
          </p:nvGrpSpPr>
          <p:grpSpPr>
            <a:xfrm>
              <a:off x="706601" y="676190"/>
              <a:ext cx="2334731" cy="5483837"/>
              <a:chOff x="-4034399" y="822890"/>
              <a:chExt cx="2334731" cy="5483837"/>
            </a:xfrm>
          </p:grpSpPr>
          <p:sp>
            <p:nvSpPr>
              <p:cNvPr id="601" name="Google Shape;601;p34"/>
              <p:cNvSpPr/>
              <p:nvPr/>
            </p:nvSpPr>
            <p:spPr>
              <a:xfrm>
                <a:off x="-4034399" y="822890"/>
                <a:ext cx="1787300" cy="1430720"/>
              </a:xfrm>
              <a:custGeom>
                <a:avLst/>
                <a:gdLst/>
                <a:ahLst/>
                <a:cxnLst/>
                <a:rect l="l" t="t" r="r" b="b"/>
                <a:pathLst>
                  <a:path w="18532" h="14522" extrusionOk="0">
                    <a:moveTo>
                      <a:pt x="12559" y="1"/>
                    </a:moveTo>
                    <a:cubicBezTo>
                      <a:pt x="11915" y="1"/>
                      <a:pt x="10706" y="307"/>
                      <a:pt x="10367" y="2520"/>
                    </a:cubicBezTo>
                    <a:cubicBezTo>
                      <a:pt x="9899" y="5581"/>
                      <a:pt x="8952" y="4567"/>
                      <a:pt x="6904" y="5064"/>
                    </a:cubicBezTo>
                    <a:cubicBezTo>
                      <a:pt x="3644" y="5855"/>
                      <a:pt x="1" y="7457"/>
                      <a:pt x="82" y="11090"/>
                    </a:cubicBezTo>
                    <a:lnTo>
                      <a:pt x="1060" y="11625"/>
                    </a:lnTo>
                    <a:cubicBezTo>
                      <a:pt x="1267" y="11010"/>
                      <a:pt x="1656" y="10215"/>
                      <a:pt x="2374" y="9720"/>
                    </a:cubicBezTo>
                    <a:lnTo>
                      <a:pt x="2374" y="9720"/>
                    </a:lnTo>
                    <a:cubicBezTo>
                      <a:pt x="2374" y="9720"/>
                      <a:pt x="2103" y="10943"/>
                      <a:pt x="2097" y="12193"/>
                    </a:cubicBezTo>
                    <a:lnTo>
                      <a:pt x="6351" y="14522"/>
                    </a:lnTo>
                    <a:cubicBezTo>
                      <a:pt x="6351" y="14522"/>
                      <a:pt x="6996" y="11011"/>
                      <a:pt x="9978" y="11011"/>
                    </a:cubicBezTo>
                    <a:cubicBezTo>
                      <a:pt x="10086" y="11011"/>
                      <a:pt x="10196" y="11015"/>
                      <a:pt x="10310" y="11025"/>
                    </a:cubicBezTo>
                    <a:cubicBezTo>
                      <a:pt x="10455" y="11037"/>
                      <a:pt x="10598" y="11043"/>
                      <a:pt x="10737" y="11043"/>
                    </a:cubicBezTo>
                    <a:cubicBezTo>
                      <a:pt x="12186" y="11043"/>
                      <a:pt x="13283" y="10395"/>
                      <a:pt x="14048" y="9412"/>
                    </a:cubicBezTo>
                    <a:cubicBezTo>
                      <a:pt x="18531" y="7600"/>
                      <a:pt x="15599" y="5472"/>
                      <a:pt x="16234" y="4692"/>
                    </a:cubicBezTo>
                    <a:cubicBezTo>
                      <a:pt x="17912" y="2628"/>
                      <a:pt x="17900" y="1116"/>
                      <a:pt x="16914" y="427"/>
                    </a:cubicBezTo>
                    <a:cubicBezTo>
                      <a:pt x="16515" y="147"/>
                      <a:pt x="16050" y="50"/>
                      <a:pt x="15597" y="50"/>
                    </a:cubicBezTo>
                    <a:cubicBezTo>
                      <a:pt x="14871" y="50"/>
                      <a:pt x="14174" y="300"/>
                      <a:pt x="13825" y="447"/>
                    </a:cubicBezTo>
                    <a:cubicBezTo>
                      <a:pt x="13358" y="106"/>
                      <a:pt x="12971" y="46"/>
                      <a:pt x="12971" y="46"/>
                    </a:cubicBezTo>
                    <a:cubicBezTo>
                      <a:pt x="12971" y="46"/>
                      <a:pt x="12807" y="1"/>
                      <a:pt x="125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4"/>
              <p:cNvSpPr/>
              <p:nvPr/>
            </p:nvSpPr>
            <p:spPr>
              <a:xfrm>
                <a:off x="-3557959" y="3678655"/>
                <a:ext cx="1573484" cy="667380"/>
              </a:xfrm>
              <a:custGeom>
                <a:avLst/>
                <a:gdLst/>
                <a:ahLst/>
                <a:cxnLst/>
                <a:rect l="l" t="t" r="r" b="b"/>
                <a:pathLst>
                  <a:path w="16315" h="6774" extrusionOk="0">
                    <a:moveTo>
                      <a:pt x="14307" y="1"/>
                    </a:moveTo>
                    <a:cubicBezTo>
                      <a:pt x="6001" y="1"/>
                      <a:pt x="0" y="5260"/>
                      <a:pt x="0" y="5260"/>
                    </a:cubicBezTo>
                    <a:cubicBezTo>
                      <a:pt x="322" y="6342"/>
                      <a:pt x="1183" y="6773"/>
                      <a:pt x="2353" y="6773"/>
                    </a:cubicBezTo>
                    <a:cubicBezTo>
                      <a:pt x="6953" y="6773"/>
                      <a:pt x="16315" y="104"/>
                      <a:pt x="16315" y="104"/>
                    </a:cubicBezTo>
                    <a:cubicBezTo>
                      <a:pt x="15632" y="34"/>
                      <a:pt x="14962" y="1"/>
                      <a:pt x="143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4"/>
              <p:cNvSpPr/>
              <p:nvPr/>
            </p:nvSpPr>
            <p:spPr>
              <a:xfrm>
                <a:off x="-3031849" y="3090083"/>
                <a:ext cx="1332181" cy="2559670"/>
              </a:xfrm>
              <a:custGeom>
                <a:avLst/>
                <a:gdLst/>
                <a:ahLst/>
                <a:cxnLst/>
                <a:rect l="l" t="t" r="r" b="b"/>
                <a:pathLst>
                  <a:path w="13813" h="25981" extrusionOk="0">
                    <a:moveTo>
                      <a:pt x="7640" y="1"/>
                    </a:moveTo>
                    <a:cubicBezTo>
                      <a:pt x="5141" y="1"/>
                      <a:pt x="1" y="3828"/>
                      <a:pt x="1" y="3828"/>
                    </a:cubicBezTo>
                    <a:lnTo>
                      <a:pt x="8784" y="15184"/>
                    </a:lnTo>
                    <a:cubicBezTo>
                      <a:pt x="8784" y="15184"/>
                      <a:pt x="6984" y="16485"/>
                      <a:pt x="5764" y="18887"/>
                    </a:cubicBezTo>
                    <a:cubicBezTo>
                      <a:pt x="4546" y="21287"/>
                      <a:pt x="2494" y="23622"/>
                      <a:pt x="2494" y="23622"/>
                    </a:cubicBezTo>
                    <a:lnTo>
                      <a:pt x="4420" y="25980"/>
                    </a:lnTo>
                    <a:cubicBezTo>
                      <a:pt x="4420" y="25980"/>
                      <a:pt x="13798" y="16633"/>
                      <a:pt x="13805" y="15178"/>
                    </a:cubicBezTo>
                    <a:cubicBezTo>
                      <a:pt x="13813" y="13541"/>
                      <a:pt x="7748" y="3"/>
                      <a:pt x="7748" y="3"/>
                    </a:cubicBezTo>
                    <a:cubicBezTo>
                      <a:pt x="7712" y="1"/>
                      <a:pt x="7676" y="1"/>
                      <a:pt x="7640" y="1"/>
                    </a:cubicBezTo>
                    <a:close/>
                  </a:path>
                </a:pathLst>
              </a:custGeom>
              <a:solidFill>
                <a:srgbClr val="ED70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4"/>
              <p:cNvSpPr/>
              <p:nvPr/>
            </p:nvSpPr>
            <p:spPr>
              <a:xfrm>
                <a:off x="-3101579" y="5417276"/>
                <a:ext cx="728634" cy="889052"/>
              </a:xfrm>
              <a:custGeom>
                <a:avLst/>
                <a:gdLst/>
                <a:ahLst/>
                <a:cxnLst/>
                <a:rect l="l" t="t" r="r" b="b"/>
                <a:pathLst>
                  <a:path w="7555" h="9024" extrusionOk="0">
                    <a:moveTo>
                      <a:pt x="3217" y="1"/>
                    </a:moveTo>
                    <a:lnTo>
                      <a:pt x="0" y="2319"/>
                    </a:lnTo>
                    <a:lnTo>
                      <a:pt x="732" y="3179"/>
                    </a:lnTo>
                    <a:cubicBezTo>
                      <a:pt x="1143" y="3055"/>
                      <a:pt x="1465" y="3026"/>
                      <a:pt x="1678" y="3026"/>
                    </a:cubicBezTo>
                    <a:cubicBezTo>
                      <a:pt x="1872" y="3026"/>
                      <a:pt x="1976" y="3050"/>
                      <a:pt x="1976" y="3050"/>
                    </a:cubicBezTo>
                    <a:lnTo>
                      <a:pt x="2440" y="5188"/>
                    </a:lnTo>
                    <a:lnTo>
                      <a:pt x="5702" y="9023"/>
                    </a:lnTo>
                    <a:cubicBezTo>
                      <a:pt x="5702" y="9023"/>
                      <a:pt x="7272" y="8295"/>
                      <a:pt x="6317" y="6916"/>
                    </a:cubicBezTo>
                    <a:cubicBezTo>
                      <a:pt x="5671" y="5984"/>
                      <a:pt x="5545" y="4171"/>
                      <a:pt x="6308" y="3390"/>
                    </a:cubicBezTo>
                    <a:cubicBezTo>
                      <a:pt x="6768" y="2920"/>
                      <a:pt x="7555" y="2355"/>
                      <a:pt x="7555" y="2355"/>
                    </a:cubicBezTo>
                    <a:lnTo>
                      <a:pt x="5402" y="250"/>
                    </a:lnTo>
                    <a:lnTo>
                      <a:pt x="4534" y="1371"/>
                    </a:lnTo>
                    <a:lnTo>
                      <a:pt x="32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4"/>
              <p:cNvSpPr/>
              <p:nvPr/>
            </p:nvSpPr>
            <p:spPr>
              <a:xfrm>
                <a:off x="-2624367" y="5714419"/>
                <a:ext cx="167137" cy="234086"/>
              </a:xfrm>
              <a:custGeom>
                <a:avLst/>
                <a:gdLst/>
                <a:ahLst/>
                <a:cxnLst/>
                <a:rect l="l" t="t" r="r" b="b"/>
                <a:pathLst>
                  <a:path w="1733" h="2376" fill="none" extrusionOk="0">
                    <a:moveTo>
                      <a:pt x="1" y="0"/>
                    </a:moveTo>
                    <a:lnTo>
                      <a:pt x="1732" y="1059"/>
                    </a:lnTo>
                    <a:lnTo>
                      <a:pt x="70" y="1204"/>
                    </a:lnTo>
                    <a:lnTo>
                      <a:pt x="1424" y="2371"/>
                    </a:lnTo>
                    <a:lnTo>
                      <a:pt x="15" y="2375"/>
                    </a:ln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4"/>
              <p:cNvSpPr/>
              <p:nvPr/>
            </p:nvSpPr>
            <p:spPr>
              <a:xfrm>
                <a:off x="-3003494" y="5573434"/>
                <a:ext cx="497169" cy="705508"/>
              </a:xfrm>
              <a:custGeom>
                <a:avLst/>
                <a:gdLst/>
                <a:ahLst/>
                <a:cxnLst/>
                <a:rect l="l" t="t" r="r" b="b"/>
                <a:pathLst>
                  <a:path w="5155" h="7161" fill="none" extrusionOk="0">
                    <a:moveTo>
                      <a:pt x="0" y="1"/>
                    </a:moveTo>
                    <a:lnTo>
                      <a:pt x="2242" y="2405"/>
                    </a:lnTo>
                    <a:cubicBezTo>
                      <a:pt x="2242" y="2405"/>
                      <a:pt x="1991" y="3213"/>
                      <a:pt x="2326" y="3836"/>
                    </a:cubicBezTo>
                    <a:cubicBezTo>
                      <a:pt x="2660" y="4458"/>
                      <a:pt x="5155" y="7161"/>
                      <a:pt x="5155" y="716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4"/>
              <p:cNvSpPr/>
              <p:nvPr/>
            </p:nvSpPr>
            <p:spPr>
              <a:xfrm>
                <a:off x="-3253287" y="3137768"/>
                <a:ext cx="777435" cy="2779273"/>
              </a:xfrm>
              <a:custGeom>
                <a:avLst/>
                <a:gdLst/>
                <a:ahLst/>
                <a:cxnLst/>
                <a:rect l="l" t="t" r="r" b="b"/>
                <a:pathLst>
                  <a:path w="8061" h="28210" extrusionOk="0">
                    <a:moveTo>
                      <a:pt x="1229" y="1"/>
                    </a:moveTo>
                    <a:lnTo>
                      <a:pt x="1229" y="2"/>
                    </a:lnTo>
                    <a:lnTo>
                      <a:pt x="1229" y="2"/>
                    </a:lnTo>
                    <a:cubicBezTo>
                      <a:pt x="1229" y="1"/>
                      <a:pt x="1229" y="1"/>
                      <a:pt x="1229" y="1"/>
                    </a:cubicBezTo>
                    <a:close/>
                    <a:moveTo>
                      <a:pt x="1229" y="2"/>
                    </a:moveTo>
                    <a:cubicBezTo>
                      <a:pt x="1235" y="124"/>
                      <a:pt x="1582" y="7651"/>
                      <a:pt x="793" y="10249"/>
                    </a:cubicBezTo>
                    <a:cubicBezTo>
                      <a:pt x="0" y="12869"/>
                      <a:pt x="570" y="28209"/>
                      <a:pt x="570" y="28209"/>
                    </a:cubicBezTo>
                    <a:lnTo>
                      <a:pt x="3331" y="28080"/>
                    </a:lnTo>
                    <a:cubicBezTo>
                      <a:pt x="3331" y="28080"/>
                      <a:pt x="6089" y="14723"/>
                      <a:pt x="6428" y="11342"/>
                    </a:cubicBezTo>
                    <a:cubicBezTo>
                      <a:pt x="6766" y="7957"/>
                      <a:pt x="8060" y="2"/>
                      <a:pt x="8060" y="2"/>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4"/>
              <p:cNvSpPr/>
              <p:nvPr/>
            </p:nvSpPr>
            <p:spPr>
              <a:xfrm>
                <a:off x="-3229176" y="5741710"/>
                <a:ext cx="893457" cy="565017"/>
              </a:xfrm>
              <a:custGeom>
                <a:avLst/>
                <a:gdLst/>
                <a:ahLst/>
                <a:cxnLst/>
                <a:rect l="l" t="t" r="r" b="b"/>
                <a:pathLst>
                  <a:path w="9264" h="5735" extrusionOk="0">
                    <a:moveTo>
                      <a:pt x="4923" y="0"/>
                    </a:moveTo>
                    <a:lnTo>
                      <a:pt x="1922" y="278"/>
                    </a:lnTo>
                    <a:lnTo>
                      <a:pt x="2214" y="1665"/>
                    </a:lnTo>
                    <a:lnTo>
                      <a:pt x="320" y="1779"/>
                    </a:lnTo>
                    <a:lnTo>
                      <a:pt x="1" y="5735"/>
                    </a:lnTo>
                    <a:lnTo>
                      <a:pt x="1130" y="5735"/>
                    </a:lnTo>
                    <a:cubicBezTo>
                      <a:pt x="1458" y="4984"/>
                      <a:pt x="1839" y="4706"/>
                      <a:pt x="1839" y="4706"/>
                    </a:cubicBezTo>
                    <a:lnTo>
                      <a:pt x="3768" y="5735"/>
                    </a:lnTo>
                    <a:lnTo>
                      <a:pt x="8802" y="5735"/>
                    </a:lnTo>
                    <a:cubicBezTo>
                      <a:pt x="8802" y="5735"/>
                      <a:pt x="9263" y="4065"/>
                      <a:pt x="7595" y="3899"/>
                    </a:cubicBezTo>
                    <a:cubicBezTo>
                      <a:pt x="6467" y="3788"/>
                      <a:pt x="5004" y="2710"/>
                      <a:pt x="4903" y="1622"/>
                    </a:cubicBezTo>
                    <a:cubicBezTo>
                      <a:pt x="4844" y="967"/>
                      <a:pt x="4923" y="0"/>
                      <a:pt x="49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4"/>
              <p:cNvSpPr/>
              <p:nvPr/>
            </p:nvSpPr>
            <p:spPr>
              <a:xfrm>
                <a:off x="-2868856" y="5916981"/>
                <a:ext cx="263292" cy="213002"/>
              </a:xfrm>
              <a:custGeom>
                <a:avLst/>
                <a:gdLst/>
                <a:ahLst/>
                <a:cxnLst/>
                <a:rect l="l" t="t" r="r" b="b"/>
                <a:pathLst>
                  <a:path w="2730" h="2162" fill="none" extrusionOk="0">
                    <a:moveTo>
                      <a:pt x="1" y="635"/>
                    </a:moveTo>
                    <a:lnTo>
                      <a:pt x="1929" y="0"/>
                    </a:lnTo>
                    <a:lnTo>
                      <a:pt x="964" y="1361"/>
                    </a:lnTo>
                    <a:lnTo>
                      <a:pt x="2730" y="1087"/>
                    </a:lnTo>
                    <a:lnTo>
                      <a:pt x="1820" y="2162"/>
                    </a:ln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4"/>
              <p:cNvSpPr/>
              <p:nvPr/>
            </p:nvSpPr>
            <p:spPr>
              <a:xfrm>
                <a:off x="-3219435" y="6168606"/>
                <a:ext cx="848225" cy="99605"/>
              </a:xfrm>
              <a:custGeom>
                <a:avLst/>
                <a:gdLst/>
                <a:ahLst/>
                <a:cxnLst/>
                <a:rect l="l" t="t" r="r" b="b"/>
                <a:pathLst>
                  <a:path w="8795" h="1011" fill="none" extrusionOk="0">
                    <a:moveTo>
                      <a:pt x="1" y="149"/>
                    </a:moveTo>
                    <a:lnTo>
                      <a:pt x="3284" y="1"/>
                    </a:lnTo>
                    <a:cubicBezTo>
                      <a:pt x="3284" y="1"/>
                      <a:pt x="3739" y="714"/>
                      <a:pt x="4429" y="862"/>
                    </a:cubicBezTo>
                    <a:cubicBezTo>
                      <a:pt x="5120" y="1010"/>
                      <a:pt x="8795" y="862"/>
                      <a:pt x="8795" y="862"/>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4"/>
              <p:cNvSpPr/>
              <p:nvPr/>
            </p:nvSpPr>
            <p:spPr>
              <a:xfrm>
                <a:off x="-3420427" y="2477669"/>
                <a:ext cx="299459" cy="148569"/>
              </a:xfrm>
              <a:custGeom>
                <a:avLst/>
                <a:gdLst/>
                <a:ahLst/>
                <a:cxnLst/>
                <a:rect l="l" t="t" r="r" b="b"/>
                <a:pathLst>
                  <a:path w="3105" h="1508" extrusionOk="0">
                    <a:moveTo>
                      <a:pt x="772" y="0"/>
                    </a:moveTo>
                    <a:cubicBezTo>
                      <a:pt x="537" y="0"/>
                      <a:pt x="280" y="24"/>
                      <a:pt x="0" y="77"/>
                    </a:cubicBezTo>
                    <a:cubicBezTo>
                      <a:pt x="0" y="77"/>
                      <a:pt x="258" y="1508"/>
                      <a:pt x="2267" y="1508"/>
                    </a:cubicBezTo>
                    <a:cubicBezTo>
                      <a:pt x="2518" y="1508"/>
                      <a:pt x="2796" y="1485"/>
                      <a:pt x="3105" y="1435"/>
                    </a:cubicBezTo>
                    <a:cubicBezTo>
                      <a:pt x="3105" y="1435"/>
                      <a:pt x="2603" y="0"/>
                      <a:pt x="7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4"/>
              <p:cNvSpPr/>
              <p:nvPr/>
            </p:nvSpPr>
            <p:spPr>
              <a:xfrm>
                <a:off x="-3391687" y="2434516"/>
                <a:ext cx="285571" cy="748069"/>
              </a:xfrm>
              <a:custGeom>
                <a:avLst/>
                <a:gdLst/>
                <a:ahLst/>
                <a:cxnLst/>
                <a:rect l="l" t="t" r="r" b="b"/>
                <a:pathLst>
                  <a:path w="2961" h="7593" extrusionOk="0">
                    <a:moveTo>
                      <a:pt x="704" y="1"/>
                    </a:moveTo>
                    <a:cubicBezTo>
                      <a:pt x="460" y="1"/>
                      <a:pt x="220" y="50"/>
                      <a:pt x="0" y="173"/>
                    </a:cubicBezTo>
                    <a:cubicBezTo>
                      <a:pt x="0" y="173"/>
                      <a:pt x="221" y="5229"/>
                      <a:pt x="657" y="6764"/>
                    </a:cubicBezTo>
                    <a:cubicBezTo>
                      <a:pt x="657" y="6764"/>
                      <a:pt x="1247" y="7593"/>
                      <a:pt x="1851" y="7593"/>
                    </a:cubicBezTo>
                    <a:cubicBezTo>
                      <a:pt x="2200" y="7593"/>
                      <a:pt x="2554" y="7316"/>
                      <a:pt x="2802" y="6444"/>
                    </a:cubicBezTo>
                    <a:cubicBezTo>
                      <a:pt x="2961" y="5888"/>
                      <a:pt x="2709" y="1461"/>
                      <a:pt x="2802" y="850"/>
                    </a:cubicBezTo>
                    <a:cubicBezTo>
                      <a:pt x="2802" y="850"/>
                      <a:pt x="1717" y="1"/>
                      <a:pt x="704"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4"/>
              <p:cNvSpPr/>
              <p:nvPr/>
            </p:nvSpPr>
            <p:spPr>
              <a:xfrm>
                <a:off x="-3424767" y="1462496"/>
                <a:ext cx="403425" cy="1156438"/>
              </a:xfrm>
              <a:custGeom>
                <a:avLst/>
                <a:gdLst/>
                <a:ahLst/>
                <a:cxnLst/>
                <a:rect l="l" t="t" r="r" b="b"/>
                <a:pathLst>
                  <a:path w="4183" h="11738" extrusionOk="0">
                    <a:moveTo>
                      <a:pt x="1799" y="1"/>
                    </a:moveTo>
                    <a:cubicBezTo>
                      <a:pt x="690" y="1"/>
                      <a:pt x="339" y="1091"/>
                      <a:pt x="296" y="2339"/>
                    </a:cubicBezTo>
                    <a:cubicBezTo>
                      <a:pt x="253" y="3587"/>
                      <a:pt x="422" y="4893"/>
                      <a:pt x="505" y="5436"/>
                    </a:cubicBezTo>
                    <a:cubicBezTo>
                      <a:pt x="588" y="5978"/>
                      <a:pt x="450" y="8804"/>
                      <a:pt x="288" y="9401"/>
                    </a:cubicBezTo>
                    <a:cubicBezTo>
                      <a:pt x="127" y="10000"/>
                      <a:pt x="1" y="10107"/>
                      <a:pt x="44" y="10380"/>
                    </a:cubicBezTo>
                    <a:cubicBezTo>
                      <a:pt x="44" y="10380"/>
                      <a:pt x="55" y="10379"/>
                      <a:pt x="76" y="10379"/>
                    </a:cubicBezTo>
                    <a:cubicBezTo>
                      <a:pt x="355" y="10379"/>
                      <a:pt x="2367" y="10426"/>
                      <a:pt x="3148" y="11738"/>
                    </a:cubicBezTo>
                    <a:cubicBezTo>
                      <a:pt x="3148" y="11738"/>
                      <a:pt x="3273" y="10979"/>
                      <a:pt x="3526" y="8859"/>
                    </a:cubicBezTo>
                    <a:cubicBezTo>
                      <a:pt x="3780" y="6742"/>
                      <a:pt x="4183" y="1"/>
                      <a:pt x="17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4"/>
              <p:cNvSpPr/>
              <p:nvPr/>
            </p:nvSpPr>
            <p:spPr>
              <a:xfrm>
                <a:off x="-3401621" y="2405354"/>
                <a:ext cx="308717" cy="60689"/>
              </a:xfrm>
              <a:custGeom>
                <a:avLst/>
                <a:gdLst/>
                <a:ahLst/>
                <a:cxnLst/>
                <a:rect l="l" t="t" r="r" b="b"/>
                <a:pathLst>
                  <a:path w="3201" h="616" fill="none" extrusionOk="0">
                    <a:moveTo>
                      <a:pt x="1" y="0"/>
                    </a:moveTo>
                    <a:cubicBezTo>
                      <a:pt x="1079" y="70"/>
                      <a:pt x="2176" y="276"/>
                      <a:pt x="3200" y="616"/>
                    </a:cubicBezTo>
                  </a:path>
                </a:pathLst>
              </a:custGeom>
              <a:noFill/>
              <a:ln w="175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4"/>
              <p:cNvSpPr/>
              <p:nvPr/>
            </p:nvSpPr>
            <p:spPr>
              <a:xfrm>
                <a:off x="-3380981" y="1954417"/>
                <a:ext cx="109175" cy="329749"/>
              </a:xfrm>
              <a:custGeom>
                <a:avLst/>
                <a:gdLst/>
                <a:ahLst/>
                <a:cxnLst/>
                <a:rect l="l" t="t" r="r" b="b"/>
                <a:pathLst>
                  <a:path w="1132" h="3347" fill="none" extrusionOk="0">
                    <a:moveTo>
                      <a:pt x="0" y="1"/>
                    </a:moveTo>
                    <a:cubicBezTo>
                      <a:pt x="46" y="377"/>
                      <a:pt x="229" y="720"/>
                      <a:pt x="389" y="1064"/>
                    </a:cubicBezTo>
                    <a:cubicBezTo>
                      <a:pt x="727" y="1792"/>
                      <a:pt x="977" y="2558"/>
                      <a:pt x="1132" y="3347"/>
                    </a:cubicBezTo>
                    <a:cubicBezTo>
                      <a:pt x="874" y="3157"/>
                      <a:pt x="645" y="2924"/>
                      <a:pt x="464" y="2662"/>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4"/>
              <p:cNvSpPr/>
              <p:nvPr/>
            </p:nvSpPr>
            <p:spPr>
              <a:xfrm>
                <a:off x="-3557959" y="2271954"/>
                <a:ext cx="1573484" cy="1924999"/>
              </a:xfrm>
              <a:custGeom>
                <a:avLst/>
                <a:gdLst/>
                <a:ahLst/>
                <a:cxnLst/>
                <a:rect l="l" t="t" r="r" b="b"/>
                <a:pathLst>
                  <a:path w="16315" h="19539" extrusionOk="0">
                    <a:moveTo>
                      <a:pt x="7208" y="0"/>
                    </a:moveTo>
                    <a:cubicBezTo>
                      <a:pt x="6803" y="0"/>
                      <a:pt x="6447" y="73"/>
                      <a:pt x="6172" y="245"/>
                    </a:cubicBezTo>
                    <a:cubicBezTo>
                      <a:pt x="3471" y="1932"/>
                      <a:pt x="3144" y="5880"/>
                      <a:pt x="2233" y="8933"/>
                    </a:cubicBezTo>
                    <a:cubicBezTo>
                      <a:pt x="1701" y="10710"/>
                      <a:pt x="1382" y="11585"/>
                      <a:pt x="1065" y="13410"/>
                    </a:cubicBezTo>
                    <a:cubicBezTo>
                      <a:pt x="709" y="15453"/>
                      <a:pt x="356" y="17495"/>
                      <a:pt x="0" y="19538"/>
                    </a:cubicBezTo>
                    <a:cubicBezTo>
                      <a:pt x="1724" y="18188"/>
                      <a:pt x="4962" y="16661"/>
                      <a:pt x="8157" y="15626"/>
                    </a:cubicBezTo>
                    <a:cubicBezTo>
                      <a:pt x="9152" y="15304"/>
                      <a:pt x="13497" y="14379"/>
                      <a:pt x="16055" y="14379"/>
                    </a:cubicBezTo>
                    <a:cubicBezTo>
                      <a:pt x="16144" y="14379"/>
                      <a:pt x="16231" y="14380"/>
                      <a:pt x="16315" y="14382"/>
                    </a:cubicBezTo>
                    <a:cubicBezTo>
                      <a:pt x="15748" y="9993"/>
                      <a:pt x="13442" y="6620"/>
                      <a:pt x="13135" y="2207"/>
                    </a:cubicBezTo>
                    <a:cubicBezTo>
                      <a:pt x="13135" y="2204"/>
                      <a:pt x="9433" y="0"/>
                      <a:pt x="72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4"/>
              <p:cNvSpPr/>
              <p:nvPr/>
            </p:nvSpPr>
            <p:spPr>
              <a:xfrm>
                <a:off x="-3019407" y="2330969"/>
                <a:ext cx="331092" cy="233100"/>
              </a:xfrm>
              <a:custGeom>
                <a:avLst/>
                <a:gdLst/>
                <a:ahLst/>
                <a:cxnLst/>
                <a:rect l="l" t="t" r="r" b="b"/>
                <a:pathLst>
                  <a:path w="3433" h="2366" fill="none" extrusionOk="0">
                    <a:moveTo>
                      <a:pt x="1" y="1491"/>
                    </a:moveTo>
                    <a:cubicBezTo>
                      <a:pt x="1" y="1491"/>
                      <a:pt x="1846" y="2365"/>
                      <a:pt x="3432" y="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4"/>
              <p:cNvSpPr/>
              <p:nvPr/>
            </p:nvSpPr>
            <p:spPr>
              <a:xfrm>
                <a:off x="-3520441" y="3481512"/>
                <a:ext cx="1514653" cy="494772"/>
              </a:xfrm>
              <a:custGeom>
                <a:avLst/>
                <a:gdLst/>
                <a:ahLst/>
                <a:cxnLst/>
                <a:rect l="l" t="t" r="r" b="b"/>
                <a:pathLst>
                  <a:path w="15705" h="5022" fill="none" extrusionOk="0">
                    <a:moveTo>
                      <a:pt x="1" y="5021"/>
                    </a:moveTo>
                    <a:cubicBezTo>
                      <a:pt x="1" y="5021"/>
                      <a:pt x="8789" y="0"/>
                      <a:pt x="15705" y="799"/>
                    </a:cubicBezTo>
                  </a:path>
                </a:pathLst>
              </a:custGeom>
              <a:noFill/>
              <a:ln w="1750" cap="flat" cmpd="sng">
                <a:solidFill>
                  <a:srgbClr val="FFFFFF"/>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4"/>
              <p:cNvSpPr/>
              <p:nvPr/>
            </p:nvSpPr>
            <p:spPr>
              <a:xfrm>
                <a:off x="-3474919" y="2297570"/>
                <a:ext cx="638074" cy="1833178"/>
              </a:xfrm>
              <a:custGeom>
                <a:avLst/>
                <a:gdLst/>
                <a:ahLst/>
                <a:cxnLst/>
                <a:rect l="l" t="t" r="r" b="b"/>
                <a:pathLst>
                  <a:path w="6616" h="18607" fill="none" extrusionOk="0">
                    <a:moveTo>
                      <a:pt x="6615" y="0"/>
                    </a:moveTo>
                    <a:cubicBezTo>
                      <a:pt x="5232" y="859"/>
                      <a:pt x="4273" y="2285"/>
                      <a:pt x="3671" y="3800"/>
                    </a:cubicBezTo>
                    <a:cubicBezTo>
                      <a:pt x="3069" y="5313"/>
                      <a:pt x="2783" y="6931"/>
                      <a:pt x="2467" y="8529"/>
                    </a:cubicBezTo>
                    <a:cubicBezTo>
                      <a:pt x="1796" y="11922"/>
                      <a:pt x="973" y="15286"/>
                      <a:pt x="0" y="18607"/>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4"/>
              <p:cNvSpPr/>
              <p:nvPr/>
            </p:nvSpPr>
            <p:spPr>
              <a:xfrm>
                <a:off x="-2500531" y="2421708"/>
                <a:ext cx="73105" cy="537431"/>
              </a:xfrm>
              <a:custGeom>
                <a:avLst/>
                <a:gdLst/>
                <a:ahLst/>
                <a:cxnLst/>
                <a:rect l="l" t="t" r="r" b="b"/>
                <a:pathLst>
                  <a:path w="758" h="5455" fill="none" extrusionOk="0">
                    <a:moveTo>
                      <a:pt x="512" y="0"/>
                    </a:moveTo>
                    <a:cubicBezTo>
                      <a:pt x="267" y="878"/>
                      <a:pt x="23" y="1770"/>
                      <a:pt x="11" y="2682"/>
                    </a:cubicBezTo>
                    <a:cubicBezTo>
                      <a:pt x="0" y="3652"/>
                      <a:pt x="261" y="4621"/>
                      <a:pt x="758" y="5454"/>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4"/>
              <p:cNvSpPr/>
              <p:nvPr/>
            </p:nvSpPr>
            <p:spPr>
              <a:xfrm>
                <a:off x="-2364157" y="1733925"/>
                <a:ext cx="539122" cy="671617"/>
              </a:xfrm>
              <a:custGeom>
                <a:avLst/>
                <a:gdLst/>
                <a:ahLst/>
                <a:cxnLst/>
                <a:rect l="l" t="t" r="r" b="b"/>
                <a:pathLst>
                  <a:path w="5590" h="6817" extrusionOk="0">
                    <a:moveTo>
                      <a:pt x="4355" y="0"/>
                    </a:moveTo>
                    <a:cubicBezTo>
                      <a:pt x="3836" y="257"/>
                      <a:pt x="515" y="3947"/>
                      <a:pt x="1" y="4283"/>
                    </a:cubicBezTo>
                    <a:cubicBezTo>
                      <a:pt x="1" y="4283"/>
                      <a:pt x="150" y="6403"/>
                      <a:pt x="1375" y="6817"/>
                    </a:cubicBezTo>
                    <a:cubicBezTo>
                      <a:pt x="1375" y="6817"/>
                      <a:pt x="4356" y="2764"/>
                      <a:pt x="5590" y="1022"/>
                    </a:cubicBezTo>
                    <a:lnTo>
                      <a:pt x="4355" y="0"/>
                    </a:ln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4"/>
              <p:cNvSpPr/>
              <p:nvPr/>
            </p:nvSpPr>
            <p:spPr>
              <a:xfrm>
                <a:off x="-2116678" y="1400723"/>
                <a:ext cx="349995" cy="435758"/>
              </a:xfrm>
              <a:custGeom>
                <a:avLst/>
                <a:gdLst/>
                <a:ahLst/>
                <a:cxnLst/>
                <a:rect l="l" t="t" r="r" b="b"/>
                <a:pathLst>
                  <a:path w="3629" h="4423" extrusionOk="0">
                    <a:moveTo>
                      <a:pt x="1485" y="1"/>
                    </a:moveTo>
                    <a:cubicBezTo>
                      <a:pt x="1358" y="1"/>
                      <a:pt x="1137" y="807"/>
                      <a:pt x="1827" y="1474"/>
                    </a:cubicBezTo>
                    <a:cubicBezTo>
                      <a:pt x="1827" y="1474"/>
                      <a:pt x="1040" y="853"/>
                      <a:pt x="581" y="428"/>
                    </a:cubicBezTo>
                    <a:cubicBezTo>
                      <a:pt x="568" y="417"/>
                      <a:pt x="558" y="411"/>
                      <a:pt x="551" y="411"/>
                    </a:cubicBezTo>
                    <a:cubicBezTo>
                      <a:pt x="429" y="411"/>
                      <a:pt x="804" y="1674"/>
                      <a:pt x="1560" y="1786"/>
                    </a:cubicBezTo>
                    <a:cubicBezTo>
                      <a:pt x="1560" y="1786"/>
                      <a:pt x="647" y="1781"/>
                      <a:pt x="287" y="1678"/>
                    </a:cubicBezTo>
                    <a:cubicBezTo>
                      <a:pt x="264" y="1671"/>
                      <a:pt x="244" y="1668"/>
                      <a:pt x="227" y="1668"/>
                    </a:cubicBezTo>
                    <a:cubicBezTo>
                      <a:pt x="1" y="1668"/>
                      <a:pt x="326" y="2227"/>
                      <a:pt x="1211" y="2227"/>
                    </a:cubicBezTo>
                    <a:cubicBezTo>
                      <a:pt x="1290" y="2227"/>
                      <a:pt x="1373" y="2222"/>
                      <a:pt x="1461" y="2213"/>
                    </a:cubicBezTo>
                    <a:lnTo>
                      <a:pt x="1461" y="2213"/>
                    </a:lnTo>
                    <a:cubicBezTo>
                      <a:pt x="1461" y="2213"/>
                      <a:pt x="1323" y="2929"/>
                      <a:pt x="1789" y="3381"/>
                    </a:cubicBezTo>
                    <a:cubicBezTo>
                      <a:pt x="1789" y="3382"/>
                      <a:pt x="1709" y="4423"/>
                      <a:pt x="2764" y="4423"/>
                    </a:cubicBezTo>
                    <a:cubicBezTo>
                      <a:pt x="2844" y="4423"/>
                      <a:pt x="2930" y="4417"/>
                      <a:pt x="3024" y="4404"/>
                    </a:cubicBezTo>
                    <a:cubicBezTo>
                      <a:pt x="3024" y="4404"/>
                      <a:pt x="3628" y="3623"/>
                      <a:pt x="3477" y="2985"/>
                    </a:cubicBezTo>
                    <a:cubicBezTo>
                      <a:pt x="3359" y="2490"/>
                      <a:pt x="2866" y="2045"/>
                      <a:pt x="2542" y="481"/>
                    </a:cubicBezTo>
                    <a:cubicBezTo>
                      <a:pt x="2523" y="389"/>
                      <a:pt x="2491" y="349"/>
                      <a:pt x="2457" y="349"/>
                    </a:cubicBezTo>
                    <a:cubicBezTo>
                      <a:pt x="2336" y="349"/>
                      <a:pt x="2176" y="852"/>
                      <a:pt x="2371" y="1307"/>
                    </a:cubicBezTo>
                    <a:cubicBezTo>
                      <a:pt x="2371" y="1307"/>
                      <a:pt x="1654" y="449"/>
                      <a:pt x="1531" y="54"/>
                    </a:cubicBezTo>
                    <a:cubicBezTo>
                      <a:pt x="1519" y="18"/>
                      <a:pt x="1503" y="1"/>
                      <a:pt x="1485"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4"/>
              <p:cNvSpPr/>
              <p:nvPr/>
            </p:nvSpPr>
            <p:spPr>
              <a:xfrm>
                <a:off x="-2676254" y="1577373"/>
                <a:ext cx="346813" cy="381867"/>
              </a:xfrm>
              <a:custGeom>
                <a:avLst/>
                <a:gdLst/>
                <a:ahLst/>
                <a:cxnLst/>
                <a:rect l="l" t="t" r="r" b="b"/>
                <a:pathLst>
                  <a:path w="3596" h="3876" extrusionOk="0">
                    <a:moveTo>
                      <a:pt x="284" y="0"/>
                    </a:moveTo>
                    <a:lnTo>
                      <a:pt x="284" y="0"/>
                    </a:lnTo>
                    <a:cubicBezTo>
                      <a:pt x="0" y="1979"/>
                      <a:pt x="2722" y="3875"/>
                      <a:pt x="2722" y="3875"/>
                    </a:cubicBezTo>
                    <a:cubicBezTo>
                      <a:pt x="2722" y="3875"/>
                      <a:pt x="3595" y="764"/>
                      <a:pt x="2722" y="418"/>
                    </a:cubicBezTo>
                    <a:cubicBezTo>
                      <a:pt x="1851" y="71"/>
                      <a:pt x="284" y="0"/>
                      <a:pt x="2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4"/>
              <p:cNvSpPr/>
              <p:nvPr/>
            </p:nvSpPr>
            <p:spPr>
              <a:xfrm>
                <a:off x="-3310190" y="1458555"/>
                <a:ext cx="1118172" cy="1080971"/>
              </a:xfrm>
              <a:custGeom>
                <a:avLst/>
                <a:gdLst/>
                <a:ahLst/>
                <a:cxnLst/>
                <a:rect l="l" t="t" r="r" b="b"/>
                <a:pathLst>
                  <a:path w="11594" h="10972" extrusionOk="0">
                    <a:moveTo>
                      <a:pt x="956" y="1"/>
                    </a:moveTo>
                    <a:cubicBezTo>
                      <a:pt x="817" y="1"/>
                      <a:pt x="699" y="14"/>
                      <a:pt x="612" y="42"/>
                    </a:cubicBezTo>
                    <a:cubicBezTo>
                      <a:pt x="0" y="246"/>
                      <a:pt x="1406" y="3084"/>
                      <a:pt x="1938" y="4678"/>
                    </a:cubicBezTo>
                    <a:cubicBezTo>
                      <a:pt x="2049" y="5006"/>
                      <a:pt x="2120" y="5283"/>
                      <a:pt x="2132" y="5471"/>
                    </a:cubicBezTo>
                    <a:cubicBezTo>
                      <a:pt x="2178" y="6293"/>
                      <a:pt x="2765" y="6810"/>
                      <a:pt x="3113" y="7197"/>
                    </a:cubicBezTo>
                    <a:cubicBezTo>
                      <a:pt x="3235" y="7330"/>
                      <a:pt x="3327" y="7449"/>
                      <a:pt x="3358" y="7560"/>
                    </a:cubicBezTo>
                    <a:cubicBezTo>
                      <a:pt x="3483" y="7990"/>
                      <a:pt x="2683" y="8728"/>
                      <a:pt x="2562" y="8973"/>
                    </a:cubicBezTo>
                    <a:cubicBezTo>
                      <a:pt x="2552" y="8993"/>
                      <a:pt x="2555" y="9002"/>
                      <a:pt x="2574" y="9002"/>
                    </a:cubicBezTo>
                    <a:cubicBezTo>
                      <a:pt x="2659" y="9002"/>
                      <a:pt x="3054" y="8835"/>
                      <a:pt x="3899" y="8835"/>
                    </a:cubicBezTo>
                    <a:cubicBezTo>
                      <a:pt x="5142" y="8835"/>
                      <a:pt x="7361" y="9195"/>
                      <a:pt x="11008" y="10971"/>
                    </a:cubicBezTo>
                    <a:cubicBezTo>
                      <a:pt x="11008" y="10971"/>
                      <a:pt x="11134" y="10134"/>
                      <a:pt x="11008" y="9069"/>
                    </a:cubicBezTo>
                    <a:cubicBezTo>
                      <a:pt x="10922" y="8329"/>
                      <a:pt x="10618" y="6927"/>
                      <a:pt x="10618" y="6927"/>
                    </a:cubicBezTo>
                    <a:cubicBezTo>
                      <a:pt x="10618" y="6927"/>
                      <a:pt x="11593" y="6491"/>
                      <a:pt x="11541" y="5262"/>
                    </a:cubicBezTo>
                    <a:cubicBezTo>
                      <a:pt x="11492" y="4036"/>
                      <a:pt x="8520" y="1566"/>
                      <a:pt x="6857" y="1208"/>
                    </a:cubicBezTo>
                    <a:cubicBezTo>
                      <a:pt x="5760" y="970"/>
                      <a:pt x="4267" y="711"/>
                      <a:pt x="4267" y="711"/>
                    </a:cubicBezTo>
                    <a:cubicBezTo>
                      <a:pt x="4267" y="711"/>
                      <a:pt x="1997" y="1"/>
                      <a:pt x="9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4"/>
              <p:cNvSpPr/>
              <p:nvPr/>
            </p:nvSpPr>
            <p:spPr>
              <a:xfrm>
                <a:off x="-3075924" y="1786338"/>
                <a:ext cx="120362" cy="381276"/>
              </a:xfrm>
              <a:custGeom>
                <a:avLst/>
                <a:gdLst/>
                <a:ahLst/>
                <a:cxnLst/>
                <a:rect l="l" t="t" r="r" b="b"/>
                <a:pathLst>
                  <a:path w="1248" h="3870" extrusionOk="0">
                    <a:moveTo>
                      <a:pt x="1" y="1"/>
                    </a:moveTo>
                    <a:lnTo>
                      <a:pt x="1" y="1"/>
                    </a:lnTo>
                    <a:cubicBezTo>
                      <a:pt x="112" y="1035"/>
                      <a:pt x="120" y="2166"/>
                      <a:pt x="84" y="3179"/>
                    </a:cubicBezTo>
                    <a:cubicBezTo>
                      <a:pt x="280" y="3455"/>
                      <a:pt x="511" y="3679"/>
                      <a:pt x="683" y="3870"/>
                    </a:cubicBezTo>
                    <a:cubicBezTo>
                      <a:pt x="1248" y="1663"/>
                      <a:pt x="1"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4"/>
              <p:cNvSpPr/>
              <p:nvPr/>
            </p:nvSpPr>
            <p:spPr>
              <a:xfrm>
                <a:off x="-2464942" y="1667324"/>
                <a:ext cx="85932" cy="68176"/>
              </a:xfrm>
              <a:custGeom>
                <a:avLst/>
                <a:gdLst/>
                <a:ahLst/>
                <a:cxnLst/>
                <a:rect l="l" t="t" r="r" b="b"/>
                <a:pathLst>
                  <a:path w="891" h="692" fill="none" extrusionOk="0">
                    <a:moveTo>
                      <a:pt x="1" y="0"/>
                    </a:moveTo>
                    <a:cubicBezTo>
                      <a:pt x="257" y="276"/>
                      <a:pt x="559" y="510"/>
                      <a:pt x="890" y="69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4"/>
              <p:cNvSpPr/>
              <p:nvPr/>
            </p:nvSpPr>
            <p:spPr>
              <a:xfrm>
                <a:off x="-2746274" y="2025846"/>
                <a:ext cx="200121" cy="57930"/>
              </a:xfrm>
              <a:custGeom>
                <a:avLst/>
                <a:gdLst/>
                <a:ahLst/>
                <a:cxnLst/>
                <a:rect l="l" t="t" r="r" b="b"/>
                <a:pathLst>
                  <a:path w="2075" h="588" fill="none" extrusionOk="0">
                    <a:moveTo>
                      <a:pt x="0" y="492"/>
                    </a:moveTo>
                    <a:cubicBezTo>
                      <a:pt x="721" y="588"/>
                      <a:pt x="1474" y="410"/>
                      <a:pt x="2074" y="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4"/>
              <p:cNvSpPr/>
              <p:nvPr/>
            </p:nvSpPr>
            <p:spPr>
              <a:xfrm>
                <a:off x="-2389908" y="2141018"/>
                <a:ext cx="103484" cy="19803"/>
              </a:xfrm>
              <a:custGeom>
                <a:avLst/>
                <a:gdLst/>
                <a:ahLst/>
                <a:cxnLst/>
                <a:rect l="l" t="t" r="r" b="b"/>
                <a:pathLst>
                  <a:path w="1073" h="201" fill="none" extrusionOk="0">
                    <a:moveTo>
                      <a:pt x="1073" y="0"/>
                    </a:moveTo>
                    <a:cubicBezTo>
                      <a:pt x="1073" y="0"/>
                      <a:pt x="582" y="200"/>
                      <a:pt x="1" y="90"/>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4"/>
              <p:cNvSpPr/>
              <p:nvPr/>
            </p:nvSpPr>
            <p:spPr>
              <a:xfrm>
                <a:off x="-3010245" y="2163580"/>
                <a:ext cx="767308" cy="282164"/>
              </a:xfrm>
              <a:custGeom>
                <a:avLst/>
                <a:gdLst/>
                <a:ahLst/>
                <a:cxnLst/>
                <a:rect l="l" t="t" r="r" b="b"/>
                <a:pathLst>
                  <a:path w="7956" h="2864" fill="none" extrusionOk="0">
                    <a:moveTo>
                      <a:pt x="0" y="1101"/>
                    </a:moveTo>
                    <a:cubicBezTo>
                      <a:pt x="0" y="1101"/>
                      <a:pt x="1926" y="1"/>
                      <a:pt x="7955" y="2863"/>
                    </a:cubicBezTo>
                  </a:path>
                </a:pathLst>
              </a:custGeom>
              <a:noFill/>
              <a:ln w="175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4"/>
              <p:cNvSpPr/>
              <p:nvPr/>
            </p:nvSpPr>
            <p:spPr>
              <a:xfrm>
                <a:off x="-2898754" y="1254220"/>
                <a:ext cx="332539" cy="513688"/>
              </a:xfrm>
              <a:custGeom>
                <a:avLst/>
                <a:gdLst/>
                <a:ahLst/>
                <a:cxnLst/>
                <a:rect l="l" t="t" r="r" b="b"/>
                <a:pathLst>
                  <a:path w="3448" h="5214" extrusionOk="0">
                    <a:moveTo>
                      <a:pt x="134" y="1"/>
                    </a:moveTo>
                    <a:lnTo>
                      <a:pt x="1" y="2784"/>
                    </a:lnTo>
                    <a:cubicBezTo>
                      <a:pt x="1" y="2784"/>
                      <a:pt x="589" y="5213"/>
                      <a:pt x="1704" y="5213"/>
                    </a:cubicBezTo>
                    <a:cubicBezTo>
                      <a:pt x="1704" y="5213"/>
                      <a:pt x="1705" y="5213"/>
                      <a:pt x="1706" y="5213"/>
                    </a:cubicBezTo>
                    <a:cubicBezTo>
                      <a:pt x="3448" y="5207"/>
                      <a:pt x="2591" y="3280"/>
                      <a:pt x="2591" y="3280"/>
                    </a:cubicBezTo>
                    <a:lnTo>
                      <a:pt x="2146" y="382"/>
                    </a:lnTo>
                    <a:lnTo>
                      <a:pt x="134" y="1"/>
                    </a:ln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4"/>
              <p:cNvSpPr/>
              <p:nvPr/>
            </p:nvSpPr>
            <p:spPr>
              <a:xfrm>
                <a:off x="-2841948" y="1291757"/>
                <a:ext cx="176396" cy="175269"/>
              </a:xfrm>
              <a:custGeom>
                <a:avLst/>
                <a:gdLst/>
                <a:ahLst/>
                <a:cxnLst/>
                <a:rect l="l" t="t" r="r" b="b"/>
                <a:pathLst>
                  <a:path w="1829" h="1779" extrusionOk="0">
                    <a:moveTo>
                      <a:pt x="1560" y="1"/>
                    </a:moveTo>
                    <a:lnTo>
                      <a:pt x="0" y="84"/>
                    </a:lnTo>
                    <a:cubicBezTo>
                      <a:pt x="0" y="84"/>
                      <a:pt x="117" y="1778"/>
                      <a:pt x="1545" y="1778"/>
                    </a:cubicBezTo>
                    <a:cubicBezTo>
                      <a:pt x="1634" y="1778"/>
                      <a:pt x="1729" y="1772"/>
                      <a:pt x="1828" y="1758"/>
                    </a:cubicBezTo>
                    <a:lnTo>
                      <a:pt x="1560" y="1"/>
                    </a:lnTo>
                    <a:close/>
                  </a:path>
                </a:pathLst>
              </a:custGeom>
              <a:solidFill>
                <a:srgbClr val="332C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4"/>
              <p:cNvSpPr/>
              <p:nvPr/>
            </p:nvSpPr>
            <p:spPr>
              <a:xfrm>
                <a:off x="-2918429" y="962200"/>
                <a:ext cx="347102" cy="446201"/>
              </a:xfrm>
              <a:custGeom>
                <a:avLst/>
                <a:gdLst/>
                <a:ahLst/>
                <a:cxnLst/>
                <a:rect l="l" t="t" r="r" b="b"/>
                <a:pathLst>
                  <a:path w="3599" h="4529" extrusionOk="0">
                    <a:moveTo>
                      <a:pt x="1858" y="1"/>
                    </a:moveTo>
                    <a:cubicBezTo>
                      <a:pt x="1355" y="1"/>
                      <a:pt x="876" y="192"/>
                      <a:pt x="687" y="437"/>
                    </a:cubicBezTo>
                    <a:cubicBezTo>
                      <a:pt x="100" y="1199"/>
                      <a:pt x="0" y="2495"/>
                      <a:pt x="392" y="3356"/>
                    </a:cubicBezTo>
                    <a:cubicBezTo>
                      <a:pt x="692" y="4017"/>
                      <a:pt x="1489" y="4528"/>
                      <a:pt x="2241" y="4528"/>
                    </a:cubicBezTo>
                    <a:cubicBezTo>
                      <a:pt x="2473" y="4528"/>
                      <a:pt x="2701" y="4480"/>
                      <a:pt x="2909" y="4372"/>
                    </a:cubicBezTo>
                    <a:cubicBezTo>
                      <a:pt x="3442" y="4096"/>
                      <a:pt x="3598" y="3592"/>
                      <a:pt x="3570" y="2875"/>
                    </a:cubicBezTo>
                    <a:cubicBezTo>
                      <a:pt x="3564" y="2701"/>
                      <a:pt x="3548" y="2516"/>
                      <a:pt x="3521" y="2317"/>
                    </a:cubicBezTo>
                    <a:cubicBezTo>
                      <a:pt x="3483" y="1988"/>
                      <a:pt x="3420" y="1623"/>
                      <a:pt x="3348" y="1226"/>
                    </a:cubicBezTo>
                    <a:cubicBezTo>
                      <a:pt x="3183" y="313"/>
                      <a:pt x="2501" y="1"/>
                      <a:pt x="1858"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4"/>
              <p:cNvSpPr/>
              <p:nvPr/>
            </p:nvSpPr>
            <p:spPr>
              <a:xfrm>
                <a:off x="-2963951" y="932348"/>
                <a:ext cx="466982" cy="259504"/>
              </a:xfrm>
              <a:custGeom>
                <a:avLst/>
                <a:gdLst/>
                <a:ahLst/>
                <a:cxnLst/>
                <a:rect l="l" t="t" r="r" b="b"/>
                <a:pathLst>
                  <a:path w="4842" h="2634" extrusionOk="0">
                    <a:moveTo>
                      <a:pt x="1842" y="0"/>
                    </a:moveTo>
                    <a:cubicBezTo>
                      <a:pt x="928" y="0"/>
                      <a:pt x="0" y="424"/>
                      <a:pt x="308" y="2467"/>
                    </a:cubicBezTo>
                    <a:cubicBezTo>
                      <a:pt x="308" y="2469"/>
                      <a:pt x="485" y="2633"/>
                      <a:pt x="733" y="2633"/>
                    </a:cubicBezTo>
                    <a:cubicBezTo>
                      <a:pt x="1060" y="2633"/>
                      <a:pt x="1510" y="2345"/>
                      <a:pt x="1835" y="1009"/>
                    </a:cubicBezTo>
                    <a:cubicBezTo>
                      <a:pt x="1835" y="1009"/>
                      <a:pt x="2974" y="2040"/>
                      <a:pt x="4304" y="2040"/>
                    </a:cubicBezTo>
                    <a:cubicBezTo>
                      <a:pt x="4394" y="2040"/>
                      <a:pt x="4484" y="2036"/>
                      <a:pt x="4576" y="2026"/>
                    </a:cubicBezTo>
                    <a:cubicBezTo>
                      <a:pt x="4576" y="2026"/>
                      <a:pt x="4841" y="546"/>
                      <a:pt x="2892" y="135"/>
                    </a:cubicBezTo>
                    <a:cubicBezTo>
                      <a:pt x="2605" y="75"/>
                      <a:pt x="2225" y="0"/>
                      <a:pt x="18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4"/>
              <p:cNvSpPr/>
              <p:nvPr/>
            </p:nvSpPr>
            <p:spPr>
              <a:xfrm>
                <a:off x="-2826227" y="1217964"/>
                <a:ext cx="78602" cy="55270"/>
              </a:xfrm>
              <a:custGeom>
                <a:avLst/>
                <a:gdLst/>
                <a:ahLst/>
                <a:cxnLst/>
                <a:rect l="l" t="t" r="r" b="b"/>
                <a:pathLst>
                  <a:path w="815" h="561" extrusionOk="0">
                    <a:moveTo>
                      <a:pt x="408" y="1"/>
                    </a:moveTo>
                    <a:cubicBezTo>
                      <a:pt x="402" y="1"/>
                      <a:pt x="395" y="1"/>
                      <a:pt x="389" y="1"/>
                    </a:cubicBezTo>
                    <a:cubicBezTo>
                      <a:pt x="169" y="6"/>
                      <a:pt x="0" y="138"/>
                      <a:pt x="12" y="293"/>
                    </a:cubicBezTo>
                    <a:cubicBezTo>
                      <a:pt x="22" y="443"/>
                      <a:pt x="197" y="561"/>
                      <a:pt x="408" y="561"/>
                    </a:cubicBezTo>
                    <a:cubicBezTo>
                      <a:pt x="414" y="561"/>
                      <a:pt x="421" y="560"/>
                      <a:pt x="427" y="560"/>
                    </a:cubicBezTo>
                    <a:cubicBezTo>
                      <a:pt x="645" y="553"/>
                      <a:pt x="814" y="421"/>
                      <a:pt x="804" y="268"/>
                    </a:cubicBezTo>
                    <a:cubicBezTo>
                      <a:pt x="792" y="117"/>
                      <a:pt x="618" y="1"/>
                      <a:pt x="408" y="1"/>
                    </a:cubicBezTo>
                    <a:close/>
                  </a:path>
                </a:pathLst>
              </a:custGeom>
              <a:solidFill>
                <a:srgbClr val="FF7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4"/>
              <p:cNvSpPr/>
              <p:nvPr/>
            </p:nvSpPr>
            <p:spPr>
              <a:xfrm>
                <a:off x="-2612890" y="1190476"/>
                <a:ext cx="38770" cy="54975"/>
              </a:xfrm>
              <a:custGeom>
                <a:avLst/>
                <a:gdLst/>
                <a:ahLst/>
                <a:cxnLst/>
                <a:rect l="l" t="t" r="r" b="b"/>
                <a:pathLst>
                  <a:path w="402" h="558" extrusionOk="0">
                    <a:moveTo>
                      <a:pt x="353" y="0"/>
                    </a:moveTo>
                    <a:cubicBezTo>
                      <a:pt x="150" y="19"/>
                      <a:pt x="0" y="145"/>
                      <a:pt x="9" y="291"/>
                    </a:cubicBezTo>
                    <a:cubicBezTo>
                      <a:pt x="19" y="442"/>
                      <a:pt x="193" y="558"/>
                      <a:pt x="402" y="558"/>
                    </a:cubicBezTo>
                    <a:cubicBezTo>
                      <a:pt x="396" y="386"/>
                      <a:pt x="380" y="199"/>
                      <a:pt x="353" y="0"/>
                    </a:cubicBezTo>
                    <a:close/>
                  </a:path>
                </a:pathLst>
              </a:custGeom>
              <a:solidFill>
                <a:srgbClr val="FF7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4"/>
              <p:cNvSpPr/>
              <p:nvPr/>
            </p:nvSpPr>
            <p:spPr>
              <a:xfrm>
                <a:off x="-2755050" y="1156092"/>
                <a:ext cx="21700" cy="27192"/>
              </a:xfrm>
              <a:custGeom>
                <a:avLst/>
                <a:gdLst/>
                <a:ahLst/>
                <a:cxnLst/>
                <a:rect l="l" t="t" r="r" b="b"/>
                <a:pathLst>
                  <a:path w="225" h="276" extrusionOk="0">
                    <a:moveTo>
                      <a:pt x="106" y="0"/>
                    </a:moveTo>
                    <a:cubicBezTo>
                      <a:pt x="102" y="0"/>
                      <a:pt x="99" y="0"/>
                      <a:pt x="96" y="1"/>
                    </a:cubicBezTo>
                    <a:cubicBezTo>
                      <a:pt x="38" y="8"/>
                      <a:pt x="1" y="75"/>
                      <a:pt x="10" y="150"/>
                    </a:cubicBezTo>
                    <a:cubicBezTo>
                      <a:pt x="18" y="223"/>
                      <a:pt x="67" y="276"/>
                      <a:pt x="119" y="276"/>
                    </a:cubicBezTo>
                    <a:cubicBezTo>
                      <a:pt x="123" y="276"/>
                      <a:pt x="126" y="275"/>
                      <a:pt x="130" y="275"/>
                    </a:cubicBezTo>
                    <a:cubicBezTo>
                      <a:pt x="187" y="268"/>
                      <a:pt x="224" y="201"/>
                      <a:pt x="216" y="125"/>
                    </a:cubicBezTo>
                    <a:cubicBezTo>
                      <a:pt x="207" y="53"/>
                      <a:pt x="158" y="0"/>
                      <a:pt x="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4"/>
              <p:cNvSpPr/>
              <p:nvPr/>
            </p:nvSpPr>
            <p:spPr>
              <a:xfrm>
                <a:off x="-2638930" y="1146141"/>
                <a:ext cx="21796" cy="27290"/>
              </a:xfrm>
              <a:custGeom>
                <a:avLst/>
                <a:gdLst/>
                <a:ahLst/>
                <a:cxnLst/>
                <a:rect l="l" t="t" r="r" b="b"/>
                <a:pathLst>
                  <a:path w="226" h="277" extrusionOk="0">
                    <a:moveTo>
                      <a:pt x="106" y="0"/>
                    </a:moveTo>
                    <a:cubicBezTo>
                      <a:pt x="102" y="0"/>
                      <a:pt x="99" y="0"/>
                      <a:pt x="95" y="1"/>
                    </a:cubicBezTo>
                    <a:cubicBezTo>
                      <a:pt x="37" y="10"/>
                      <a:pt x="0" y="77"/>
                      <a:pt x="11" y="152"/>
                    </a:cubicBezTo>
                    <a:cubicBezTo>
                      <a:pt x="19" y="222"/>
                      <a:pt x="66" y="276"/>
                      <a:pt x="119" y="276"/>
                    </a:cubicBezTo>
                    <a:cubicBezTo>
                      <a:pt x="123" y="276"/>
                      <a:pt x="127" y="276"/>
                      <a:pt x="131" y="275"/>
                    </a:cubicBezTo>
                    <a:cubicBezTo>
                      <a:pt x="189" y="269"/>
                      <a:pt x="226" y="201"/>
                      <a:pt x="215" y="125"/>
                    </a:cubicBezTo>
                    <a:cubicBezTo>
                      <a:pt x="207" y="54"/>
                      <a:pt x="159" y="0"/>
                      <a:pt x="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4"/>
              <p:cNvSpPr/>
              <p:nvPr/>
            </p:nvSpPr>
            <p:spPr>
              <a:xfrm>
                <a:off x="-2778294" y="1107225"/>
                <a:ext cx="41760" cy="46896"/>
              </a:xfrm>
              <a:custGeom>
                <a:avLst/>
                <a:gdLst/>
                <a:ahLst/>
                <a:cxnLst/>
                <a:rect l="l" t="t" r="r" b="b"/>
                <a:pathLst>
                  <a:path w="433" h="476" fill="none" extrusionOk="0">
                    <a:moveTo>
                      <a:pt x="433" y="303"/>
                    </a:moveTo>
                    <a:cubicBezTo>
                      <a:pt x="156" y="0"/>
                      <a:pt x="0" y="476"/>
                      <a:pt x="53" y="369"/>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4"/>
              <p:cNvSpPr/>
              <p:nvPr/>
            </p:nvSpPr>
            <p:spPr>
              <a:xfrm>
                <a:off x="-2660341" y="1088013"/>
                <a:ext cx="41760" cy="46994"/>
              </a:xfrm>
              <a:custGeom>
                <a:avLst/>
                <a:gdLst/>
                <a:ahLst/>
                <a:cxnLst/>
                <a:rect l="l" t="t" r="r" b="b"/>
                <a:pathLst>
                  <a:path w="433" h="477" fill="none" extrusionOk="0">
                    <a:moveTo>
                      <a:pt x="433" y="303"/>
                    </a:moveTo>
                    <a:cubicBezTo>
                      <a:pt x="156" y="1"/>
                      <a:pt x="0" y="477"/>
                      <a:pt x="53" y="37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4"/>
              <p:cNvSpPr/>
              <p:nvPr/>
            </p:nvSpPr>
            <p:spPr>
              <a:xfrm>
                <a:off x="-2996743" y="1165846"/>
                <a:ext cx="169066" cy="131525"/>
              </a:xfrm>
              <a:custGeom>
                <a:avLst/>
                <a:gdLst/>
                <a:ahLst/>
                <a:cxnLst/>
                <a:rect l="l" t="t" r="r" b="b"/>
                <a:pathLst>
                  <a:path w="1753" h="1335" extrusionOk="0">
                    <a:moveTo>
                      <a:pt x="410" y="1"/>
                    </a:moveTo>
                    <a:cubicBezTo>
                      <a:pt x="163" y="1"/>
                      <a:pt x="1" y="138"/>
                      <a:pt x="16" y="529"/>
                    </a:cubicBezTo>
                    <a:cubicBezTo>
                      <a:pt x="35" y="1032"/>
                      <a:pt x="424" y="1334"/>
                      <a:pt x="828" y="1334"/>
                    </a:cubicBezTo>
                    <a:cubicBezTo>
                      <a:pt x="973" y="1334"/>
                      <a:pt x="1120" y="1295"/>
                      <a:pt x="1252" y="1212"/>
                    </a:cubicBezTo>
                    <a:cubicBezTo>
                      <a:pt x="1752" y="896"/>
                      <a:pt x="1478" y="363"/>
                      <a:pt x="1069" y="183"/>
                    </a:cubicBezTo>
                    <a:cubicBezTo>
                      <a:pt x="828" y="78"/>
                      <a:pt x="595" y="1"/>
                      <a:pt x="410"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4"/>
              <p:cNvSpPr/>
              <p:nvPr/>
            </p:nvSpPr>
            <p:spPr>
              <a:xfrm>
                <a:off x="-2959611" y="1198653"/>
                <a:ext cx="57384" cy="62167"/>
              </a:xfrm>
              <a:custGeom>
                <a:avLst/>
                <a:gdLst/>
                <a:ahLst/>
                <a:cxnLst/>
                <a:rect l="l" t="t" r="r" b="b"/>
                <a:pathLst>
                  <a:path w="595" h="631" fill="none" extrusionOk="0">
                    <a:moveTo>
                      <a:pt x="0" y="43"/>
                    </a:moveTo>
                    <a:cubicBezTo>
                      <a:pt x="0" y="43"/>
                      <a:pt x="595" y="0"/>
                      <a:pt x="512" y="630"/>
                    </a:cubicBezTo>
                  </a:path>
                </a:pathLst>
              </a:custGeom>
              <a:noFill/>
              <a:ln w="17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4"/>
              <p:cNvSpPr/>
              <p:nvPr/>
            </p:nvSpPr>
            <p:spPr>
              <a:xfrm>
                <a:off x="-2937718" y="1224762"/>
                <a:ext cx="22761" cy="15172"/>
              </a:xfrm>
              <a:custGeom>
                <a:avLst/>
                <a:gdLst/>
                <a:ahLst/>
                <a:cxnLst/>
                <a:rect l="l" t="t" r="r" b="b"/>
                <a:pathLst>
                  <a:path w="236" h="154" fill="none" extrusionOk="0">
                    <a:moveTo>
                      <a:pt x="236" y="0"/>
                    </a:moveTo>
                    <a:lnTo>
                      <a:pt x="0" y="153"/>
                    </a:lnTo>
                  </a:path>
                </a:pathLst>
              </a:custGeom>
              <a:noFill/>
              <a:ln w="17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4"/>
              <p:cNvSpPr/>
              <p:nvPr/>
            </p:nvSpPr>
            <p:spPr>
              <a:xfrm>
                <a:off x="-2683391" y="1163580"/>
                <a:ext cx="35299" cy="75171"/>
              </a:xfrm>
              <a:custGeom>
                <a:avLst/>
                <a:gdLst/>
                <a:ahLst/>
                <a:cxnLst/>
                <a:rect l="l" t="t" r="r" b="b"/>
                <a:pathLst>
                  <a:path w="366" h="763" fill="none" extrusionOk="0">
                    <a:moveTo>
                      <a:pt x="94" y="762"/>
                    </a:moveTo>
                    <a:cubicBezTo>
                      <a:pt x="165" y="761"/>
                      <a:pt x="349" y="681"/>
                      <a:pt x="358" y="541"/>
                    </a:cubicBezTo>
                    <a:cubicBezTo>
                      <a:pt x="365" y="409"/>
                      <a:pt x="134" y="549"/>
                      <a:pt x="67" y="356"/>
                    </a:cubicBezTo>
                    <a:lnTo>
                      <a:pt x="0" y="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4"/>
              <p:cNvSpPr/>
              <p:nvPr/>
            </p:nvSpPr>
            <p:spPr>
              <a:xfrm>
                <a:off x="-2740487" y="1281609"/>
                <a:ext cx="104352" cy="54778"/>
              </a:xfrm>
              <a:custGeom>
                <a:avLst/>
                <a:gdLst/>
                <a:ahLst/>
                <a:cxnLst/>
                <a:rect l="l" t="t" r="r" b="b"/>
                <a:pathLst>
                  <a:path w="1082" h="556" extrusionOk="0">
                    <a:moveTo>
                      <a:pt x="1082" y="0"/>
                    </a:moveTo>
                    <a:lnTo>
                      <a:pt x="1082" y="0"/>
                    </a:lnTo>
                    <a:cubicBezTo>
                      <a:pt x="778" y="56"/>
                      <a:pt x="535" y="71"/>
                      <a:pt x="356" y="71"/>
                    </a:cubicBezTo>
                    <a:cubicBezTo>
                      <a:pt x="123" y="71"/>
                      <a:pt x="1" y="45"/>
                      <a:pt x="1" y="45"/>
                    </a:cubicBezTo>
                    <a:lnTo>
                      <a:pt x="1" y="45"/>
                    </a:lnTo>
                    <a:cubicBezTo>
                      <a:pt x="1" y="45"/>
                      <a:pt x="22" y="526"/>
                      <a:pt x="463" y="555"/>
                    </a:cubicBezTo>
                    <a:cubicBezTo>
                      <a:pt x="477" y="555"/>
                      <a:pt x="490" y="556"/>
                      <a:pt x="503" y="556"/>
                    </a:cubicBezTo>
                    <a:cubicBezTo>
                      <a:pt x="985" y="556"/>
                      <a:pt x="1082" y="0"/>
                      <a:pt x="10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 name="Google Shape;645;p34"/>
            <p:cNvGrpSpPr/>
            <p:nvPr/>
          </p:nvGrpSpPr>
          <p:grpSpPr>
            <a:xfrm>
              <a:off x="1342714" y="23674"/>
              <a:ext cx="3700259" cy="6285346"/>
              <a:chOff x="10680408" y="107133"/>
              <a:chExt cx="3649890" cy="6199789"/>
            </a:xfrm>
          </p:grpSpPr>
          <p:sp>
            <p:nvSpPr>
              <p:cNvPr id="646" name="Google Shape;646;p34"/>
              <p:cNvSpPr/>
              <p:nvPr/>
            </p:nvSpPr>
            <p:spPr>
              <a:xfrm>
                <a:off x="13279436" y="174612"/>
                <a:ext cx="894830" cy="1446120"/>
              </a:xfrm>
              <a:custGeom>
                <a:avLst/>
                <a:gdLst/>
                <a:ahLst/>
                <a:cxnLst/>
                <a:rect l="l" t="t" r="r" b="b"/>
                <a:pathLst>
                  <a:path w="8580" h="13866" fill="none" extrusionOk="0">
                    <a:moveTo>
                      <a:pt x="1" y="13866"/>
                    </a:moveTo>
                    <a:lnTo>
                      <a:pt x="8580" y="0"/>
                    </a:lnTo>
                  </a:path>
                </a:pathLst>
              </a:custGeom>
              <a:noFill/>
              <a:ln w="66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4"/>
              <p:cNvSpPr/>
              <p:nvPr/>
            </p:nvSpPr>
            <p:spPr>
              <a:xfrm>
                <a:off x="13279436" y="1065289"/>
                <a:ext cx="343957" cy="555462"/>
              </a:xfrm>
              <a:custGeom>
                <a:avLst/>
                <a:gdLst/>
                <a:ahLst/>
                <a:cxnLst/>
                <a:rect l="l" t="t" r="r" b="b"/>
                <a:pathLst>
                  <a:path w="3298" h="5326" fill="none" extrusionOk="0">
                    <a:moveTo>
                      <a:pt x="1" y="5326"/>
                    </a:moveTo>
                    <a:lnTo>
                      <a:pt x="3298" y="1"/>
                    </a:lnTo>
                  </a:path>
                </a:pathLst>
              </a:custGeom>
              <a:solidFill>
                <a:schemeClr val="accent3"/>
              </a:solidFill>
              <a:ln w="13225" cap="flat" cmpd="sng">
                <a:solidFill>
                  <a:schemeClr val="accent3"/>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4"/>
              <p:cNvSpPr/>
              <p:nvPr/>
            </p:nvSpPr>
            <p:spPr>
              <a:xfrm>
                <a:off x="13776088" y="107133"/>
                <a:ext cx="554210" cy="364502"/>
              </a:xfrm>
              <a:custGeom>
                <a:avLst/>
                <a:gdLst/>
                <a:ahLst/>
                <a:cxnLst/>
                <a:rect l="l" t="t" r="r" b="b"/>
                <a:pathLst>
                  <a:path w="5314" h="3495" extrusionOk="0">
                    <a:moveTo>
                      <a:pt x="4817" y="1"/>
                    </a:moveTo>
                    <a:lnTo>
                      <a:pt x="0" y="976"/>
                    </a:lnTo>
                    <a:lnTo>
                      <a:pt x="512" y="3495"/>
                    </a:lnTo>
                    <a:lnTo>
                      <a:pt x="5314" y="2454"/>
                    </a:lnTo>
                    <a:lnTo>
                      <a:pt x="48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4"/>
              <p:cNvSpPr/>
              <p:nvPr/>
            </p:nvSpPr>
            <p:spPr>
              <a:xfrm>
                <a:off x="12817514" y="1460983"/>
                <a:ext cx="741833" cy="919547"/>
              </a:xfrm>
              <a:custGeom>
                <a:avLst/>
                <a:gdLst/>
                <a:ahLst/>
                <a:cxnLst/>
                <a:rect l="l" t="t" r="r" b="b"/>
                <a:pathLst>
                  <a:path w="7113" h="8817" extrusionOk="0">
                    <a:moveTo>
                      <a:pt x="5823" y="0"/>
                    </a:moveTo>
                    <a:cubicBezTo>
                      <a:pt x="5823" y="0"/>
                      <a:pt x="2479" y="4974"/>
                      <a:pt x="1394" y="5626"/>
                    </a:cubicBezTo>
                    <a:cubicBezTo>
                      <a:pt x="418" y="6213"/>
                      <a:pt x="0" y="8434"/>
                      <a:pt x="1392" y="8787"/>
                    </a:cubicBezTo>
                    <a:cubicBezTo>
                      <a:pt x="1472" y="8807"/>
                      <a:pt x="1553" y="8817"/>
                      <a:pt x="1634" y="8817"/>
                    </a:cubicBezTo>
                    <a:cubicBezTo>
                      <a:pt x="4014" y="8817"/>
                      <a:pt x="7113" y="526"/>
                      <a:pt x="7113" y="526"/>
                    </a:cubicBezTo>
                    <a:lnTo>
                      <a:pt x="5823" y="0"/>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4"/>
              <p:cNvSpPr/>
              <p:nvPr/>
            </p:nvSpPr>
            <p:spPr>
              <a:xfrm>
                <a:off x="13370173" y="1197013"/>
                <a:ext cx="243002" cy="320491"/>
              </a:xfrm>
              <a:custGeom>
                <a:avLst/>
                <a:gdLst/>
                <a:ahLst/>
                <a:cxnLst/>
                <a:rect l="l" t="t" r="r" b="b"/>
                <a:pathLst>
                  <a:path w="2330" h="3073" extrusionOk="0">
                    <a:moveTo>
                      <a:pt x="426" y="1"/>
                    </a:moveTo>
                    <a:cubicBezTo>
                      <a:pt x="404" y="1"/>
                      <a:pt x="385" y="3"/>
                      <a:pt x="369" y="8"/>
                    </a:cubicBezTo>
                    <a:cubicBezTo>
                      <a:pt x="1" y="113"/>
                      <a:pt x="578" y="794"/>
                      <a:pt x="578" y="794"/>
                    </a:cubicBezTo>
                    <a:cubicBezTo>
                      <a:pt x="578" y="794"/>
                      <a:pt x="306" y="846"/>
                      <a:pt x="246" y="1029"/>
                    </a:cubicBezTo>
                    <a:cubicBezTo>
                      <a:pt x="185" y="1213"/>
                      <a:pt x="420" y="1370"/>
                      <a:pt x="420" y="1370"/>
                    </a:cubicBezTo>
                    <a:cubicBezTo>
                      <a:pt x="420" y="1370"/>
                      <a:pt x="79" y="1445"/>
                      <a:pt x="106" y="1539"/>
                    </a:cubicBezTo>
                    <a:cubicBezTo>
                      <a:pt x="133" y="1631"/>
                      <a:pt x="447" y="1790"/>
                      <a:pt x="447" y="1790"/>
                    </a:cubicBezTo>
                    <a:cubicBezTo>
                      <a:pt x="447" y="1790"/>
                      <a:pt x="326" y="2306"/>
                      <a:pt x="526" y="2549"/>
                    </a:cubicBezTo>
                    <a:lnTo>
                      <a:pt x="1815" y="3072"/>
                    </a:lnTo>
                    <a:cubicBezTo>
                      <a:pt x="1815" y="3072"/>
                      <a:pt x="2330" y="1787"/>
                      <a:pt x="2330" y="1394"/>
                    </a:cubicBezTo>
                    <a:cubicBezTo>
                      <a:pt x="2330" y="1021"/>
                      <a:pt x="876" y="1"/>
                      <a:pt x="426"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4"/>
              <p:cNvSpPr/>
              <p:nvPr/>
            </p:nvSpPr>
            <p:spPr>
              <a:xfrm>
                <a:off x="13532455" y="1167289"/>
                <a:ext cx="79054" cy="133912"/>
              </a:xfrm>
              <a:custGeom>
                <a:avLst/>
                <a:gdLst/>
                <a:ahLst/>
                <a:cxnLst/>
                <a:rect l="l" t="t" r="r" b="b"/>
                <a:pathLst>
                  <a:path w="758" h="1284" extrusionOk="0">
                    <a:moveTo>
                      <a:pt x="721" y="0"/>
                    </a:moveTo>
                    <a:cubicBezTo>
                      <a:pt x="590" y="0"/>
                      <a:pt x="23" y="572"/>
                      <a:pt x="0" y="988"/>
                    </a:cubicBezTo>
                    <a:lnTo>
                      <a:pt x="408" y="1283"/>
                    </a:lnTo>
                    <a:cubicBezTo>
                      <a:pt x="408" y="1283"/>
                      <a:pt x="621" y="419"/>
                      <a:pt x="737" y="84"/>
                    </a:cubicBezTo>
                    <a:cubicBezTo>
                      <a:pt x="757" y="26"/>
                      <a:pt x="749" y="0"/>
                      <a:pt x="721"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4"/>
              <p:cNvSpPr/>
              <p:nvPr/>
            </p:nvSpPr>
            <p:spPr>
              <a:xfrm>
                <a:off x="11682578" y="745834"/>
                <a:ext cx="839346" cy="655478"/>
              </a:xfrm>
              <a:custGeom>
                <a:avLst/>
                <a:gdLst/>
                <a:ahLst/>
                <a:cxnLst/>
                <a:rect l="l" t="t" r="r" b="b"/>
                <a:pathLst>
                  <a:path w="8048" h="6285" extrusionOk="0">
                    <a:moveTo>
                      <a:pt x="3305" y="0"/>
                    </a:moveTo>
                    <a:cubicBezTo>
                      <a:pt x="3290" y="0"/>
                      <a:pt x="3276" y="1"/>
                      <a:pt x="3261" y="1"/>
                    </a:cubicBezTo>
                    <a:cubicBezTo>
                      <a:pt x="2407" y="16"/>
                      <a:pt x="1615" y="2007"/>
                      <a:pt x="1249" y="3139"/>
                    </a:cubicBezTo>
                    <a:cubicBezTo>
                      <a:pt x="883" y="4270"/>
                      <a:pt x="1" y="5109"/>
                      <a:pt x="1" y="5109"/>
                    </a:cubicBezTo>
                    <a:cubicBezTo>
                      <a:pt x="1" y="5109"/>
                      <a:pt x="1920" y="6284"/>
                      <a:pt x="4227" y="6284"/>
                    </a:cubicBezTo>
                    <a:cubicBezTo>
                      <a:pt x="5197" y="6284"/>
                      <a:pt x="6235" y="6076"/>
                      <a:pt x="7228" y="5486"/>
                    </a:cubicBezTo>
                    <a:cubicBezTo>
                      <a:pt x="7120" y="5058"/>
                      <a:pt x="7124" y="4525"/>
                      <a:pt x="7124" y="4525"/>
                    </a:cubicBezTo>
                    <a:lnTo>
                      <a:pt x="7124" y="4525"/>
                    </a:lnTo>
                    <a:cubicBezTo>
                      <a:pt x="7256" y="4765"/>
                      <a:pt x="7475" y="5016"/>
                      <a:pt x="7656" y="5200"/>
                    </a:cubicBezTo>
                    <a:cubicBezTo>
                      <a:pt x="7788" y="5108"/>
                      <a:pt x="7920" y="5004"/>
                      <a:pt x="8048" y="4894"/>
                    </a:cubicBezTo>
                    <a:cubicBezTo>
                      <a:pt x="8048" y="4894"/>
                      <a:pt x="7573" y="4396"/>
                      <a:pt x="7277" y="2899"/>
                    </a:cubicBezTo>
                    <a:cubicBezTo>
                      <a:pt x="6982" y="1403"/>
                      <a:pt x="6498" y="251"/>
                      <a:pt x="5811" y="251"/>
                    </a:cubicBezTo>
                    <a:cubicBezTo>
                      <a:pt x="5120" y="251"/>
                      <a:pt x="4816" y="717"/>
                      <a:pt x="4816" y="717"/>
                    </a:cubicBezTo>
                    <a:cubicBezTo>
                      <a:pt x="4816" y="717"/>
                      <a:pt x="4420" y="0"/>
                      <a:pt x="3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4"/>
              <p:cNvSpPr/>
              <p:nvPr/>
            </p:nvSpPr>
            <p:spPr>
              <a:xfrm>
                <a:off x="11780093" y="1179700"/>
                <a:ext cx="718471" cy="544303"/>
              </a:xfrm>
              <a:custGeom>
                <a:avLst/>
                <a:gdLst/>
                <a:ahLst/>
                <a:cxnLst/>
                <a:rect l="l" t="t" r="r" b="b"/>
                <a:pathLst>
                  <a:path w="6889" h="5219" extrusionOk="0">
                    <a:moveTo>
                      <a:pt x="2272" y="1"/>
                    </a:moveTo>
                    <a:lnTo>
                      <a:pt x="2145" y="2669"/>
                    </a:lnTo>
                    <a:lnTo>
                      <a:pt x="493" y="3090"/>
                    </a:lnTo>
                    <a:cubicBezTo>
                      <a:pt x="493" y="3090"/>
                      <a:pt x="0" y="5218"/>
                      <a:pt x="2928" y="5218"/>
                    </a:cubicBezTo>
                    <a:cubicBezTo>
                      <a:pt x="3072" y="5218"/>
                      <a:pt x="3224" y="5213"/>
                      <a:pt x="3384" y="5203"/>
                    </a:cubicBezTo>
                    <a:cubicBezTo>
                      <a:pt x="6889" y="4967"/>
                      <a:pt x="6116" y="2964"/>
                      <a:pt x="6115" y="2964"/>
                    </a:cubicBezTo>
                    <a:lnTo>
                      <a:pt x="4543" y="2599"/>
                    </a:lnTo>
                    <a:lnTo>
                      <a:pt x="4201" y="364"/>
                    </a:lnTo>
                    <a:lnTo>
                      <a:pt x="2272"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4"/>
              <p:cNvSpPr/>
              <p:nvPr/>
            </p:nvSpPr>
            <p:spPr>
              <a:xfrm>
                <a:off x="12062628" y="1217559"/>
                <a:ext cx="182720" cy="177819"/>
              </a:xfrm>
              <a:custGeom>
                <a:avLst/>
                <a:gdLst/>
                <a:ahLst/>
                <a:cxnLst/>
                <a:rect l="l" t="t" r="r" b="b"/>
                <a:pathLst>
                  <a:path w="1752" h="1705" extrusionOk="0">
                    <a:moveTo>
                      <a:pt x="1494" y="1"/>
                    </a:moveTo>
                    <a:lnTo>
                      <a:pt x="1" y="81"/>
                    </a:lnTo>
                    <a:cubicBezTo>
                      <a:pt x="1" y="81"/>
                      <a:pt x="112" y="1705"/>
                      <a:pt x="1479" y="1705"/>
                    </a:cubicBezTo>
                    <a:cubicBezTo>
                      <a:pt x="1565" y="1705"/>
                      <a:pt x="1656" y="1698"/>
                      <a:pt x="1751" y="1685"/>
                    </a:cubicBezTo>
                    <a:lnTo>
                      <a:pt x="1494" y="1"/>
                    </a:lnTo>
                    <a:close/>
                  </a:path>
                </a:pathLst>
              </a:custGeom>
              <a:solidFill>
                <a:srgbClr val="4713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4"/>
              <p:cNvSpPr/>
              <p:nvPr/>
            </p:nvSpPr>
            <p:spPr>
              <a:xfrm>
                <a:off x="11983364" y="883399"/>
                <a:ext cx="359496" cy="452734"/>
              </a:xfrm>
              <a:custGeom>
                <a:avLst/>
                <a:gdLst/>
                <a:ahLst/>
                <a:cxnLst/>
                <a:rect l="l" t="t" r="r" b="b"/>
                <a:pathLst>
                  <a:path w="3447" h="4341" extrusionOk="0">
                    <a:moveTo>
                      <a:pt x="1779" y="1"/>
                    </a:moveTo>
                    <a:cubicBezTo>
                      <a:pt x="1297" y="1"/>
                      <a:pt x="838" y="184"/>
                      <a:pt x="657" y="419"/>
                    </a:cubicBezTo>
                    <a:cubicBezTo>
                      <a:pt x="95" y="1150"/>
                      <a:pt x="0" y="2391"/>
                      <a:pt x="375" y="3218"/>
                    </a:cubicBezTo>
                    <a:cubicBezTo>
                      <a:pt x="663" y="3851"/>
                      <a:pt x="1427" y="4341"/>
                      <a:pt x="2147" y="4341"/>
                    </a:cubicBezTo>
                    <a:cubicBezTo>
                      <a:pt x="2370" y="4341"/>
                      <a:pt x="2588" y="4294"/>
                      <a:pt x="2787" y="4191"/>
                    </a:cubicBezTo>
                    <a:cubicBezTo>
                      <a:pt x="3299" y="3925"/>
                      <a:pt x="3447" y="3442"/>
                      <a:pt x="3422" y="2754"/>
                    </a:cubicBezTo>
                    <a:cubicBezTo>
                      <a:pt x="3416" y="2590"/>
                      <a:pt x="3399" y="2412"/>
                      <a:pt x="3376" y="2220"/>
                    </a:cubicBezTo>
                    <a:cubicBezTo>
                      <a:pt x="3339" y="1903"/>
                      <a:pt x="3276" y="1556"/>
                      <a:pt x="3208" y="1174"/>
                    </a:cubicBezTo>
                    <a:cubicBezTo>
                      <a:pt x="3050" y="300"/>
                      <a:pt x="2396" y="1"/>
                      <a:pt x="1779"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4"/>
              <p:cNvSpPr/>
              <p:nvPr/>
            </p:nvSpPr>
            <p:spPr>
              <a:xfrm>
                <a:off x="11901701" y="852111"/>
                <a:ext cx="294313" cy="262921"/>
              </a:xfrm>
              <a:custGeom>
                <a:avLst/>
                <a:gdLst/>
                <a:ahLst/>
                <a:cxnLst/>
                <a:rect l="l" t="t" r="r" b="b"/>
                <a:pathLst>
                  <a:path w="2822" h="2521" extrusionOk="0">
                    <a:moveTo>
                      <a:pt x="1942" y="0"/>
                    </a:moveTo>
                    <a:cubicBezTo>
                      <a:pt x="1" y="0"/>
                      <a:pt x="515" y="2519"/>
                      <a:pt x="513" y="2520"/>
                    </a:cubicBezTo>
                    <a:cubicBezTo>
                      <a:pt x="2530" y="2449"/>
                      <a:pt x="2822" y="137"/>
                      <a:pt x="2822" y="137"/>
                    </a:cubicBezTo>
                    <a:cubicBezTo>
                      <a:pt x="2483" y="42"/>
                      <a:pt x="2192" y="0"/>
                      <a:pt x="19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4"/>
              <p:cNvSpPr/>
              <p:nvPr/>
            </p:nvSpPr>
            <p:spPr>
              <a:xfrm>
                <a:off x="12152426" y="1079890"/>
                <a:ext cx="22527" cy="27533"/>
              </a:xfrm>
              <a:custGeom>
                <a:avLst/>
                <a:gdLst/>
                <a:ahLst/>
                <a:cxnLst/>
                <a:rect l="l" t="t" r="r" b="b"/>
                <a:pathLst>
                  <a:path w="216" h="264" extrusionOk="0">
                    <a:moveTo>
                      <a:pt x="102" y="1"/>
                    </a:moveTo>
                    <a:cubicBezTo>
                      <a:pt x="98" y="1"/>
                      <a:pt x="95" y="1"/>
                      <a:pt x="91" y="1"/>
                    </a:cubicBezTo>
                    <a:cubicBezTo>
                      <a:pt x="38" y="7"/>
                      <a:pt x="1" y="71"/>
                      <a:pt x="10" y="144"/>
                    </a:cubicBezTo>
                    <a:cubicBezTo>
                      <a:pt x="20" y="212"/>
                      <a:pt x="65" y="263"/>
                      <a:pt x="115" y="263"/>
                    </a:cubicBezTo>
                    <a:cubicBezTo>
                      <a:pt x="119" y="263"/>
                      <a:pt x="122" y="263"/>
                      <a:pt x="126" y="262"/>
                    </a:cubicBezTo>
                    <a:cubicBezTo>
                      <a:pt x="179" y="255"/>
                      <a:pt x="216" y="193"/>
                      <a:pt x="207" y="120"/>
                    </a:cubicBezTo>
                    <a:cubicBezTo>
                      <a:pt x="199" y="52"/>
                      <a:pt x="153" y="1"/>
                      <a:pt x="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4"/>
              <p:cNvSpPr/>
              <p:nvPr/>
            </p:nvSpPr>
            <p:spPr>
              <a:xfrm>
                <a:off x="12273095" y="1069878"/>
                <a:ext cx="22319" cy="27429"/>
              </a:xfrm>
              <a:custGeom>
                <a:avLst/>
                <a:gdLst/>
                <a:ahLst/>
                <a:cxnLst/>
                <a:rect l="l" t="t" r="r" b="b"/>
                <a:pathLst>
                  <a:path w="214" h="263" extrusionOk="0">
                    <a:moveTo>
                      <a:pt x="99" y="0"/>
                    </a:moveTo>
                    <a:cubicBezTo>
                      <a:pt x="96" y="0"/>
                      <a:pt x="93" y="1"/>
                      <a:pt x="89" y="1"/>
                    </a:cubicBezTo>
                    <a:cubicBezTo>
                      <a:pt x="36" y="8"/>
                      <a:pt x="0" y="72"/>
                      <a:pt x="8" y="143"/>
                    </a:cubicBezTo>
                    <a:cubicBezTo>
                      <a:pt x="16" y="211"/>
                      <a:pt x="62" y="263"/>
                      <a:pt x="113" y="263"/>
                    </a:cubicBezTo>
                    <a:cubicBezTo>
                      <a:pt x="117" y="263"/>
                      <a:pt x="120" y="262"/>
                      <a:pt x="123" y="262"/>
                    </a:cubicBezTo>
                    <a:cubicBezTo>
                      <a:pt x="177" y="255"/>
                      <a:pt x="214" y="192"/>
                      <a:pt x="205" y="120"/>
                    </a:cubicBezTo>
                    <a:cubicBezTo>
                      <a:pt x="195" y="52"/>
                      <a:pt x="149" y="0"/>
                      <a:pt x="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4"/>
              <p:cNvSpPr/>
              <p:nvPr/>
            </p:nvSpPr>
            <p:spPr>
              <a:xfrm>
                <a:off x="12128542" y="1030350"/>
                <a:ext cx="43386" cy="47557"/>
              </a:xfrm>
              <a:custGeom>
                <a:avLst/>
                <a:gdLst/>
                <a:ahLst/>
                <a:cxnLst/>
                <a:rect l="l" t="t" r="r" b="b"/>
                <a:pathLst>
                  <a:path w="416" h="456" fill="none" extrusionOk="0">
                    <a:moveTo>
                      <a:pt x="415" y="290"/>
                    </a:moveTo>
                    <a:cubicBezTo>
                      <a:pt x="150" y="1"/>
                      <a:pt x="0" y="456"/>
                      <a:pt x="52" y="352"/>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4"/>
              <p:cNvSpPr/>
              <p:nvPr/>
            </p:nvSpPr>
            <p:spPr>
              <a:xfrm>
                <a:off x="12250672" y="1010743"/>
                <a:ext cx="43386" cy="47662"/>
              </a:xfrm>
              <a:custGeom>
                <a:avLst/>
                <a:gdLst/>
                <a:ahLst/>
                <a:cxnLst/>
                <a:rect l="l" t="t" r="r" b="b"/>
                <a:pathLst>
                  <a:path w="416" h="457" fill="none" extrusionOk="0">
                    <a:moveTo>
                      <a:pt x="415" y="289"/>
                    </a:moveTo>
                    <a:cubicBezTo>
                      <a:pt x="150" y="0"/>
                      <a:pt x="0" y="457"/>
                      <a:pt x="52" y="353"/>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4"/>
              <p:cNvSpPr/>
              <p:nvPr/>
            </p:nvSpPr>
            <p:spPr>
              <a:xfrm>
                <a:off x="11902223" y="1090007"/>
                <a:ext cx="175211" cy="133286"/>
              </a:xfrm>
              <a:custGeom>
                <a:avLst/>
                <a:gdLst/>
                <a:ahLst/>
                <a:cxnLst/>
                <a:rect l="l" t="t" r="r" b="b"/>
                <a:pathLst>
                  <a:path w="1680" h="1278" extrusionOk="0">
                    <a:moveTo>
                      <a:pt x="392" y="0"/>
                    </a:moveTo>
                    <a:cubicBezTo>
                      <a:pt x="156" y="0"/>
                      <a:pt x="0" y="132"/>
                      <a:pt x="15" y="505"/>
                    </a:cubicBezTo>
                    <a:cubicBezTo>
                      <a:pt x="34" y="987"/>
                      <a:pt x="408" y="1278"/>
                      <a:pt x="794" y="1278"/>
                    </a:cubicBezTo>
                    <a:cubicBezTo>
                      <a:pt x="932" y="1278"/>
                      <a:pt x="1073" y="1240"/>
                      <a:pt x="1199" y="1160"/>
                    </a:cubicBezTo>
                    <a:cubicBezTo>
                      <a:pt x="1680" y="859"/>
                      <a:pt x="1414" y="345"/>
                      <a:pt x="1023" y="176"/>
                    </a:cubicBezTo>
                    <a:cubicBezTo>
                      <a:pt x="792" y="75"/>
                      <a:pt x="570" y="0"/>
                      <a:pt x="392"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4"/>
              <p:cNvSpPr/>
              <p:nvPr/>
            </p:nvSpPr>
            <p:spPr>
              <a:xfrm>
                <a:off x="11940499" y="1123173"/>
                <a:ext cx="59655" cy="62993"/>
              </a:xfrm>
              <a:custGeom>
                <a:avLst/>
                <a:gdLst/>
                <a:ahLst/>
                <a:cxnLst/>
                <a:rect l="l" t="t" r="r" b="b"/>
                <a:pathLst>
                  <a:path w="572" h="604" fill="none" extrusionOk="0">
                    <a:moveTo>
                      <a:pt x="1" y="40"/>
                    </a:moveTo>
                    <a:cubicBezTo>
                      <a:pt x="1" y="40"/>
                      <a:pt x="571" y="0"/>
                      <a:pt x="491" y="603"/>
                    </a:cubicBezTo>
                  </a:path>
                </a:pathLst>
              </a:custGeom>
              <a:noFill/>
              <a:ln w="16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4"/>
              <p:cNvSpPr/>
              <p:nvPr/>
            </p:nvSpPr>
            <p:spPr>
              <a:xfrm>
                <a:off x="11963026" y="1149768"/>
                <a:ext cx="23674" cy="15227"/>
              </a:xfrm>
              <a:custGeom>
                <a:avLst/>
                <a:gdLst/>
                <a:ahLst/>
                <a:cxnLst/>
                <a:rect l="l" t="t" r="r" b="b"/>
                <a:pathLst>
                  <a:path w="227" h="146" fill="none" extrusionOk="0">
                    <a:moveTo>
                      <a:pt x="226" y="0"/>
                    </a:moveTo>
                    <a:lnTo>
                      <a:pt x="1" y="145"/>
                    </a:lnTo>
                  </a:path>
                </a:pathLst>
              </a:custGeom>
              <a:noFill/>
              <a:ln w="16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4"/>
              <p:cNvSpPr/>
              <p:nvPr/>
            </p:nvSpPr>
            <p:spPr>
              <a:xfrm>
                <a:off x="12226892" y="1087608"/>
                <a:ext cx="36711" cy="76134"/>
              </a:xfrm>
              <a:custGeom>
                <a:avLst/>
                <a:gdLst/>
                <a:ahLst/>
                <a:cxnLst/>
                <a:rect l="l" t="t" r="r" b="b"/>
                <a:pathLst>
                  <a:path w="352" h="730" fill="none" extrusionOk="0">
                    <a:moveTo>
                      <a:pt x="89" y="729"/>
                    </a:moveTo>
                    <a:cubicBezTo>
                      <a:pt x="160" y="728"/>
                      <a:pt x="334" y="652"/>
                      <a:pt x="344" y="519"/>
                    </a:cubicBezTo>
                    <a:cubicBezTo>
                      <a:pt x="351" y="393"/>
                      <a:pt x="129" y="526"/>
                      <a:pt x="64" y="341"/>
                    </a:cubicBezTo>
                    <a:lnTo>
                      <a:pt x="0" y="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4"/>
              <p:cNvSpPr/>
              <p:nvPr/>
            </p:nvSpPr>
            <p:spPr>
              <a:xfrm>
                <a:off x="12167757" y="1207130"/>
                <a:ext cx="108047" cy="55484"/>
              </a:xfrm>
              <a:custGeom>
                <a:avLst/>
                <a:gdLst/>
                <a:ahLst/>
                <a:cxnLst/>
                <a:rect l="l" t="t" r="r" b="b"/>
                <a:pathLst>
                  <a:path w="1036" h="532" extrusionOk="0">
                    <a:moveTo>
                      <a:pt x="1036" y="0"/>
                    </a:moveTo>
                    <a:lnTo>
                      <a:pt x="1036" y="0"/>
                    </a:lnTo>
                    <a:cubicBezTo>
                      <a:pt x="744" y="53"/>
                      <a:pt x="511" y="69"/>
                      <a:pt x="340" y="69"/>
                    </a:cubicBezTo>
                    <a:cubicBezTo>
                      <a:pt x="117" y="69"/>
                      <a:pt x="1" y="43"/>
                      <a:pt x="1" y="43"/>
                    </a:cubicBezTo>
                    <a:lnTo>
                      <a:pt x="1" y="43"/>
                    </a:lnTo>
                    <a:cubicBezTo>
                      <a:pt x="1" y="43"/>
                      <a:pt x="22" y="507"/>
                      <a:pt x="443" y="531"/>
                    </a:cubicBezTo>
                    <a:cubicBezTo>
                      <a:pt x="456" y="532"/>
                      <a:pt x="469" y="532"/>
                      <a:pt x="482" y="532"/>
                    </a:cubicBezTo>
                    <a:cubicBezTo>
                      <a:pt x="943" y="532"/>
                      <a:pt x="1036" y="0"/>
                      <a:pt x="10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4"/>
              <p:cNvSpPr/>
              <p:nvPr/>
            </p:nvSpPr>
            <p:spPr>
              <a:xfrm>
                <a:off x="12256199" y="3050539"/>
                <a:ext cx="612197" cy="271473"/>
              </a:xfrm>
              <a:custGeom>
                <a:avLst/>
                <a:gdLst/>
                <a:ahLst/>
                <a:cxnLst/>
                <a:rect l="l" t="t" r="r" b="b"/>
                <a:pathLst>
                  <a:path w="5870" h="2603" extrusionOk="0">
                    <a:moveTo>
                      <a:pt x="5517" y="0"/>
                    </a:moveTo>
                    <a:cubicBezTo>
                      <a:pt x="2946" y="0"/>
                      <a:pt x="1" y="2544"/>
                      <a:pt x="1" y="2544"/>
                    </a:cubicBezTo>
                    <a:cubicBezTo>
                      <a:pt x="342" y="2584"/>
                      <a:pt x="666" y="2602"/>
                      <a:pt x="973" y="2602"/>
                    </a:cubicBezTo>
                    <a:cubicBezTo>
                      <a:pt x="4619" y="2602"/>
                      <a:pt x="5870" y="17"/>
                      <a:pt x="5870" y="17"/>
                    </a:cubicBezTo>
                    <a:cubicBezTo>
                      <a:pt x="5753" y="6"/>
                      <a:pt x="5636" y="0"/>
                      <a:pt x="55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4"/>
              <p:cNvSpPr/>
              <p:nvPr/>
            </p:nvSpPr>
            <p:spPr>
              <a:xfrm>
                <a:off x="12604648" y="1770947"/>
                <a:ext cx="374932" cy="334362"/>
              </a:xfrm>
              <a:custGeom>
                <a:avLst/>
                <a:gdLst/>
                <a:ahLst/>
                <a:cxnLst/>
                <a:rect l="l" t="t" r="r" b="b"/>
                <a:pathLst>
                  <a:path w="3595" h="3206" extrusionOk="0">
                    <a:moveTo>
                      <a:pt x="2827" y="0"/>
                    </a:moveTo>
                    <a:cubicBezTo>
                      <a:pt x="0" y="0"/>
                      <a:pt x="178" y="3206"/>
                      <a:pt x="178" y="3206"/>
                    </a:cubicBezTo>
                    <a:cubicBezTo>
                      <a:pt x="3595" y="1602"/>
                      <a:pt x="3424" y="44"/>
                      <a:pt x="3424" y="44"/>
                    </a:cubicBezTo>
                    <a:cubicBezTo>
                      <a:pt x="3211" y="14"/>
                      <a:pt x="3013" y="0"/>
                      <a:pt x="28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4"/>
              <p:cNvSpPr/>
              <p:nvPr/>
            </p:nvSpPr>
            <p:spPr>
              <a:xfrm>
                <a:off x="12561262" y="1723806"/>
                <a:ext cx="528659" cy="660484"/>
              </a:xfrm>
              <a:custGeom>
                <a:avLst/>
                <a:gdLst/>
                <a:ahLst/>
                <a:cxnLst/>
                <a:rect l="l" t="t" r="r" b="b"/>
                <a:pathLst>
                  <a:path w="5069" h="6333" extrusionOk="0">
                    <a:moveTo>
                      <a:pt x="2060" y="0"/>
                    </a:moveTo>
                    <a:cubicBezTo>
                      <a:pt x="2060" y="0"/>
                      <a:pt x="229" y="691"/>
                      <a:pt x="21" y="1892"/>
                    </a:cubicBezTo>
                    <a:cubicBezTo>
                      <a:pt x="1" y="2012"/>
                      <a:pt x="2553" y="5656"/>
                      <a:pt x="3814" y="6262"/>
                    </a:cubicBezTo>
                    <a:cubicBezTo>
                      <a:pt x="3913" y="6310"/>
                      <a:pt x="4005" y="6333"/>
                      <a:pt x="4089" y="6333"/>
                    </a:cubicBezTo>
                    <a:cubicBezTo>
                      <a:pt x="5069" y="6333"/>
                      <a:pt x="5011" y="3299"/>
                      <a:pt x="4279" y="2435"/>
                    </a:cubicBezTo>
                    <a:cubicBezTo>
                      <a:pt x="3484" y="1498"/>
                      <a:pt x="2060" y="0"/>
                      <a:pt x="2060"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4"/>
              <p:cNvSpPr/>
              <p:nvPr/>
            </p:nvSpPr>
            <p:spPr>
              <a:xfrm>
                <a:off x="12889165" y="1959929"/>
                <a:ext cx="103145" cy="94072"/>
              </a:xfrm>
              <a:custGeom>
                <a:avLst/>
                <a:gdLst/>
                <a:ahLst/>
                <a:cxnLst/>
                <a:rect l="l" t="t" r="r" b="b"/>
                <a:pathLst>
                  <a:path w="989" h="902" fill="none" extrusionOk="0">
                    <a:moveTo>
                      <a:pt x="988" y="0"/>
                    </a:moveTo>
                    <a:cubicBezTo>
                      <a:pt x="988" y="0"/>
                      <a:pt x="385" y="307"/>
                      <a:pt x="1" y="901"/>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4"/>
              <p:cNvSpPr/>
              <p:nvPr/>
            </p:nvSpPr>
            <p:spPr>
              <a:xfrm>
                <a:off x="12379267" y="1463904"/>
                <a:ext cx="582578" cy="641399"/>
              </a:xfrm>
              <a:custGeom>
                <a:avLst/>
                <a:gdLst/>
                <a:ahLst/>
                <a:cxnLst/>
                <a:rect l="l" t="t" r="r" b="b"/>
                <a:pathLst>
                  <a:path w="5586" h="6150" extrusionOk="0">
                    <a:moveTo>
                      <a:pt x="1" y="0"/>
                    </a:moveTo>
                    <a:lnTo>
                      <a:pt x="1" y="0"/>
                    </a:lnTo>
                    <a:cubicBezTo>
                      <a:pt x="23" y="1130"/>
                      <a:pt x="213" y="2104"/>
                      <a:pt x="472" y="2922"/>
                    </a:cubicBezTo>
                    <a:cubicBezTo>
                      <a:pt x="1154" y="5078"/>
                      <a:pt x="2336" y="6150"/>
                      <a:pt x="2336" y="6150"/>
                    </a:cubicBezTo>
                    <a:cubicBezTo>
                      <a:pt x="2629" y="5134"/>
                      <a:pt x="3167" y="4434"/>
                      <a:pt x="3720" y="3957"/>
                    </a:cubicBezTo>
                    <a:cubicBezTo>
                      <a:pt x="4631" y="3173"/>
                      <a:pt x="5585" y="2988"/>
                      <a:pt x="5585" y="2988"/>
                    </a:cubicBezTo>
                    <a:cubicBezTo>
                      <a:pt x="5585" y="2988"/>
                      <a:pt x="2542" y="427"/>
                      <a:pt x="1556" y="248"/>
                    </a:cubicBezTo>
                    <a:cubicBezTo>
                      <a:pt x="575" y="69"/>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4"/>
              <p:cNvSpPr/>
              <p:nvPr/>
            </p:nvSpPr>
            <p:spPr>
              <a:xfrm>
                <a:off x="12428494" y="1723806"/>
                <a:ext cx="338846" cy="381502"/>
              </a:xfrm>
              <a:custGeom>
                <a:avLst/>
                <a:gdLst/>
                <a:ahLst/>
                <a:cxnLst/>
                <a:rect l="l" t="t" r="r" b="b"/>
                <a:pathLst>
                  <a:path w="3249" h="3658" extrusionOk="0">
                    <a:moveTo>
                      <a:pt x="1674" y="0"/>
                    </a:moveTo>
                    <a:lnTo>
                      <a:pt x="0" y="430"/>
                    </a:lnTo>
                    <a:cubicBezTo>
                      <a:pt x="682" y="2586"/>
                      <a:pt x="1864" y="3658"/>
                      <a:pt x="1864" y="3658"/>
                    </a:cubicBezTo>
                    <a:cubicBezTo>
                      <a:pt x="2157" y="2642"/>
                      <a:pt x="2695" y="1942"/>
                      <a:pt x="3248" y="1467"/>
                    </a:cubicBezTo>
                    <a:cubicBezTo>
                      <a:pt x="2298" y="558"/>
                      <a:pt x="1674" y="0"/>
                      <a:pt x="1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4"/>
              <p:cNvSpPr/>
              <p:nvPr/>
            </p:nvSpPr>
            <p:spPr>
              <a:xfrm>
                <a:off x="12025708" y="2484427"/>
                <a:ext cx="800654" cy="3612171"/>
              </a:xfrm>
              <a:custGeom>
                <a:avLst/>
                <a:gdLst/>
                <a:ahLst/>
                <a:cxnLst/>
                <a:rect l="l" t="t" r="r" b="b"/>
                <a:pathLst>
                  <a:path w="7677" h="34635" extrusionOk="0">
                    <a:moveTo>
                      <a:pt x="4748" y="1"/>
                    </a:moveTo>
                    <a:cubicBezTo>
                      <a:pt x="2923" y="1"/>
                      <a:pt x="836" y="1416"/>
                      <a:pt x="491" y="3676"/>
                    </a:cubicBezTo>
                    <a:cubicBezTo>
                      <a:pt x="0" y="6881"/>
                      <a:pt x="3812" y="15257"/>
                      <a:pt x="2965" y="17761"/>
                    </a:cubicBezTo>
                    <a:cubicBezTo>
                      <a:pt x="2120" y="20265"/>
                      <a:pt x="2102" y="27470"/>
                      <a:pt x="2915" y="32581"/>
                    </a:cubicBezTo>
                    <a:cubicBezTo>
                      <a:pt x="3158" y="34110"/>
                      <a:pt x="3777" y="34634"/>
                      <a:pt x="4405" y="34634"/>
                    </a:cubicBezTo>
                    <a:cubicBezTo>
                      <a:pt x="5191" y="34634"/>
                      <a:pt x="5991" y="33814"/>
                      <a:pt x="6084" y="33115"/>
                    </a:cubicBezTo>
                    <a:cubicBezTo>
                      <a:pt x="6495" y="30021"/>
                      <a:pt x="6888" y="22186"/>
                      <a:pt x="7221" y="16568"/>
                    </a:cubicBezTo>
                    <a:cubicBezTo>
                      <a:pt x="7677" y="8895"/>
                      <a:pt x="6754" y="785"/>
                      <a:pt x="6754" y="785"/>
                    </a:cubicBezTo>
                    <a:cubicBezTo>
                      <a:pt x="6229" y="248"/>
                      <a:pt x="5512" y="1"/>
                      <a:pt x="4748" y="1"/>
                    </a:cubicBezTo>
                    <a:close/>
                  </a:path>
                </a:pathLst>
              </a:custGeom>
              <a:solidFill>
                <a:srgbClr val="502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4"/>
              <p:cNvSpPr/>
              <p:nvPr/>
            </p:nvSpPr>
            <p:spPr>
              <a:xfrm>
                <a:off x="12153677" y="5800165"/>
                <a:ext cx="1205621" cy="506757"/>
              </a:xfrm>
              <a:custGeom>
                <a:avLst/>
                <a:gdLst/>
                <a:ahLst/>
                <a:cxnLst/>
                <a:rect l="l" t="t" r="r" b="b"/>
                <a:pathLst>
                  <a:path w="11560" h="4859" extrusionOk="0">
                    <a:moveTo>
                      <a:pt x="5729" y="1"/>
                    </a:moveTo>
                    <a:cubicBezTo>
                      <a:pt x="5324" y="1"/>
                      <a:pt x="4864" y="994"/>
                      <a:pt x="3934" y="1185"/>
                    </a:cubicBezTo>
                    <a:cubicBezTo>
                      <a:pt x="3797" y="1213"/>
                      <a:pt x="3653" y="1226"/>
                      <a:pt x="3507" y="1226"/>
                    </a:cubicBezTo>
                    <a:cubicBezTo>
                      <a:pt x="2634" y="1226"/>
                      <a:pt x="1688" y="792"/>
                      <a:pt x="1688" y="792"/>
                    </a:cubicBezTo>
                    <a:cubicBezTo>
                      <a:pt x="650" y="1972"/>
                      <a:pt x="1" y="4859"/>
                      <a:pt x="858" y="4859"/>
                    </a:cubicBezTo>
                    <a:lnTo>
                      <a:pt x="11447" y="4859"/>
                    </a:lnTo>
                    <a:cubicBezTo>
                      <a:pt x="11560" y="4005"/>
                      <a:pt x="10815" y="2564"/>
                      <a:pt x="7705" y="2201"/>
                    </a:cubicBezTo>
                    <a:cubicBezTo>
                      <a:pt x="6635" y="2076"/>
                      <a:pt x="6183" y="70"/>
                      <a:pt x="5768" y="4"/>
                    </a:cubicBezTo>
                    <a:cubicBezTo>
                      <a:pt x="5755" y="2"/>
                      <a:pt x="5742" y="1"/>
                      <a:pt x="5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4"/>
              <p:cNvSpPr/>
              <p:nvPr/>
            </p:nvSpPr>
            <p:spPr>
              <a:xfrm>
                <a:off x="12752539" y="5901436"/>
                <a:ext cx="326018" cy="228296"/>
              </a:xfrm>
              <a:custGeom>
                <a:avLst/>
                <a:gdLst/>
                <a:ahLst/>
                <a:cxnLst/>
                <a:rect l="l" t="t" r="r" b="b"/>
                <a:pathLst>
                  <a:path w="3126" h="2189" fill="none" extrusionOk="0">
                    <a:moveTo>
                      <a:pt x="0" y="957"/>
                    </a:moveTo>
                    <a:lnTo>
                      <a:pt x="1873" y="1"/>
                    </a:lnTo>
                    <a:lnTo>
                      <a:pt x="782" y="1713"/>
                    </a:lnTo>
                    <a:lnTo>
                      <a:pt x="2549" y="638"/>
                    </a:lnTo>
                    <a:lnTo>
                      <a:pt x="1836" y="1872"/>
                    </a:lnTo>
                    <a:lnTo>
                      <a:pt x="3125" y="1116"/>
                    </a:lnTo>
                    <a:lnTo>
                      <a:pt x="2991" y="2189"/>
                    </a:ln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4"/>
              <p:cNvSpPr/>
              <p:nvPr/>
            </p:nvSpPr>
            <p:spPr>
              <a:xfrm>
                <a:off x="11542405" y="3011742"/>
                <a:ext cx="713882" cy="333736"/>
              </a:xfrm>
              <a:custGeom>
                <a:avLst/>
                <a:gdLst/>
                <a:ahLst/>
                <a:cxnLst/>
                <a:rect l="l" t="t" r="r" b="b"/>
                <a:pathLst>
                  <a:path w="6845" h="3200" extrusionOk="0">
                    <a:moveTo>
                      <a:pt x="893" y="0"/>
                    </a:moveTo>
                    <a:cubicBezTo>
                      <a:pt x="608" y="0"/>
                      <a:pt x="311" y="12"/>
                      <a:pt x="0" y="36"/>
                    </a:cubicBezTo>
                    <a:cubicBezTo>
                      <a:pt x="0" y="36"/>
                      <a:pt x="602" y="3200"/>
                      <a:pt x="4593" y="3200"/>
                    </a:cubicBezTo>
                    <a:cubicBezTo>
                      <a:pt x="5248" y="3200"/>
                      <a:pt x="5994" y="3115"/>
                      <a:pt x="6843" y="2916"/>
                    </a:cubicBezTo>
                    <a:cubicBezTo>
                      <a:pt x="6845" y="2916"/>
                      <a:pt x="5436" y="0"/>
                      <a:pt x="8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4"/>
              <p:cNvSpPr/>
              <p:nvPr/>
            </p:nvSpPr>
            <p:spPr>
              <a:xfrm>
                <a:off x="11411828" y="2538556"/>
                <a:ext cx="964184" cy="3558252"/>
              </a:xfrm>
              <a:custGeom>
                <a:avLst/>
                <a:gdLst/>
                <a:ahLst/>
                <a:cxnLst/>
                <a:rect l="l" t="t" r="r" b="b"/>
                <a:pathLst>
                  <a:path w="9245" h="34118" extrusionOk="0">
                    <a:moveTo>
                      <a:pt x="5382" y="0"/>
                    </a:moveTo>
                    <a:cubicBezTo>
                      <a:pt x="4383" y="0"/>
                      <a:pt x="3388" y="314"/>
                      <a:pt x="2684" y="951"/>
                    </a:cubicBezTo>
                    <a:cubicBezTo>
                      <a:pt x="2684" y="951"/>
                      <a:pt x="1469" y="8376"/>
                      <a:pt x="962" y="16050"/>
                    </a:cubicBezTo>
                    <a:cubicBezTo>
                      <a:pt x="591" y="21669"/>
                      <a:pt x="1" y="29504"/>
                      <a:pt x="25" y="32599"/>
                    </a:cubicBezTo>
                    <a:cubicBezTo>
                      <a:pt x="30" y="33297"/>
                      <a:pt x="727" y="34117"/>
                      <a:pt x="1513" y="34117"/>
                    </a:cubicBezTo>
                    <a:cubicBezTo>
                      <a:pt x="2141" y="34117"/>
                      <a:pt x="2826" y="33594"/>
                      <a:pt x="3261" y="32065"/>
                    </a:cubicBezTo>
                    <a:cubicBezTo>
                      <a:pt x="4715" y="26952"/>
                      <a:pt x="5602" y="19748"/>
                      <a:pt x="5068" y="17244"/>
                    </a:cubicBezTo>
                    <a:cubicBezTo>
                      <a:pt x="4536" y="14740"/>
                      <a:pt x="9244" y="6364"/>
                      <a:pt x="9155" y="3159"/>
                    </a:cubicBezTo>
                    <a:cubicBezTo>
                      <a:pt x="9097" y="1076"/>
                      <a:pt x="7232" y="0"/>
                      <a:pt x="5382"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4"/>
              <p:cNvSpPr/>
              <p:nvPr/>
            </p:nvSpPr>
            <p:spPr>
              <a:xfrm>
                <a:off x="10680408" y="5800165"/>
                <a:ext cx="1194462" cy="506757"/>
              </a:xfrm>
              <a:custGeom>
                <a:avLst/>
                <a:gdLst/>
                <a:ahLst/>
                <a:cxnLst/>
                <a:rect l="l" t="t" r="r" b="b"/>
                <a:pathLst>
                  <a:path w="11453" h="4859" extrusionOk="0">
                    <a:moveTo>
                      <a:pt x="6334" y="1"/>
                    </a:moveTo>
                    <a:cubicBezTo>
                      <a:pt x="6321" y="1"/>
                      <a:pt x="6308" y="2"/>
                      <a:pt x="6295" y="4"/>
                    </a:cubicBezTo>
                    <a:cubicBezTo>
                      <a:pt x="5872" y="69"/>
                      <a:pt x="5168" y="2076"/>
                      <a:pt x="4080" y="2201"/>
                    </a:cubicBezTo>
                    <a:cubicBezTo>
                      <a:pt x="927" y="2564"/>
                      <a:pt x="0" y="4005"/>
                      <a:pt x="6" y="4859"/>
                    </a:cubicBezTo>
                    <a:lnTo>
                      <a:pt x="10594" y="4859"/>
                    </a:lnTo>
                    <a:cubicBezTo>
                      <a:pt x="11452" y="4859"/>
                      <a:pt x="11163" y="1972"/>
                      <a:pt x="10274" y="792"/>
                    </a:cubicBezTo>
                    <a:cubicBezTo>
                      <a:pt x="10274" y="792"/>
                      <a:pt x="9274" y="1226"/>
                      <a:pt x="8401" y="1226"/>
                    </a:cubicBezTo>
                    <a:cubicBezTo>
                      <a:pt x="8255" y="1226"/>
                      <a:pt x="8113" y="1213"/>
                      <a:pt x="7979" y="1185"/>
                    </a:cubicBezTo>
                    <a:cubicBezTo>
                      <a:pt x="7074" y="994"/>
                      <a:pt x="6738" y="1"/>
                      <a:pt x="63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4"/>
              <p:cNvSpPr/>
              <p:nvPr/>
            </p:nvSpPr>
            <p:spPr>
              <a:xfrm>
                <a:off x="10986409" y="5901436"/>
                <a:ext cx="327896" cy="228296"/>
              </a:xfrm>
              <a:custGeom>
                <a:avLst/>
                <a:gdLst/>
                <a:ahLst/>
                <a:cxnLst/>
                <a:rect l="l" t="t" r="r" b="b"/>
                <a:pathLst>
                  <a:path w="3144" h="2189" fill="none" extrusionOk="0">
                    <a:moveTo>
                      <a:pt x="3143" y="957"/>
                    </a:moveTo>
                    <a:lnTo>
                      <a:pt x="1391" y="1"/>
                    </a:lnTo>
                    <a:lnTo>
                      <a:pt x="2268" y="1713"/>
                    </a:lnTo>
                    <a:lnTo>
                      <a:pt x="635" y="638"/>
                    </a:lnTo>
                    <a:lnTo>
                      <a:pt x="1194" y="1872"/>
                    </a:lnTo>
                    <a:lnTo>
                      <a:pt x="0" y="1116"/>
                    </a:lnTo>
                    <a:lnTo>
                      <a:pt x="0" y="2189"/>
                    </a:ln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4"/>
              <p:cNvSpPr/>
              <p:nvPr/>
            </p:nvSpPr>
            <p:spPr>
              <a:xfrm>
                <a:off x="11266024" y="1921027"/>
                <a:ext cx="375244" cy="334570"/>
              </a:xfrm>
              <a:custGeom>
                <a:avLst/>
                <a:gdLst/>
                <a:ahLst/>
                <a:cxnLst/>
                <a:rect l="l" t="t" r="r" b="b"/>
                <a:pathLst>
                  <a:path w="3598" h="3208" extrusionOk="0">
                    <a:moveTo>
                      <a:pt x="770" y="1"/>
                    </a:moveTo>
                    <a:cubicBezTo>
                      <a:pt x="584" y="1"/>
                      <a:pt x="386" y="15"/>
                      <a:pt x="173" y="44"/>
                    </a:cubicBezTo>
                    <a:cubicBezTo>
                      <a:pt x="173" y="44"/>
                      <a:pt x="1" y="1602"/>
                      <a:pt x="3420" y="3208"/>
                    </a:cubicBezTo>
                    <a:cubicBezTo>
                      <a:pt x="3420" y="3208"/>
                      <a:pt x="3597" y="1"/>
                      <a:pt x="7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4"/>
              <p:cNvSpPr/>
              <p:nvPr/>
            </p:nvSpPr>
            <p:spPr>
              <a:xfrm>
                <a:off x="11236821" y="1707536"/>
                <a:ext cx="403195" cy="690834"/>
              </a:xfrm>
              <a:custGeom>
                <a:avLst/>
                <a:gdLst/>
                <a:ahLst/>
                <a:cxnLst/>
                <a:rect l="l" t="t" r="r" b="b"/>
                <a:pathLst>
                  <a:path w="3866" h="6624" extrusionOk="0">
                    <a:moveTo>
                      <a:pt x="2076" y="1"/>
                    </a:moveTo>
                    <a:cubicBezTo>
                      <a:pt x="2076" y="1"/>
                      <a:pt x="450" y="2279"/>
                      <a:pt x="48" y="5977"/>
                    </a:cubicBezTo>
                    <a:cubicBezTo>
                      <a:pt x="1" y="6415"/>
                      <a:pt x="235" y="6624"/>
                      <a:pt x="602" y="6624"/>
                    </a:cubicBezTo>
                    <a:cubicBezTo>
                      <a:pt x="1463" y="6624"/>
                      <a:pt x="3058" y="5470"/>
                      <a:pt x="3474" y="3410"/>
                    </a:cubicBezTo>
                    <a:cubicBezTo>
                      <a:pt x="3866" y="1474"/>
                      <a:pt x="3188" y="41"/>
                      <a:pt x="2076"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4"/>
              <p:cNvSpPr/>
              <p:nvPr/>
            </p:nvSpPr>
            <p:spPr>
              <a:xfrm>
                <a:off x="11691756" y="2170918"/>
                <a:ext cx="983791" cy="270430"/>
              </a:xfrm>
              <a:custGeom>
                <a:avLst/>
                <a:gdLst/>
                <a:ahLst/>
                <a:cxnLst/>
                <a:rect l="l" t="t" r="r" b="b"/>
                <a:pathLst>
                  <a:path w="9433" h="2593" extrusionOk="0">
                    <a:moveTo>
                      <a:pt x="5856" y="0"/>
                    </a:moveTo>
                    <a:cubicBezTo>
                      <a:pt x="4401" y="0"/>
                      <a:pt x="2469" y="368"/>
                      <a:pt x="0" y="1534"/>
                    </a:cubicBezTo>
                    <a:cubicBezTo>
                      <a:pt x="0" y="1534"/>
                      <a:pt x="1589" y="2593"/>
                      <a:pt x="4124" y="2593"/>
                    </a:cubicBezTo>
                    <a:cubicBezTo>
                      <a:pt x="5610" y="2593"/>
                      <a:pt x="7422" y="2228"/>
                      <a:pt x="9430" y="1073"/>
                    </a:cubicBezTo>
                    <a:cubicBezTo>
                      <a:pt x="9432" y="1073"/>
                      <a:pt x="8340" y="0"/>
                      <a:pt x="5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4"/>
              <p:cNvSpPr/>
              <p:nvPr/>
            </p:nvSpPr>
            <p:spPr>
              <a:xfrm>
                <a:off x="11872290" y="1983500"/>
                <a:ext cx="716177" cy="399857"/>
              </a:xfrm>
              <a:custGeom>
                <a:avLst/>
                <a:gdLst/>
                <a:ahLst/>
                <a:cxnLst/>
                <a:rect l="l" t="t" r="r" b="b"/>
                <a:pathLst>
                  <a:path w="6867" h="3834" extrusionOk="0">
                    <a:moveTo>
                      <a:pt x="6506" y="1"/>
                    </a:moveTo>
                    <a:lnTo>
                      <a:pt x="300" y="333"/>
                    </a:lnTo>
                    <a:lnTo>
                      <a:pt x="1" y="3833"/>
                    </a:lnTo>
                    <a:lnTo>
                      <a:pt x="1" y="3833"/>
                    </a:lnTo>
                    <a:lnTo>
                      <a:pt x="6866" y="3651"/>
                    </a:lnTo>
                    <a:lnTo>
                      <a:pt x="6506"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4"/>
              <p:cNvSpPr/>
              <p:nvPr/>
            </p:nvSpPr>
            <p:spPr>
              <a:xfrm>
                <a:off x="11283650" y="1451805"/>
                <a:ext cx="1396789" cy="879081"/>
              </a:xfrm>
              <a:custGeom>
                <a:avLst/>
                <a:gdLst/>
                <a:ahLst/>
                <a:cxnLst/>
                <a:rect l="l" t="t" r="r" b="b"/>
                <a:pathLst>
                  <a:path w="13393" h="8429" extrusionOk="0">
                    <a:moveTo>
                      <a:pt x="5612" y="1"/>
                    </a:moveTo>
                    <a:cubicBezTo>
                      <a:pt x="5612" y="1"/>
                      <a:pt x="3728" y="201"/>
                      <a:pt x="3024" y="653"/>
                    </a:cubicBezTo>
                    <a:cubicBezTo>
                      <a:pt x="1789" y="1445"/>
                      <a:pt x="1" y="4543"/>
                      <a:pt x="1" y="4543"/>
                    </a:cubicBezTo>
                    <a:cubicBezTo>
                      <a:pt x="1" y="4543"/>
                      <a:pt x="178" y="4500"/>
                      <a:pt x="451" y="4500"/>
                    </a:cubicBezTo>
                    <a:cubicBezTo>
                      <a:pt x="1241" y="4500"/>
                      <a:pt x="2833" y="4864"/>
                      <a:pt x="3248" y="7705"/>
                    </a:cubicBezTo>
                    <a:lnTo>
                      <a:pt x="4539" y="5498"/>
                    </a:lnTo>
                    <a:lnTo>
                      <a:pt x="4539" y="5498"/>
                    </a:lnTo>
                    <a:cubicBezTo>
                      <a:pt x="4539" y="5498"/>
                      <a:pt x="4451" y="7421"/>
                      <a:pt x="3913" y="8429"/>
                    </a:cubicBezTo>
                    <a:cubicBezTo>
                      <a:pt x="3913" y="8429"/>
                      <a:pt x="8634" y="7343"/>
                      <a:pt x="10315" y="7343"/>
                    </a:cubicBezTo>
                    <a:cubicBezTo>
                      <a:pt x="10398" y="7343"/>
                      <a:pt x="10473" y="7345"/>
                      <a:pt x="10540" y="7351"/>
                    </a:cubicBezTo>
                    <a:cubicBezTo>
                      <a:pt x="11972" y="7466"/>
                      <a:pt x="13346" y="7968"/>
                      <a:pt x="13346" y="7968"/>
                    </a:cubicBezTo>
                    <a:cubicBezTo>
                      <a:pt x="13346" y="7968"/>
                      <a:pt x="12660" y="6153"/>
                      <a:pt x="13076" y="5228"/>
                    </a:cubicBezTo>
                    <a:cubicBezTo>
                      <a:pt x="13392" y="4528"/>
                      <a:pt x="13173" y="1394"/>
                      <a:pt x="10506" y="116"/>
                    </a:cubicBezTo>
                    <a:lnTo>
                      <a:pt x="10506" y="116"/>
                    </a:lnTo>
                    <a:cubicBezTo>
                      <a:pt x="10506" y="117"/>
                      <a:pt x="10718" y="1519"/>
                      <a:pt x="8629" y="1956"/>
                    </a:cubicBezTo>
                    <a:cubicBezTo>
                      <a:pt x="8489" y="1985"/>
                      <a:pt x="8353" y="1999"/>
                      <a:pt x="8221" y="1999"/>
                    </a:cubicBezTo>
                    <a:cubicBezTo>
                      <a:pt x="6617" y="1999"/>
                      <a:pt x="5612" y="1"/>
                      <a:pt x="561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4"/>
              <p:cNvSpPr/>
              <p:nvPr/>
            </p:nvSpPr>
            <p:spPr>
              <a:xfrm>
                <a:off x="11749848" y="1929475"/>
                <a:ext cx="122544" cy="175837"/>
              </a:xfrm>
              <a:custGeom>
                <a:avLst/>
                <a:gdLst/>
                <a:ahLst/>
                <a:cxnLst/>
                <a:rect l="l" t="t" r="r" b="b"/>
                <a:pathLst>
                  <a:path w="1175" h="1686" extrusionOk="0">
                    <a:moveTo>
                      <a:pt x="577" y="0"/>
                    </a:moveTo>
                    <a:lnTo>
                      <a:pt x="69" y="918"/>
                    </a:lnTo>
                    <a:lnTo>
                      <a:pt x="1" y="1686"/>
                    </a:lnTo>
                    <a:cubicBezTo>
                      <a:pt x="1175" y="1564"/>
                      <a:pt x="577" y="0"/>
                      <a:pt x="5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4"/>
              <p:cNvSpPr/>
              <p:nvPr/>
            </p:nvSpPr>
            <p:spPr>
              <a:xfrm>
                <a:off x="12079837" y="1982978"/>
                <a:ext cx="311000" cy="112636"/>
              </a:xfrm>
              <a:custGeom>
                <a:avLst/>
                <a:gdLst/>
                <a:ahLst/>
                <a:cxnLst/>
                <a:rect l="l" t="t" r="r" b="b"/>
                <a:pathLst>
                  <a:path w="2982" h="1080" fill="none" extrusionOk="0">
                    <a:moveTo>
                      <a:pt x="0" y="998"/>
                    </a:moveTo>
                    <a:cubicBezTo>
                      <a:pt x="1074" y="1079"/>
                      <a:pt x="2174" y="710"/>
                      <a:pt x="2981" y="0"/>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4"/>
              <p:cNvSpPr/>
              <p:nvPr/>
            </p:nvSpPr>
            <p:spPr>
              <a:xfrm>
                <a:off x="12541654" y="1977659"/>
                <a:ext cx="122857" cy="68624"/>
              </a:xfrm>
              <a:custGeom>
                <a:avLst/>
                <a:gdLst/>
                <a:ahLst/>
                <a:cxnLst/>
                <a:rect l="l" t="t" r="r" b="b"/>
                <a:pathLst>
                  <a:path w="1178" h="658" fill="none" extrusionOk="0">
                    <a:moveTo>
                      <a:pt x="0" y="657"/>
                    </a:moveTo>
                    <a:cubicBezTo>
                      <a:pt x="460" y="607"/>
                      <a:pt x="894" y="367"/>
                      <a:pt x="1177" y="1"/>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4"/>
              <p:cNvSpPr/>
              <p:nvPr/>
            </p:nvSpPr>
            <p:spPr>
              <a:xfrm>
                <a:off x="11542405" y="2364071"/>
                <a:ext cx="1325975" cy="951669"/>
              </a:xfrm>
              <a:custGeom>
                <a:avLst/>
                <a:gdLst/>
                <a:ahLst/>
                <a:cxnLst/>
                <a:rect l="l" t="t" r="r" b="b"/>
                <a:pathLst>
                  <a:path w="12714" h="9125" extrusionOk="0">
                    <a:moveTo>
                      <a:pt x="10026" y="0"/>
                    </a:moveTo>
                    <a:lnTo>
                      <a:pt x="3164" y="183"/>
                    </a:lnTo>
                    <a:cubicBezTo>
                      <a:pt x="3164" y="183"/>
                      <a:pt x="426" y="3330"/>
                      <a:pt x="0" y="6243"/>
                    </a:cubicBezTo>
                    <a:cubicBezTo>
                      <a:pt x="0" y="6243"/>
                      <a:pt x="4845" y="7061"/>
                      <a:pt x="6845" y="9125"/>
                    </a:cubicBezTo>
                    <a:cubicBezTo>
                      <a:pt x="6845" y="9125"/>
                      <a:pt x="8483" y="8188"/>
                      <a:pt x="9832" y="7522"/>
                    </a:cubicBezTo>
                    <a:cubicBezTo>
                      <a:pt x="10718" y="7085"/>
                      <a:pt x="11743" y="6694"/>
                      <a:pt x="12714" y="6599"/>
                    </a:cubicBezTo>
                    <a:cubicBezTo>
                      <a:pt x="12714" y="6599"/>
                      <a:pt x="11999" y="1401"/>
                      <a:pt x="100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4"/>
              <p:cNvSpPr/>
              <p:nvPr/>
            </p:nvSpPr>
            <p:spPr>
              <a:xfrm>
                <a:off x="12316795" y="2940613"/>
                <a:ext cx="531996" cy="210984"/>
              </a:xfrm>
              <a:custGeom>
                <a:avLst/>
                <a:gdLst/>
                <a:ahLst/>
                <a:cxnLst/>
                <a:rect l="l" t="t" r="r" b="b"/>
                <a:pathLst>
                  <a:path w="5101" h="2023" fill="none" extrusionOk="0">
                    <a:moveTo>
                      <a:pt x="1" y="2023"/>
                    </a:moveTo>
                    <a:cubicBezTo>
                      <a:pt x="1" y="2023"/>
                      <a:pt x="2582" y="270"/>
                      <a:pt x="5101" y="0"/>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4"/>
              <p:cNvSpPr/>
              <p:nvPr/>
            </p:nvSpPr>
            <p:spPr>
              <a:xfrm>
                <a:off x="12256199" y="2739011"/>
                <a:ext cx="337595" cy="576946"/>
              </a:xfrm>
              <a:custGeom>
                <a:avLst/>
                <a:gdLst/>
                <a:ahLst/>
                <a:cxnLst/>
                <a:rect l="l" t="t" r="r" b="b"/>
                <a:pathLst>
                  <a:path w="3237" h="5532" extrusionOk="0">
                    <a:moveTo>
                      <a:pt x="2548" y="0"/>
                    </a:moveTo>
                    <a:cubicBezTo>
                      <a:pt x="2269" y="836"/>
                      <a:pt x="1474" y="1274"/>
                      <a:pt x="1292" y="1911"/>
                    </a:cubicBezTo>
                    <a:cubicBezTo>
                      <a:pt x="1111" y="2549"/>
                      <a:pt x="1" y="5531"/>
                      <a:pt x="1" y="5531"/>
                    </a:cubicBezTo>
                    <a:cubicBezTo>
                      <a:pt x="1" y="5531"/>
                      <a:pt x="1639" y="4594"/>
                      <a:pt x="2988" y="3929"/>
                    </a:cubicBezTo>
                    <a:cubicBezTo>
                      <a:pt x="3237" y="1833"/>
                      <a:pt x="2548" y="0"/>
                      <a:pt x="2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4"/>
              <p:cNvSpPr/>
              <p:nvPr/>
            </p:nvSpPr>
            <p:spPr>
              <a:xfrm>
                <a:off x="12343598" y="3059091"/>
                <a:ext cx="35772" cy="188352"/>
              </a:xfrm>
              <a:custGeom>
                <a:avLst/>
                <a:gdLst/>
                <a:ahLst/>
                <a:cxnLst/>
                <a:rect l="l" t="t" r="r" b="b"/>
                <a:pathLst>
                  <a:path w="343" h="1806" fill="none" extrusionOk="0">
                    <a:moveTo>
                      <a:pt x="0" y="0"/>
                    </a:moveTo>
                    <a:cubicBezTo>
                      <a:pt x="0" y="0"/>
                      <a:pt x="0" y="1067"/>
                      <a:pt x="343" y="1806"/>
                    </a:cubicBezTo>
                  </a:path>
                </a:pathLst>
              </a:custGeom>
              <a:noFill/>
              <a:ln w="1675"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4"/>
              <p:cNvSpPr/>
              <p:nvPr/>
            </p:nvSpPr>
            <p:spPr>
              <a:xfrm>
                <a:off x="11561491" y="2927576"/>
                <a:ext cx="782507" cy="242897"/>
              </a:xfrm>
              <a:custGeom>
                <a:avLst/>
                <a:gdLst/>
                <a:ahLst/>
                <a:cxnLst/>
                <a:rect l="l" t="t" r="r" b="b"/>
                <a:pathLst>
                  <a:path w="7503" h="2329" fill="none" extrusionOk="0">
                    <a:moveTo>
                      <a:pt x="1" y="1"/>
                    </a:moveTo>
                    <a:cubicBezTo>
                      <a:pt x="1" y="1"/>
                      <a:pt x="4520" y="139"/>
                      <a:pt x="7502" y="2328"/>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4"/>
              <p:cNvSpPr/>
              <p:nvPr/>
            </p:nvSpPr>
            <p:spPr>
              <a:xfrm>
                <a:off x="12513912" y="2364176"/>
                <a:ext cx="25865" cy="305368"/>
              </a:xfrm>
              <a:custGeom>
                <a:avLst/>
                <a:gdLst/>
                <a:ahLst/>
                <a:cxnLst/>
                <a:rect l="l" t="t" r="r" b="b"/>
                <a:pathLst>
                  <a:path w="248" h="2928" fill="none" extrusionOk="0">
                    <a:moveTo>
                      <a:pt x="149" y="1"/>
                    </a:moveTo>
                    <a:cubicBezTo>
                      <a:pt x="247" y="806"/>
                      <a:pt x="195" y="2140"/>
                      <a:pt x="1" y="2927"/>
                    </a:cubicBezTo>
                  </a:path>
                </a:pathLst>
              </a:custGeom>
              <a:noFill/>
              <a:ln w="1675"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4"/>
              <p:cNvSpPr/>
              <p:nvPr/>
            </p:nvSpPr>
            <p:spPr>
              <a:xfrm>
                <a:off x="11610718" y="2381697"/>
                <a:ext cx="320804" cy="643902"/>
              </a:xfrm>
              <a:custGeom>
                <a:avLst/>
                <a:gdLst/>
                <a:ahLst/>
                <a:cxnLst/>
                <a:rect l="l" t="t" r="r" b="b"/>
                <a:pathLst>
                  <a:path w="3076" h="6174" fill="none" extrusionOk="0">
                    <a:moveTo>
                      <a:pt x="3075" y="0"/>
                    </a:moveTo>
                    <a:cubicBezTo>
                      <a:pt x="3075" y="0"/>
                      <a:pt x="389" y="3078"/>
                      <a:pt x="0" y="6173"/>
                    </a:cubicBezTo>
                  </a:path>
                </a:pathLst>
              </a:custGeom>
              <a:noFill/>
              <a:ln w="1675"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4"/>
              <p:cNvSpPr/>
              <p:nvPr/>
            </p:nvSpPr>
            <p:spPr>
              <a:xfrm>
                <a:off x="11596750" y="1203475"/>
                <a:ext cx="280951" cy="364524"/>
              </a:xfrm>
              <a:custGeom>
                <a:avLst/>
                <a:gdLst/>
                <a:ahLst/>
                <a:cxnLst/>
                <a:rect l="l" t="t" r="r" b="b"/>
                <a:pathLst>
                  <a:path w="2694" h="3402" extrusionOk="0">
                    <a:moveTo>
                      <a:pt x="1067" y="1"/>
                    </a:moveTo>
                    <a:cubicBezTo>
                      <a:pt x="919" y="1"/>
                      <a:pt x="824" y="1386"/>
                      <a:pt x="824" y="1386"/>
                    </a:cubicBezTo>
                    <a:cubicBezTo>
                      <a:pt x="824" y="1386"/>
                      <a:pt x="604" y="1170"/>
                      <a:pt x="477" y="1170"/>
                    </a:cubicBezTo>
                    <a:cubicBezTo>
                      <a:pt x="462" y="1170"/>
                      <a:pt x="449" y="1173"/>
                      <a:pt x="437" y="1179"/>
                    </a:cubicBezTo>
                    <a:cubicBezTo>
                      <a:pt x="324" y="1240"/>
                      <a:pt x="35" y="1663"/>
                      <a:pt x="25" y="1771"/>
                    </a:cubicBezTo>
                    <a:cubicBezTo>
                      <a:pt x="1" y="2084"/>
                      <a:pt x="361" y="3034"/>
                      <a:pt x="361" y="3034"/>
                    </a:cubicBezTo>
                    <a:lnTo>
                      <a:pt x="1870" y="3402"/>
                    </a:lnTo>
                    <a:cubicBezTo>
                      <a:pt x="1870" y="3402"/>
                      <a:pt x="2447" y="2835"/>
                      <a:pt x="2537" y="2610"/>
                    </a:cubicBezTo>
                    <a:cubicBezTo>
                      <a:pt x="2692" y="2228"/>
                      <a:pt x="2693" y="1737"/>
                      <a:pt x="2592" y="1645"/>
                    </a:cubicBezTo>
                    <a:cubicBezTo>
                      <a:pt x="2562" y="1617"/>
                      <a:pt x="2516" y="1607"/>
                      <a:pt x="2467" y="1607"/>
                    </a:cubicBezTo>
                    <a:cubicBezTo>
                      <a:pt x="2351" y="1607"/>
                      <a:pt x="2216" y="1661"/>
                      <a:pt x="2216" y="1661"/>
                    </a:cubicBezTo>
                    <a:cubicBezTo>
                      <a:pt x="2216" y="1661"/>
                      <a:pt x="2133" y="1455"/>
                      <a:pt x="1980" y="1455"/>
                    </a:cubicBezTo>
                    <a:cubicBezTo>
                      <a:pt x="1826" y="1457"/>
                      <a:pt x="1639" y="1559"/>
                      <a:pt x="1639" y="1559"/>
                    </a:cubicBezTo>
                    <a:cubicBezTo>
                      <a:pt x="1639" y="1559"/>
                      <a:pt x="2158" y="174"/>
                      <a:pt x="1899" y="105"/>
                    </a:cubicBezTo>
                    <a:cubicBezTo>
                      <a:pt x="1893" y="103"/>
                      <a:pt x="1888" y="103"/>
                      <a:pt x="1883" y="103"/>
                    </a:cubicBezTo>
                    <a:cubicBezTo>
                      <a:pt x="1686" y="103"/>
                      <a:pt x="1328" y="1025"/>
                      <a:pt x="1328" y="1025"/>
                    </a:cubicBezTo>
                    <a:cubicBezTo>
                      <a:pt x="1328" y="1025"/>
                      <a:pt x="1221" y="16"/>
                      <a:pt x="1070" y="1"/>
                    </a:cubicBezTo>
                    <a:cubicBezTo>
                      <a:pt x="1069" y="1"/>
                      <a:pt x="1068" y="1"/>
                      <a:pt x="1067"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4"/>
              <p:cNvSpPr/>
              <p:nvPr/>
            </p:nvSpPr>
            <p:spPr>
              <a:xfrm>
                <a:off x="11199484" y="1519910"/>
                <a:ext cx="594050" cy="1086624"/>
              </a:xfrm>
              <a:custGeom>
                <a:avLst/>
                <a:gdLst/>
                <a:ahLst/>
                <a:cxnLst/>
                <a:rect l="l" t="t" r="r" b="b"/>
                <a:pathLst>
                  <a:path w="5696" h="10419" extrusionOk="0">
                    <a:moveTo>
                      <a:pt x="4170" y="0"/>
                    </a:moveTo>
                    <a:cubicBezTo>
                      <a:pt x="4170" y="0"/>
                      <a:pt x="1947" y="3942"/>
                      <a:pt x="408" y="7777"/>
                    </a:cubicBezTo>
                    <a:cubicBezTo>
                      <a:pt x="0" y="8791"/>
                      <a:pt x="827" y="10287"/>
                      <a:pt x="1875" y="10416"/>
                    </a:cubicBezTo>
                    <a:cubicBezTo>
                      <a:pt x="1892" y="10418"/>
                      <a:pt x="1908" y="10419"/>
                      <a:pt x="1924" y="10419"/>
                    </a:cubicBezTo>
                    <a:cubicBezTo>
                      <a:pt x="3567" y="10419"/>
                      <a:pt x="5696" y="375"/>
                      <a:pt x="5696" y="375"/>
                    </a:cubicBezTo>
                    <a:lnTo>
                      <a:pt x="4170" y="0"/>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4"/>
              <p:cNvSpPr/>
              <p:nvPr/>
            </p:nvSpPr>
            <p:spPr>
              <a:xfrm>
                <a:off x="11316920" y="1929475"/>
                <a:ext cx="104501" cy="224229"/>
              </a:xfrm>
              <a:custGeom>
                <a:avLst/>
                <a:gdLst/>
                <a:ahLst/>
                <a:cxnLst/>
                <a:rect l="l" t="t" r="r" b="b"/>
                <a:pathLst>
                  <a:path w="1002" h="2150" fill="none" extrusionOk="0">
                    <a:moveTo>
                      <a:pt x="1001" y="0"/>
                    </a:moveTo>
                    <a:cubicBezTo>
                      <a:pt x="1001" y="0"/>
                      <a:pt x="574" y="810"/>
                      <a:pt x="1" y="2150"/>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4"/>
              <p:cNvSpPr/>
              <p:nvPr/>
            </p:nvSpPr>
            <p:spPr>
              <a:xfrm>
                <a:off x="11659841" y="1347928"/>
                <a:ext cx="22840" cy="73213"/>
              </a:xfrm>
              <a:custGeom>
                <a:avLst/>
                <a:gdLst/>
                <a:ahLst/>
                <a:cxnLst/>
                <a:rect l="l" t="t" r="r" b="b"/>
                <a:pathLst>
                  <a:path w="219" h="702" fill="none" extrusionOk="0">
                    <a:moveTo>
                      <a:pt x="219" y="1"/>
                    </a:moveTo>
                    <a:cubicBezTo>
                      <a:pt x="219" y="1"/>
                      <a:pt x="99" y="414"/>
                      <a:pt x="1" y="702"/>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4"/>
              <p:cNvSpPr/>
              <p:nvPr/>
            </p:nvSpPr>
            <p:spPr>
              <a:xfrm>
                <a:off x="11655252" y="1371394"/>
                <a:ext cx="16895" cy="10325"/>
              </a:xfrm>
              <a:custGeom>
                <a:avLst/>
                <a:gdLst/>
                <a:ahLst/>
                <a:cxnLst/>
                <a:rect l="l" t="t" r="r" b="b"/>
                <a:pathLst>
                  <a:path w="162" h="99" fill="none" extrusionOk="0">
                    <a:moveTo>
                      <a:pt x="0" y="1"/>
                    </a:moveTo>
                    <a:cubicBezTo>
                      <a:pt x="54" y="35"/>
                      <a:pt x="107" y="68"/>
                      <a:pt x="162" y="99"/>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4"/>
              <p:cNvSpPr/>
              <p:nvPr/>
            </p:nvSpPr>
            <p:spPr>
              <a:xfrm>
                <a:off x="13868076" y="371208"/>
                <a:ext cx="37232" cy="37232"/>
              </a:xfrm>
              <a:custGeom>
                <a:avLst/>
                <a:gdLst/>
                <a:ahLst/>
                <a:cxnLst/>
                <a:rect l="l" t="t" r="r" b="b"/>
                <a:pathLst>
                  <a:path w="357" h="357" extrusionOk="0">
                    <a:moveTo>
                      <a:pt x="178" y="1"/>
                    </a:moveTo>
                    <a:cubicBezTo>
                      <a:pt x="80" y="1"/>
                      <a:pt x="0" y="81"/>
                      <a:pt x="0" y="179"/>
                    </a:cubicBezTo>
                    <a:cubicBezTo>
                      <a:pt x="0" y="278"/>
                      <a:pt x="80" y="357"/>
                      <a:pt x="178" y="357"/>
                    </a:cubicBezTo>
                    <a:cubicBezTo>
                      <a:pt x="278" y="357"/>
                      <a:pt x="356" y="278"/>
                      <a:pt x="356" y="179"/>
                    </a:cubicBezTo>
                    <a:cubicBezTo>
                      <a:pt x="356" y="81"/>
                      <a:pt x="278"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4"/>
              <p:cNvSpPr/>
              <p:nvPr/>
            </p:nvSpPr>
            <p:spPr>
              <a:xfrm>
                <a:off x="13922371" y="359871"/>
                <a:ext cx="37232" cy="37232"/>
              </a:xfrm>
              <a:custGeom>
                <a:avLst/>
                <a:gdLst/>
                <a:ahLst/>
                <a:cxnLst/>
                <a:rect l="l" t="t" r="r" b="b"/>
                <a:pathLst>
                  <a:path w="357" h="357" extrusionOk="0">
                    <a:moveTo>
                      <a:pt x="178" y="1"/>
                    </a:moveTo>
                    <a:cubicBezTo>
                      <a:pt x="80" y="1"/>
                      <a:pt x="0" y="81"/>
                      <a:pt x="0" y="179"/>
                    </a:cubicBezTo>
                    <a:cubicBezTo>
                      <a:pt x="0" y="278"/>
                      <a:pt x="80" y="357"/>
                      <a:pt x="178" y="357"/>
                    </a:cubicBezTo>
                    <a:cubicBezTo>
                      <a:pt x="278" y="357"/>
                      <a:pt x="356" y="278"/>
                      <a:pt x="356" y="179"/>
                    </a:cubicBezTo>
                    <a:cubicBezTo>
                      <a:pt x="356" y="81"/>
                      <a:pt x="278"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1" name="Google Shape;701;p34"/>
          <p:cNvSpPr txBox="1">
            <a:spLocks noGrp="1"/>
          </p:cNvSpPr>
          <p:nvPr>
            <p:ph type="title"/>
          </p:nvPr>
        </p:nvSpPr>
        <p:spPr>
          <a:xfrm>
            <a:off x="3819400" y="2362525"/>
            <a:ext cx="4609500" cy="167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5000"/>
              <a:t>THE </a:t>
            </a:r>
            <a:endParaRPr sz="5000"/>
          </a:p>
          <a:p>
            <a:pPr marL="0" lvl="0" indent="0" algn="ctr" rtl="0">
              <a:spcBef>
                <a:spcPts val="0"/>
              </a:spcBef>
              <a:spcAft>
                <a:spcPts val="0"/>
              </a:spcAft>
              <a:buNone/>
            </a:pPr>
            <a:r>
              <a:rPr lang="en" sz="5000"/>
              <a:t>DATA</a:t>
            </a:r>
            <a:endParaRPr sz="5000"/>
          </a:p>
        </p:txBody>
      </p:sp>
      <p:grpSp>
        <p:nvGrpSpPr>
          <p:cNvPr id="702" name="Google Shape;702;p34"/>
          <p:cNvGrpSpPr/>
          <p:nvPr/>
        </p:nvGrpSpPr>
        <p:grpSpPr>
          <a:xfrm>
            <a:off x="7416647" y="3147653"/>
            <a:ext cx="1151720" cy="683210"/>
            <a:chOff x="437534" y="1643928"/>
            <a:chExt cx="1151720" cy="683210"/>
          </a:xfrm>
        </p:grpSpPr>
        <p:grpSp>
          <p:nvGrpSpPr>
            <p:cNvPr id="703" name="Google Shape;703;p34"/>
            <p:cNvGrpSpPr/>
            <p:nvPr/>
          </p:nvGrpSpPr>
          <p:grpSpPr>
            <a:xfrm rot="-463406">
              <a:off x="467532" y="1806337"/>
              <a:ext cx="568393" cy="484806"/>
              <a:chOff x="1680400" y="948625"/>
              <a:chExt cx="211775" cy="180625"/>
            </a:xfrm>
          </p:grpSpPr>
          <p:sp>
            <p:nvSpPr>
              <p:cNvPr id="704" name="Google Shape;704;p34"/>
              <p:cNvSpPr/>
              <p:nvPr/>
            </p:nvSpPr>
            <p:spPr>
              <a:xfrm>
                <a:off x="1680400" y="948700"/>
                <a:ext cx="211725" cy="180550"/>
              </a:xfrm>
              <a:custGeom>
                <a:avLst/>
                <a:gdLst/>
                <a:ahLst/>
                <a:cxnLst/>
                <a:rect l="l" t="t" r="r" b="b"/>
                <a:pathLst>
                  <a:path w="8469" h="7222" extrusionOk="0">
                    <a:moveTo>
                      <a:pt x="7855" y="0"/>
                    </a:moveTo>
                    <a:cubicBezTo>
                      <a:pt x="7855" y="0"/>
                      <a:pt x="8235" y="1897"/>
                      <a:pt x="2466" y="1897"/>
                    </a:cubicBezTo>
                    <a:cubicBezTo>
                      <a:pt x="1977" y="1897"/>
                      <a:pt x="1444" y="1883"/>
                      <a:pt x="863" y="1853"/>
                    </a:cubicBezTo>
                    <a:lnTo>
                      <a:pt x="16" y="2679"/>
                    </a:lnTo>
                    <a:lnTo>
                      <a:pt x="1" y="3859"/>
                    </a:lnTo>
                    <a:lnTo>
                      <a:pt x="826" y="4709"/>
                    </a:lnTo>
                    <a:cubicBezTo>
                      <a:pt x="948" y="4704"/>
                      <a:pt x="1070" y="4703"/>
                      <a:pt x="1188" y="4701"/>
                    </a:cubicBezTo>
                    <a:lnTo>
                      <a:pt x="2270" y="7192"/>
                    </a:lnTo>
                    <a:cubicBezTo>
                      <a:pt x="2270" y="7192"/>
                      <a:pt x="2419" y="7222"/>
                      <a:pt x="2619" y="7222"/>
                    </a:cubicBezTo>
                    <a:cubicBezTo>
                      <a:pt x="2892" y="7222"/>
                      <a:pt x="3263" y="7166"/>
                      <a:pt x="3487" y="6903"/>
                    </a:cubicBezTo>
                    <a:lnTo>
                      <a:pt x="3124" y="4732"/>
                    </a:lnTo>
                    <a:lnTo>
                      <a:pt x="3124" y="4732"/>
                    </a:lnTo>
                    <a:cubicBezTo>
                      <a:pt x="8162" y="5005"/>
                      <a:pt x="7770" y="6735"/>
                      <a:pt x="7770" y="6735"/>
                    </a:cubicBezTo>
                    <a:lnTo>
                      <a:pt x="8383" y="6743"/>
                    </a:lnTo>
                    <a:lnTo>
                      <a:pt x="8469" y="5"/>
                    </a:lnTo>
                    <a:lnTo>
                      <a:pt x="7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4"/>
              <p:cNvSpPr/>
              <p:nvPr/>
            </p:nvSpPr>
            <p:spPr>
              <a:xfrm>
                <a:off x="1680400" y="995025"/>
                <a:ext cx="77300" cy="71875"/>
              </a:xfrm>
              <a:custGeom>
                <a:avLst/>
                <a:gdLst/>
                <a:ahLst/>
                <a:cxnLst/>
                <a:rect l="l" t="t" r="r" b="b"/>
                <a:pathLst>
                  <a:path w="3092" h="2875" extrusionOk="0">
                    <a:moveTo>
                      <a:pt x="863" y="0"/>
                    </a:moveTo>
                    <a:lnTo>
                      <a:pt x="16" y="826"/>
                    </a:lnTo>
                    <a:lnTo>
                      <a:pt x="1" y="2006"/>
                    </a:lnTo>
                    <a:lnTo>
                      <a:pt x="826" y="2856"/>
                    </a:lnTo>
                    <a:cubicBezTo>
                      <a:pt x="1133" y="2848"/>
                      <a:pt x="1426" y="2844"/>
                      <a:pt x="1706" y="2844"/>
                    </a:cubicBezTo>
                    <a:cubicBezTo>
                      <a:pt x="2193" y="2844"/>
                      <a:pt x="2641" y="2855"/>
                      <a:pt x="3055" y="2875"/>
                    </a:cubicBezTo>
                    <a:lnTo>
                      <a:pt x="3092" y="35"/>
                    </a:lnTo>
                    <a:lnTo>
                      <a:pt x="3092" y="35"/>
                    </a:lnTo>
                    <a:cubicBezTo>
                      <a:pt x="2889" y="40"/>
                      <a:pt x="2679" y="43"/>
                      <a:pt x="2459" y="43"/>
                    </a:cubicBezTo>
                    <a:cubicBezTo>
                      <a:pt x="1972" y="43"/>
                      <a:pt x="1442" y="29"/>
                      <a:pt x="8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4"/>
              <p:cNvSpPr/>
              <p:nvPr/>
            </p:nvSpPr>
            <p:spPr>
              <a:xfrm>
                <a:off x="1874675" y="948625"/>
                <a:ext cx="17500" cy="168650"/>
              </a:xfrm>
              <a:custGeom>
                <a:avLst/>
                <a:gdLst/>
                <a:ahLst/>
                <a:cxnLst/>
                <a:rect l="l" t="t" r="r" b="b"/>
                <a:pathLst>
                  <a:path w="700" h="6746" extrusionOk="0">
                    <a:moveTo>
                      <a:pt x="87" y="0"/>
                    </a:moveTo>
                    <a:cubicBezTo>
                      <a:pt x="84" y="3"/>
                      <a:pt x="96" y="67"/>
                      <a:pt x="82" y="171"/>
                    </a:cubicBezTo>
                    <a:lnTo>
                      <a:pt x="2" y="6571"/>
                    </a:lnTo>
                    <a:cubicBezTo>
                      <a:pt x="16" y="6676"/>
                      <a:pt x="1" y="6738"/>
                      <a:pt x="1" y="6738"/>
                    </a:cubicBezTo>
                    <a:lnTo>
                      <a:pt x="615" y="6746"/>
                    </a:lnTo>
                    <a:lnTo>
                      <a:pt x="699" y="8"/>
                    </a:lnTo>
                    <a:lnTo>
                      <a:pt x="8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34"/>
            <p:cNvGrpSpPr/>
            <p:nvPr/>
          </p:nvGrpSpPr>
          <p:grpSpPr>
            <a:xfrm>
              <a:off x="1135103" y="1643928"/>
              <a:ext cx="454151" cy="412604"/>
              <a:chOff x="756678" y="1234003"/>
              <a:chExt cx="454151" cy="412604"/>
            </a:xfrm>
          </p:grpSpPr>
          <p:sp>
            <p:nvSpPr>
              <p:cNvPr id="708" name="Google Shape;708;p34"/>
              <p:cNvSpPr/>
              <p:nvPr/>
            </p:nvSpPr>
            <p:spPr>
              <a:xfrm>
                <a:off x="756678" y="1234003"/>
                <a:ext cx="133905" cy="133854"/>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4"/>
              <p:cNvSpPr/>
              <p:nvPr/>
            </p:nvSpPr>
            <p:spPr>
              <a:xfrm>
                <a:off x="850691" y="1512753"/>
                <a:ext cx="133905" cy="133854"/>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4"/>
              <p:cNvSpPr/>
              <p:nvPr/>
            </p:nvSpPr>
            <p:spPr>
              <a:xfrm>
                <a:off x="1065860" y="1327323"/>
                <a:ext cx="144969" cy="144901"/>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11" name="Google Shape;711;p34"/>
          <p:cNvGrpSpPr/>
          <p:nvPr/>
        </p:nvGrpSpPr>
        <p:grpSpPr>
          <a:xfrm>
            <a:off x="3163299" y="256844"/>
            <a:ext cx="1028070" cy="670119"/>
            <a:chOff x="5883249" y="396319"/>
            <a:chExt cx="1028070" cy="670119"/>
          </a:xfrm>
        </p:grpSpPr>
        <p:grpSp>
          <p:nvGrpSpPr>
            <p:cNvPr id="712" name="Google Shape;712;p34"/>
            <p:cNvGrpSpPr/>
            <p:nvPr/>
          </p:nvGrpSpPr>
          <p:grpSpPr>
            <a:xfrm>
              <a:off x="6626917" y="782020"/>
              <a:ext cx="284403" cy="284418"/>
              <a:chOff x="1252775" y="959150"/>
              <a:chExt cx="154575" cy="154575"/>
            </a:xfrm>
          </p:grpSpPr>
          <p:sp>
            <p:nvSpPr>
              <p:cNvPr id="713" name="Google Shape;713;p34"/>
              <p:cNvSpPr/>
              <p:nvPr/>
            </p:nvSpPr>
            <p:spPr>
              <a:xfrm>
                <a:off x="1252775" y="959150"/>
                <a:ext cx="154575" cy="154575"/>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4"/>
              <p:cNvSpPr/>
              <p:nvPr/>
            </p:nvSpPr>
            <p:spPr>
              <a:xfrm>
                <a:off x="1281950" y="1000925"/>
                <a:ext cx="30900" cy="29375"/>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4"/>
              <p:cNvSpPr/>
              <p:nvPr/>
            </p:nvSpPr>
            <p:spPr>
              <a:xfrm>
                <a:off x="1347325" y="1000925"/>
                <a:ext cx="30875" cy="29375"/>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4"/>
              <p:cNvSpPr/>
              <p:nvPr/>
            </p:nvSpPr>
            <p:spPr>
              <a:xfrm>
                <a:off x="1280725" y="1044625"/>
                <a:ext cx="98625" cy="49300"/>
              </a:xfrm>
              <a:custGeom>
                <a:avLst/>
                <a:gdLst/>
                <a:ahLst/>
                <a:cxnLst/>
                <a:rect l="l" t="t" r="r" b="b"/>
                <a:pathLst>
                  <a:path w="3945" h="1972" extrusionOk="0">
                    <a:moveTo>
                      <a:pt x="1" y="0"/>
                    </a:moveTo>
                    <a:cubicBezTo>
                      <a:pt x="1" y="1090"/>
                      <a:pt x="883" y="1972"/>
                      <a:pt x="1972" y="1972"/>
                    </a:cubicBezTo>
                    <a:cubicBezTo>
                      <a:pt x="3062" y="1972"/>
                      <a:pt x="3944" y="1090"/>
                      <a:pt x="39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4"/>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rgbClr val="FF9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4"/>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 name="Google Shape;719;p34"/>
            <p:cNvGrpSpPr/>
            <p:nvPr/>
          </p:nvGrpSpPr>
          <p:grpSpPr>
            <a:xfrm>
              <a:off x="5883249" y="396319"/>
              <a:ext cx="696605" cy="557919"/>
              <a:chOff x="1976200" y="925650"/>
              <a:chExt cx="197400" cy="158100"/>
            </a:xfrm>
          </p:grpSpPr>
          <p:sp>
            <p:nvSpPr>
              <p:cNvPr id="720" name="Google Shape;720;p34"/>
              <p:cNvSpPr/>
              <p:nvPr/>
            </p:nvSpPr>
            <p:spPr>
              <a:xfrm>
                <a:off x="1976200" y="963625"/>
                <a:ext cx="137000" cy="120125"/>
              </a:xfrm>
              <a:custGeom>
                <a:avLst/>
                <a:gdLst/>
                <a:ahLst/>
                <a:cxnLst/>
                <a:rect l="l" t="t" r="r" b="b"/>
                <a:pathLst>
                  <a:path w="5480" h="4805" extrusionOk="0">
                    <a:moveTo>
                      <a:pt x="3078" y="1"/>
                    </a:moveTo>
                    <a:cubicBezTo>
                      <a:pt x="1751" y="1"/>
                      <a:pt x="676" y="1076"/>
                      <a:pt x="676" y="2402"/>
                    </a:cubicBezTo>
                    <a:cubicBezTo>
                      <a:pt x="676" y="2831"/>
                      <a:pt x="789" y="3231"/>
                      <a:pt x="986" y="3580"/>
                    </a:cubicBezTo>
                    <a:lnTo>
                      <a:pt x="0" y="4690"/>
                    </a:lnTo>
                    <a:lnTo>
                      <a:pt x="1452" y="4170"/>
                    </a:lnTo>
                    <a:cubicBezTo>
                      <a:pt x="1879" y="4564"/>
                      <a:pt x="2449" y="4804"/>
                      <a:pt x="3076" y="4804"/>
                    </a:cubicBezTo>
                    <a:cubicBezTo>
                      <a:pt x="4403" y="4804"/>
                      <a:pt x="5478" y="3729"/>
                      <a:pt x="5478" y="2402"/>
                    </a:cubicBezTo>
                    <a:cubicBezTo>
                      <a:pt x="5479" y="1076"/>
                      <a:pt x="4405" y="1"/>
                      <a:pt x="30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4"/>
              <p:cNvSpPr/>
              <p:nvPr/>
            </p:nvSpPr>
            <p:spPr>
              <a:xfrm>
                <a:off x="2036600" y="925650"/>
                <a:ext cx="137000" cy="120100"/>
              </a:xfrm>
              <a:custGeom>
                <a:avLst/>
                <a:gdLst/>
                <a:ahLst/>
                <a:cxnLst/>
                <a:rect l="l" t="t" r="r" b="b"/>
                <a:pathLst>
                  <a:path w="5480" h="4804" extrusionOk="0">
                    <a:moveTo>
                      <a:pt x="2402" y="0"/>
                    </a:moveTo>
                    <a:cubicBezTo>
                      <a:pt x="1075" y="0"/>
                      <a:pt x="1" y="1075"/>
                      <a:pt x="1" y="2402"/>
                    </a:cubicBezTo>
                    <a:cubicBezTo>
                      <a:pt x="1" y="3727"/>
                      <a:pt x="1075" y="4803"/>
                      <a:pt x="2402" y="4803"/>
                    </a:cubicBezTo>
                    <a:cubicBezTo>
                      <a:pt x="3031" y="4803"/>
                      <a:pt x="3602" y="4563"/>
                      <a:pt x="4029" y="4169"/>
                    </a:cubicBezTo>
                    <a:lnTo>
                      <a:pt x="5480" y="4689"/>
                    </a:lnTo>
                    <a:lnTo>
                      <a:pt x="4496" y="3579"/>
                    </a:lnTo>
                    <a:cubicBezTo>
                      <a:pt x="4693" y="3231"/>
                      <a:pt x="4804" y="2830"/>
                      <a:pt x="4804" y="2402"/>
                    </a:cubicBezTo>
                    <a:cubicBezTo>
                      <a:pt x="4804" y="1075"/>
                      <a:pt x="3729" y="0"/>
                      <a:pt x="24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4"/>
              <p:cNvSpPr/>
              <p:nvPr/>
            </p:nvSpPr>
            <p:spPr>
              <a:xfrm>
                <a:off x="2069700" y="980425"/>
                <a:ext cx="10525" cy="10475"/>
              </a:xfrm>
              <a:custGeom>
                <a:avLst/>
                <a:gdLst/>
                <a:ahLst/>
                <a:cxnLst/>
                <a:rect l="l" t="t" r="r" b="b"/>
                <a:pathLst>
                  <a:path w="421" h="419" extrusionOk="0">
                    <a:moveTo>
                      <a:pt x="211" y="0"/>
                    </a:moveTo>
                    <a:cubicBezTo>
                      <a:pt x="94" y="0"/>
                      <a:pt x="1" y="95"/>
                      <a:pt x="1" y="209"/>
                    </a:cubicBezTo>
                    <a:cubicBezTo>
                      <a:pt x="1" y="325"/>
                      <a:pt x="95" y="418"/>
                      <a:pt x="211" y="418"/>
                    </a:cubicBezTo>
                    <a:cubicBezTo>
                      <a:pt x="325" y="418"/>
                      <a:pt x="420" y="325"/>
                      <a:pt x="420" y="209"/>
                    </a:cubicBezTo>
                    <a:cubicBezTo>
                      <a:pt x="420" y="95"/>
                      <a:pt x="325" y="0"/>
                      <a:pt x="2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4"/>
              <p:cNvSpPr/>
              <p:nvPr/>
            </p:nvSpPr>
            <p:spPr>
              <a:xfrm>
                <a:off x="2091450" y="980425"/>
                <a:ext cx="10475" cy="10475"/>
              </a:xfrm>
              <a:custGeom>
                <a:avLst/>
                <a:gdLst/>
                <a:ahLst/>
                <a:cxnLst/>
                <a:rect l="l" t="t" r="r" b="b"/>
                <a:pathLst>
                  <a:path w="419" h="419" extrusionOk="0">
                    <a:moveTo>
                      <a:pt x="210" y="0"/>
                    </a:moveTo>
                    <a:cubicBezTo>
                      <a:pt x="93" y="0"/>
                      <a:pt x="1" y="95"/>
                      <a:pt x="1" y="209"/>
                    </a:cubicBezTo>
                    <a:cubicBezTo>
                      <a:pt x="1" y="325"/>
                      <a:pt x="96" y="418"/>
                      <a:pt x="210" y="418"/>
                    </a:cubicBezTo>
                    <a:cubicBezTo>
                      <a:pt x="325" y="418"/>
                      <a:pt x="419" y="325"/>
                      <a:pt x="419" y="209"/>
                    </a:cubicBezTo>
                    <a:cubicBezTo>
                      <a:pt x="419" y="95"/>
                      <a:pt x="325" y="0"/>
                      <a:pt x="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4"/>
              <p:cNvSpPr/>
              <p:nvPr/>
            </p:nvSpPr>
            <p:spPr>
              <a:xfrm>
                <a:off x="2113125" y="980425"/>
                <a:ext cx="10500" cy="10475"/>
              </a:xfrm>
              <a:custGeom>
                <a:avLst/>
                <a:gdLst/>
                <a:ahLst/>
                <a:cxnLst/>
                <a:rect l="l" t="t" r="r" b="b"/>
                <a:pathLst>
                  <a:path w="420" h="419" extrusionOk="0">
                    <a:moveTo>
                      <a:pt x="210" y="0"/>
                    </a:moveTo>
                    <a:cubicBezTo>
                      <a:pt x="94" y="0"/>
                      <a:pt x="1" y="95"/>
                      <a:pt x="1" y="209"/>
                    </a:cubicBezTo>
                    <a:cubicBezTo>
                      <a:pt x="1" y="325"/>
                      <a:pt x="96" y="418"/>
                      <a:pt x="210" y="418"/>
                    </a:cubicBezTo>
                    <a:cubicBezTo>
                      <a:pt x="326" y="418"/>
                      <a:pt x="419" y="325"/>
                      <a:pt x="419" y="209"/>
                    </a:cubicBezTo>
                    <a:cubicBezTo>
                      <a:pt x="419" y="95"/>
                      <a:pt x="327" y="0"/>
                      <a:pt x="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99"/>
                                        </p:tgtEl>
                                        <p:attrNameLst>
                                          <p:attrName>style.visibility</p:attrName>
                                        </p:attrNameLst>
                                      </p:cBhvr>
                                      <p:to>
                                        <p:strVal val="visible"/>
                                      </p:to>
                                    </p:set>
                                    <p:anim calcmode="lin" valueType="num">
                                      <p:cBhvr additive="base">
                                        <p:cTn id="7" dur="500"/>
                                        <p:tgtEl>
                                          <p:spTgt spid="599"/>
                                        </p:tgtEl>
                                        <p:attrNameLst>
                                          <p:attrName>ppt_w</p:attrName>
                                        </p:attrNameLst>
                                      </p:cBhvr>
                                      <p:tavLst>
                                        <p:tav tm="0">
                                          <p:val>
                                            <p:strVal val="0"/>
                                          </p:val>
                                        </p:tav>
                                        <p:tav tm="100000">
                                          <p:val>
                                            <p:strVal val="#ppt_w"/>
                                          </p:val>
                                        </p:tav>
                                      </p:tavLst>
                                    </p:anim>
                                    <p:anim calcmode="lin" valueType="num">
                                      <p:cBhvr additive="base">
                                        <p:cTn id="8" dur="500"/>
                                        <p:tgtEl>
                                          <p:spTgt spid="599"/>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702"/>
                                        </p:tgtEl>
                                        <p:attrNameLst>
                                          <p:attrName>style.visibility</p:attrName>
                                        </p:attrNameLst>
                                      </p:cBhvr>
                                      <p:to>
                                        <p:strVal val="visible"/>
                                      </p:to>
                                    </p:set>
                                    <p:anim calcmode="lin" valueType="num">
                                      <p:cBhvr additive="base">
                                        <p:cTn id="11" dur="500"/>
                                        <p:tgtEl>
                                          <p:spTgt spid="702"/>
                                        </p:tgtEl>
                                        <p:attrNameLst>
                                          <p:attrName>ppt_w</p:attrName>
                                        </p:attrNameLst>
                                      </p:cBhvr>
                                      <p:tavLst>
                                        <p:tav tm="0">
                                          <p:val>
                                            <p:strVal val="0"/>
                                          </p:val>
                                        </p:tav>
                                        <p:tav tm="100000">
                                          <p:val>
                                            <p:strVal val="#ppt_w"/>
                                          </p:val>
                                        </p:tav>
                                      </p:tavLst>
                                    </p:anim>
                                    <p:anim calcmode="lin" valueType="num">
                                      <p:cBhvr additive="base">
                                        <p:cTn id="12" dur="500"/>
                                        <p:tgtEl>
                                          <p:spTgt spid="702"/>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711"/>
                                        </p:tgtEl>
                                        <p:attrNameLst>
                                          <p:attrName>style.visibility</p:attrName>
                                        </p:attrNameLst>
                                      </p:cBhvr>
                                      <p:to>
                                        <p:strVal val="visible"/>
                                      </p:to>
                                    </p:set>
                                    <p:anim calcmode="lin" valueType="num">
                                      <p:cBhvr additive="base">
                                        <p:cTn id="15" dur="700"/>
                                        <p:tgtEl>
                                          <p:spTgt spid="711"/>
                                        </p:tgtEl>
                                        <p:attrNameLst>
                                          <p:attrName>ppt_w</p:attrName>
                                        </p:attrNameLst>
                                      </p:cBhvr>
                                      <p:tavLst>
                                        <p:tav tm="0">
                                          <p:val>
                                            <p:strVal val="0"/>
                                          </p:val>
                                        </p:tav>
                                        <p:tav tm="100000">
                                          <p:val>
                                            <p:strVal val="#ppt_w"/>
                                          </p:val>
                                        </p:tav>
                                      </p:tavLst>
                                    </p:anim>
                                    <p:anim calcmode="lin" valueType="num">
                                      <p:cBhvr additive="base">
                                        <p:cTn id="16" dur="700"/>
                                        <p:tgtEl>
                                          <p:spTgt spid="71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DATA</a:t>
            </a:r>
            <a:endParaRPr/>
          </a:p>
        </p:txBody>
      </p:sp>
      <p:sp>
        <p:nvSpPr>
          <p:cNvPr id="730" name="Google Shape;730;p35"/>
          <p:cNvSpPr txBox="1">
            <a:spLocks noGrp="1"/>
          </p:cNvSpPr>
          <p:nvPr>
            <p:ph type="subTitle" idx="1"/>
          </p:nvPr>
        </p:nvSpPr>
        <p:spPr>
          <a:xfrm>
            <a:off x="1122000" y="2022678"/>
            <a:ext cx="3450000" cy="2103900"/>
          </a:xfrm>
          <a:prstGeom prst="rect">
            <a:avLst/>
          </a:prstGeom>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SzPts val="1600"/>
              <a:buChar char="●"/>
            </a:pPr>
            <a:r>
              <a:rPr lang="en" sz="1600"/>
              <a:t>Survey of ~3,000 students (ages 12–18)</a:t>
            </a:r>
            <a:endParaRPr sz="1600"/>
          </a:p>
          <a:p>
            <a:pPr marL="457200" lvl="0" indent="-330200" algn="l" rtl="0">
              <a:lnSpc>
                <a:spcPct val="115000"/>
              </a:lnSpc>
              <a:spcBef>
                <a:spcPts val="0"/>
              </a:spcBef>
              <a:spcAft>
                <a:spcPts val="0"/>
              </a:spcAft>
              <a:buSzPts val="1600"/>
              <a:buChar char="●"/>
            </a:pPr>
            <a:r>
              <a:rPr lang="en" sz="1600"/>
              <a:t>Originally 25 variables</a:t>
            </a:r>
            <a:endParaRPr sz="1600"/>
          </a:p>
          <a:p>
            <a:pPr marL="457200" lvl="0" indent="-330200" algn="l" rtl="0">
              <a:lnSpc>
                <a:spcPct val="115000"/>
              </a:lnSpc>
              <a:spcBef>
                <a:spcPts val="0"/>
              </a:spcBef>
              <a:spcAft>
                <a:spcPts val="0"/>
              </a:spcAft>
              <a:buSzPts val="1600"/>
              <a:buChar char="●"/>
            </a:pPr>
            <a:r>
              <a:rPr lang="en" sz="1600"/>
              <a:t>Name and location excluded</a:t>
            </a:r>
            <a:endParaRPr sz="1600"/>
          </a:p>
          <a:p>
            <a:pPr marL="457200" lvl="0" indent="-330200" algn="l" rtl="0">
              <a:lnSpc>
                <a:spcPct val="115000"/>
              </a:lnSpc>
              <a:spcBef>
                <a:spcPts val="0"/>
              </a:spcBef>
              <a:spcAft>
                <a:spcPts val="0"/>
              </a:spcAft>
              <a:buSzPts val="1600"/>
              <a:buChar char="●"/>
            </a:pPr>
            <a:r>
              <a:rPr lang="en" sz="1600"/>
              <a:t>Data cleaned in Python (Google Colab)</a:t>
            </a:r>
            <a:endParaRPr sz="1600"/>
          </a:p>
          <a:p>
            <a:pPr marL="457200" lvl="0" indent="-330200" algn="l" rtl="0">
              <a:lnSpc>
                <a:spcPct val="115000"/>
              </a:lnSpc>
              <a:spcBef>
                <a:spcPts val="0"/>
              </a:spcBef>
              <a:spcAft>
                <a:spcPts val="0"/>
              </a:spcAft>
              <a:buSzPts val="1600"/>
              <a:buChar char="●"/>
            </a:pPr>
            <a:r>
              <a:rPr lang="en" sz="1600"/>
              <a:t>No missing values</a:t>
            </a:r>
            <a:endParaRPr sz="1600"/>
          </a:p>
        </p:txBody>
      </p:sp>
      <p:sp>
        <p:nvSpPr>
          <p:cNvPr id="731" name="Google Shape;731;p35"/>
          <p:cNvSpPr txBox="1">
            <a:spLocks noGrp="1"/>
          </p:cNvSpPr>
          <p:nvPr>
            <p:ph type="subTitle" idx="4"/>
          </p:nvPr>
        </p:nvSpPr>
        <p:spPr>
          <a:xfrm>
            <a:off x="1840500" y="1164088"/>
            <a:ext cx="5463000" cy="572700"/>
          </a:xfrm>
          <a:prstGeom prst="rect">
            <a:avLst/>
          </a:prstGeom>
        </p:spPr>
        <p:txBody>
          <a:bodyPr spcFirstLastPara="1" wrap="square" lIns="91425" tIns="91425" rIns="91425" bIns="91425" anchor="b" anchorCtr="0">
            <a:noAutofit/>
          </a:bodyPr>
          <a:lstStyle/>
          <a:p>
            <a:pPr marL="457200" lvl="0" indent="-387350" algn="ctr" rtl="0">
              <a:spcBef>
                <a:spcPts val="0"/>
              </a:spcBef>
              <a:spcAft>
                <a:spcPts val="0"/>
              </a:spcAft>
              <a:buSzPts val="2500"/>
              <a:buFont typeface="DM Sans"/>
              <a:buNone/>
            </a:pPr>
            <a:r>
              <a:rPr lang="en" sz="2500" b="1">
                <a:solidFill>
                  <a:schemeClr val="dk1"/>
                </a:solidFill>
                <a:latin typeface="DM Sans"/>
                <a:ea typeface="DM Sans"/>
                <a:cs typeface="DM Sans"/>
                <a:sym typeface="DM Sans"/>
              </a:rPr>
              <a:t>Kaggle: Teen Phone Addiction </a:t>
            </a:r>
            <a:endParaRPr sz="2500" b="1"/>
          </a:p>
        </p:txBody>
      </p:sp>
      <p:sp>
        <p:nvSpPr>
          <p:cNvPr id="732" name="Google Shape;732;p35"/>
          <p:cNvSpPr txBox="1">
            <a:spLocks noGrp="1"/>
          </p:cNvSpPr>
          <p:nvPr>
            <p:ph type="subTitle" idx="1"/>
          </p:nvPr>
        </p:nvSpPr>
        <p:spPr>
          <a:xfrm>
            <a:off x="4572000" y="2022678"/>
            <a:ext cx="3450000" cy="2103900"/>
          </a:xfrm>
          <a:prstGeom prst="rect">
            <a:avLst/>
          </a:prstGeom>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SzPts val="1600"/>
              <a:buChar char="●"/>
            </a:pPr>
            <a:r>
              <a:rPr lang="en" sz="1600"/>
              <a:t>Converted categorical variables into dummy variables</a:t>
            </a:r>
            <a:endParaRPr sz="1600"/>
          </a:p>
          <a:p>
            <a:pPr marL="457200" lvl="0" indent="-330200" algn="l" rtl="0">
              <a:lnSpc>
                <a:spcPct val="115000"/>
              </a:lnSpc>
              <a:spcBef>
                <a:spcPts val="0"/>
              </a:spcBef>
              <a:spcAft>
                <a:spcPts val="0"/>
              </a:spcAft>
              <a:buSzPts val="1600"/>
              <a:buChar char="●"/>
            </a:pPr>
            <a:r>
              <a:rPr lang="en" sz="1600"/>
              <a:t>Turned into 42 variables</a:t>
            </a:r>
            <a:endParaRPr sz="1600"/>
          </a:p>
          <a:p>
            <a:pPr marL="914400" lvl="1" indent="-330200" algn="l" rtl="0">
              <a:lnSpc>
                <a:spcPct val="115000"/>
              </a:lnSpc>
              <a:spcBef>
                <a:spcPts val="0"/>
              </a:spcBef>
              <a:spcAft>
                <a:spcPts val="0"/>
              </a:spcAft>
              <a:buSzPts val="1600"/>
              <a:buChar char="○"/>
            </a:pPr>
            <a:r>
              <a:rPr lang="en" sz="1600"/>
              <a:t>Demographics</a:t>
            </a:r>
            <a:endParaRPr sz="1600"/>
          </a:p>
          <a:p>
            <a:pPr marL="914400" lvl="1" indent="-330200" algn="l" rtl="0">
              <a:lnSpc>
                <a:spcPct val="115000"/>
              </a:lnSpc>
              <a:spcBef>
                <a:spcPts val="0"/>
              </a:spcBef>
              <a:spcAft>
                <a:spcPts val="0"/>
              </a:spcAft>
              <a:buSzPts val="1600"/>
              <a:buChar char="○"/>
            </a:pPr>
            <a:r>
              <a:rPr lang="en" sz="1600"/>
              <a:t>Smartphone Habits</a:t>
            </a:r>
            <a:endParaRPr sz="1600"/>
          </a:p>
          <a:p>
            <a:pPr marL="914400" lvl="1" indent="-330200" algn="l" rtl="0">
              <a:lnSpc>
                <a:spcPct val="115000"/>
              </a:lnSpc>
              <a:spcBef>
                <a:spcPts val="0"/>
              </a:spcBef>
              <a:spcAft>
                <a:spcPts val="0"/>
              </a:spcAft>
              <a:buSzPts val="1600"/>
              <a:buChar char="○"/>
            </a:pPr>
            <a:r>
              <a:rPr lang="en" sz="1600"/>
              <a:t>Activities</a:t>
            </a: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31"/>
                                        </p:tgtEl>
                                        <p:attrNameLst>
                                          <p:attrName>style.visibility</p:attrName>
                                        </p:attrNameLst>
                                      </p:cBhvr>
                                      <p:to>
                                        <p:strVal val="visible"/>
                                      </p:to>
                                    </p:set>
                                    <p:anim calcmode="lin" valueType="num">
                                      <p:cBhvr additive="base">
                                        <p:cTn id="7" dur="500"/>
                                        <p:tgtEl>
                                          <p:spTgt spid="731"/>
                                        </p:tgtEl>
                                        <p:attrNameLst>
                                          <p:attrName>ppt_w</p:attrName>
                                        </p:attrNameLst>
                                      </p:cBhvr>
                                      <p:tavLst>
                                        <p:tav tm="0">
                                          <p:val>
                                            <p:strVal val="0"/>
                                          </p:val>
                                        </p:tav>
                                        <p:tav tm="100000">
                                          <p:val>
                                            <p:strVal val="#ppt_w"/>
                                          </p:val>
                                        </p:tav>
                                      </p:tavLst>
                                    </p:anim>
                                    <p:anim calcmode="lin" valueType="num">
                                      <p:cBhvr additive="base">
                                        <p:cTn id="8" dur="500"/>
                                        <p:tgtEl>
                                          <p:spTgt spid="73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30"/>
                                        </p:tgtEl>
                                        <p:attrNameLst>
                                          <p:attrName>style.visibility</p:attrName>
                                        </p:attrNameLst>
                                      </p:cBhvr>
                                      <p:to>
                                        <p:strVal val="visible"/>
                                      </p:to>
                                    </p:set>
                                    <p:anim calcmode="lin" valueType="num">
                                      <p:cBhvr additive="base">
                                        <p:cTn id="13" dur="1000"/>
                                        <p:tgtEl>
                                          <p:spTgt spid="730"/>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732"/>
                                        </p:tgtEl>
                                        <p:attrNameLst>
                                          <p:attrName>style.visibility</p:attrName>
                                        </p:attrNameLst>
                                      </p:cBhvr>
                                      <p:to>
                                        <p:strVal val="visible"/>
                                      </p:to>
                                    </p:set>
                                    <p:anim calcmode="lin" valueType="num">
                                      <p:cBhvr additive="base">
                                        <p:cTn id="18" dur="1000"/>
                                        <p:tgtEl>
                                          <p:spTgt spid="73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DICTIONARY</a:t>
            </a:r>
            <a:endParaRPr/>
          </a:p>
        </p:txBody>
      </p:sp>
      <p:graphicFrame>
        <p:nvGraphicFramePr>
          <p:cNvPr id="738" name="Google Shape;738;p36"/>
          <p:cNvGraphicFramePr/>
          <p:nvPr/>
        </p:nvGraphicFramePr>
        <p:xfrm>
          <a:off x="720000" y="1132325"/>
          <a:ext cx="7704025" cy="3383040"/>
        </p:xfrm>
        <a:graphic>
          <a:graphicData uri="http://schemas.openxmlformats.org/drawingml/2006/table">
            <a:tbl>
              <a:tblPr>
                <a:noFill/>
                <a:tableStyleId>{2BDA5CAA-93D9-4E7E-A6EF-C5FFCCC3B342}</a:tableStyleId>
              </a:tblPr>
              <a:tblGrid>
                <a:gridCol w="2226675">
                  <a:extLst>
                    <a:ext uri="{9D8B030D-6E8A-4147-A177-3AD203B41FA5}">
                      <a16:colId xmlns:a16="http://schemas.microsoft.com/office/drawing/2014/main" val="20000"/>
                    </a:ext>
                  </a:extLst>
                </a:gridCol>
                <a:gridCol w="3995325">
                  <a:extLst>
                    <a:ext uri="{9D8B030D-6E8A-4147-A177-3AD203B41FA5}">
                      <a16:colId xmlns:a16="http://schemas.microsoft.com/office/drawing/2014/main" val="20001"/>
                    </a:ext>
                  </a:extLst>
                </a:gridCol>
                <a:gridCol w="1482025">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a:latin typeface="DM Sans SemiBold"/>
                          <a:ea typeface="DM Sans SemiBold"/>
                          <a:cs typeface="DM Sans SemiBold"/>
                          <a:sym typeface="DM Sans SemiBold"/>
                        </a:rPr>
                        <a:t>Variable Name</a:t>
                      </a:r>
                      <a:endParaRPr>
                        <a:latin typeface="DM Sans SemiBold"/>
                        <a:ea typeface="DM Sans SemiBold"/>
                        <a:cs typeface="DM Sans SemiBold"/>
                        <a:sym typeface="DM Sans SemiBold"/>
                      </a:endParaRPr>
                    </a:p>
                  </a:txBody>
                  <a:tcPr marL="91425" marR="91425" marT="91425" marB="91425">
                    <a:solidFill>
                      <a:srgbClr val="FF9785"/>
                    </a:solidFill>
                  </a:tcPr>
                </a:tc>
                <a:tc>
                  <a:txBody>
                    <a:bodyPr/>
                    <a:lstStyle/>
                    <a:p>
                      <a:pPr marL="0" lvl="0" indent="0" algn="ctr" rtl="0">
                        <a:spcBef>
                          <a:spcPts val="0"/>
                        </a:spcBef>
                        <a:spcAft>
                          <a:spcPts val="0"/>
                        </a:spcAft>
                        <a:buNone/>
                      </a:pPr>
                      <a:r>
                        <a:rPr lang="en">
                          <a:latin typeface="DM Sans SemiBold"/>
                          <a:ea typeface="DM Sans SemiBold"/>
                          <a:cs typeface="DM Sans SemiBold"/>
                          <a:sym typeface="DM Sans SemiBold"/>
                        </a:rPr>
                        <a:t>Description</a:t>
                      </a:r>
                      <a:endParaRPr>
                        <a:latin typeface="DM Sans SemiBold"/>
                        <a:ea typeface="DM Sans SemiBold"/>
                        <a:cs typeface="DM Sans SemiBold"/>
                        <a:sym typeface="DM Sans SemiBold"/>
                      </a:endParaRPr>
                    </a:p>
                  </a:txBody>
                  <a:tcPr marL="91425" marR="91425" marT="91425" marB="91425">
                    <a:solidFill>
                      <a:srgbClr val="FF9785"/>
                    </a:solidFill>
                  </a:tcPr>
                </a:tc>
                <a:tc>
                  <a:txBody>
                    <a:bodyPr/>
                    <a:lstStyle/>
                    <a:p>
                      <a:pPr marL="0" lvl="0" indent="0" algn="ctr" rtl="0">
                        <a:spcBef>
                          <a:spcPts val="0"/>
                        </a:spcBef>
                        <a:spcAft>
                          <a:spcPts val="0"/>
                        </a:spcAft>
                        <a:buNone/>
                      </a:pPr>
                      <a:r>
                        <a:rPr lang="en">
                          <a:latin typeface="DM Sans SemiBold"/>
                          <a:ea typeface="DM Sans SemiBold"/>
                          <a:cs typeface="DM Sans SemiBold"/>
                          <a:sym typeface="DM Sans SemiBold"/>
                        </a:rPr>
                        <a:t>Type</a:t>
                      </a:r>
                      <a:endParaRPr>
                        <a:latin typeface="DM Sans SemiBold"/>
                        <a:ea typeface="DM Sans SemiBold"/>
                        <a:cs typeface="DM Sans SemiBold"/>
                        <a:sym typeface="DM Sans SemiBold"/>
                      </a:endParaRPr>
                    </a:p>
                  </a:txBody>
                  <a:tcPr marL="91425" marR="91425" marT="91425" marB="91425">
                    <a:solidFill>
                      <a:srgbClr val="FF9785"/>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Age</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Age in years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Integer</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Gender</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Gender</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Categorical</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School_Grade</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Current grade in school</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Ordinal Integer</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Daily_Usage_Hours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Avg daily phone usage (hours)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Float</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Sleep_Hours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Avg daily sleep duration (hours)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Float</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Academic_Performance</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 Grade out of 100</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Integer</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Social_Interactions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Frequency/quality of in-person social interactions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Ordinal Integer</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38"/>
                                        </p:tgtEl>
                                        <p:attrNameLst>
                                          <p:attrName>style.visibility</p:attrName>
                                        </p:attrNameLst>
                                      </p:cBhvr>
                                      <p:to>
                                        <p:strVal val="visible"/>
                                      </p:to>
                                    </p:set>
                                    <p:anim calcmode="lin" valueType="num">
                                      <p:cBhvr additive="base">
                                        <p:cTn id="7" dur="1000"/>
                                        <p:tgtEl>
                                          <p:spTgt spid="738"/>
                                        </p:tgtEl>
                                        <p:attrNameLst>
                                          <p:attrName>ppt_w</p:attrName>
                                        </p:attrNameLst>
                                      </p:cBhvr>
                                      <p:tavLst>
                                        <p:tav tm="0">
                                          <p:val>
                                            <p:strVal val="0"/>
                                          </p:val>
                                        </p:tav>
                                        <p:tav tm="100000">
                                          <p:val>
                                            <p:strVal val="#ppt_w"/>
                                          </p:val>
                                        </p:tav>
                                      </p:tavLst>
                                    </p:anim>
                                    <p:anim calcmode="lin" valueType="num">
                                      <p:cBhvr additive="base">
                                        <p:cTn id="8" dur="1000"/>
                                        <p:tgtEl>
                                          <p:spTgt spid="73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DICTIONARY CONT.</a:t>
            </a:r>
            <a:endParaRPr/>
          </a:p>
        </p:txBody>
      </p:sp>
      <p:graphicFrame>
        <p:nvGraphicFramePr>
          <p:cNvPr id="744" name="Google Shape;744;p37"/>
          <p:cNvGraphicFramePr/>
          <p:nvPr/>
        </p:nvGraphicFramePr>
        <p:xfrm>
          <a:off x="720025" y="1132325"/>
          <a:ext cx="7704000" cy="3169680"/>
        </p:xfrm>
        <a:graphic>
          <a:graphicData uri="http://schemas.openxmlformats.org/drawingml/2006/table">
            <a:tbl>
              <a:tblPr>
                <a:noFill/>
                <a:tableStyleId>{2BDA5CAA-93D9-4E7E-A6EF-C5FFCCC3B342}</a:tableStyleId>
              </a:tblPr>
              <a:tblGrid>
                <a:gridCol w="2488175">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gridCol w="14820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Exercise_Hours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Weekly exercise duration (hours)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Float</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Anxiety_Level</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Self-reported anxiety (0–10 scale)</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Ordinal Integer</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Depression_Level</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Self-reported depression (0–10 scale)</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Ordinal Integer</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Self_Esteem</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Self-esteem score (0–10 scale)</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Ordinal Integer</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Parental_Control</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Level of parental monitoring</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Ordinal Integer</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Screen_Time_Before_Bed</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Phone use before sleep (hours)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Float</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Phone_Checks_Per_Day</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Number of daily phone checks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Integer</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Apps_Used_Daily</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Number of distinct apps used daily</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Integer</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44"/>
                                        </p:tgtEl>
                                        <p:attrNameLst>
                                          <p:attrName>style.visibility</p:attrName>
                                        </p:attrNameLst>
                                      </p:cBhvr>
                                      <p:to>
                                        <p:strVal val="visible"/>
                                      </p:to>
                                    </p:set>
                                    <p:anim calcmode="lin" valueType="num">
                                      <p:cBhvr additive="base">
                                        <p:cTn id="7" dur="1000"/>
                                        <p:tgtEl>
                                          <p:spTgt spid="744"/>
                                        </p:tgtEl>
                                        <p:attrNameLst>
                                          <p:attrName>ppt_w</p:attrName>
                                        </p:attrNameLst>
                                      </p:cBhvr>
                                      <p:tavLst>
                                        <p:tav tm="0">
                                          <p:val>
                                            <p:strVal val="0"/>
                                          </p:val>
                                        </p:tav>
                                        <p:tav tm="100000">
                                          <p:val>
                                            <p:strVal val="#ppt_w"/>
                                          </p:val>
                                        </p:tav>
                                      </p:tavLst>
                                    </p:anim>
                                    <p:anim calcmode="lin" valueType="num">
                                      <p:cBhvr additive="base">
                                        <p:cTn id="8" dur="1000"/>
                                        <p:tgtEl>
                                          <p:spTgt spid="74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DICTIONARY CONT.</a:t>
            </a:r>
            <a:endParaRPr/>
          </a:p>
        </p:txBody>
      </p:sp>
      <p:graphicFrame>
        <p:nvGraphicFramePr>
          <p:cNvPr id="750" name="Google Shape;750;p38"/>
          <p:cNvGraphicFramePr/>
          <p:nvPr>
            <p:extLst>
              <p:ext uri="{D42A27DB-BD31-4B8C-83A1-F6EECF244321}">
                <p14:modId xmlns:p14="http://schemas.microsoft.com/office/powerpoint/2010/main" val="1188839479"/>
              </p:ext>
            </p:extLst>
          </p:nvPr>
        </p:nvGraphicFramePr>
        <p:xfrm>
          <a:off x="720025" y="1097454"/>
          <a:ext cx="7704000" cy="3413550"/>
        </p:xfrm>
        <a:graphic>
          <a:graphicData uri="http://schemas.openxmlformats.org/drawingml/2006/table">
            <a:tbl>
              <a:tblPr>
                <a:noFill/>
                <a:tableStyleId>{2BDA5CAA-93D9-4E7E-A6EF-C5FFCCC3B342}</a:tableStyleId>
              </a:tblPr>
              <a:tblGrid>
                <a:gridCol w="2488175">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gridCol w="14820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Time_on_Social_Media</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Daily time spent on social media (hours)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Float</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Time_on_Gaming</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Daily gaming time (hours)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Float</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Time_on_Education</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Daily time on educational apps (hours)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Float</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Phone_Usage_Purpose</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The primary purpose of phone use</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Categorical</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Family_Communication</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Frequency of family communication via phone</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Ordinal Integer</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Weekend_Usage_Hours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Average daily phone use on weekends (hours)</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Float</a:t>
                      </a:r>
                      <a:endParaRPr>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latin typeface="DM Sans Medium"/>
                          <a:ea typeface="DM Sans Medium"/>
                          <a:cs typeface="DM Sans Medium"/>
                          <a:sym typeface="DM Sans Medium"/>
                        </a:rPr>
                        <a:t>Addiction_Level</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a:latin typeface="DM Sans Medium"/>
                          <a:ea typeface="DM Sans Medium"/>
                          <a:cs typeface="DM Sans Medium"/>
                          <a:sym typeface="DM Sans Medium"/>
                        </a:rPr>
                        <a:t>Smartphone addiction index (0-10)</a:t>
                      </a:r>
                      <a:endParaRPr>
                        <a:latin typeface="DM Sans Medium"/>
                        <a:ea typeface="DM Sans Medium"/>
                        <a:cs typeface="DM Sans Medium"/>
                        <a:sym typeface="DM Sans Medium"/>
                      </a:endParaRPr>
                    </a:p>
                  </a:txBody>
                  <a:tcPr marL="91425" marR="91425" marT="91425" marB="91425">
                    <a:solidFill>
                      <a:srgbClr val="FFE5E6"/>
                    </a:solidFill>
                  </a:tcPr>
                </a:tc>
                <a:tc>
                  <a:txBody>
                    <a:bodyPr/>
                    <a:lstStyle/>
                    <a:p>
                      <a:pPr marL="0" lvl="0" indent="0" algn="l" rtl="0">
                        <a:spcBef>
                          <a:spcPts val="0"/>
                        </a:spcBef>
                        <a:spcAft>
                          <a:spcPts val="0"/>
                        </a:spcAft>
                        <a:buNone/>
                      </a:pPr>
                      <a:r>
                        <a:rPr lang="en" dirty="0">
                          <a:latin typeface="DM Sans Medium"/>
                          <a:ea typeface="DM Sans Medium"/>
                          <a:cs typeface="DM Sans Medium"/>
                          <a:sym typeface="DM Sans Medium"/>
                        </a:rPr>
                        <a:t>Float/Ordinal Integer</a:t>
                      </a:r>
                      <a:endParaRPr dirty="0">
                        <a:latin typeface="DM Sans Medium"/>
                        <a:ea typeface="DM Sans Medium"/>
                        <a:cs typeface="DM Sans Medium"/>
                        <a:sym typeface="DM Sans Medium"/>
                      </a:endParaRPr>
                    </a:p>
                  </a:txBody>
                  <a:tcPr marL="91425" marR="91425" marT="91425" marB="91425">
                    <a:solidFill>
                      <a:srgbClr val="FFE5E6"/>
                    </a:solid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50"/>
                                        </p:tgtEl>
                                        <p:attrNameLst>
                                          <p:attrName>style.visibility</p:attrName>
                                        </p:attrNameLst>
                                      </p:cBhvr>
                                      <p:to>
                                        <p:strVal val="visible"/>
                                      </p:to>
                                    </p:set>
                                    <p:anim calcmode="lin" valueType="num">
                                      <p:cBhvr additive="base">
                                        <p:cTn id="7" dur="1000"/>
                                        <p:tgtEl>
                                          <p:spTgt spid="750"/>
                                        </p:tgtEl>
                                        <p:attrNameLst>
                                          <p:attrName>ppt_w</p:attrName>
                                        </p:attrNameLst>
                                      </p:cBhvr>
                                      <p:tavLst>
                                        <p:tav tm="0">
                                          <p:val>
                                            <p:strVal val="0"/>
                                          </p:val>
                                        </p:tav>
                                        <p:tav tm="100000">
                                          <p:val>
                                            <p:strVal val="#ppt_w"/>
                                          </p:val>
                                        </p:tav>
                                      </p:tavLst>
                                    </p:anim>
                                    <p:anim calcmode="lin" valueType="num">
                                      <p:cBhvr additive="base">
                                        <p:cTn id="8" dur="1000"/>
                                        <p:tgtEl>
                                          <p:spTgt spid="75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grpSp>
        <p:nvGrpSpPr>
          <p:cNvPr id="755" name="Google Shape;755;p39"/>
          <p:cNvGrpSpPr/>
          <p:nvPr/>
        </p:nvGrpSpPr>
        <p:grpSpPr>
          <a:xfrm>
            <a:off x="1118125" y="766111"/>
            <a:ext cx="2767739" cy="6559577"/>
            <a:chOff x="1155906" y="1103250"/>
            <a:chExt cx="3035468" cy="7194097"/>
          </a:xfrm>
        </p:grpSpPr>
        <p:sp>
          <p:nvSpPr>
            <p:cNvPr id="756" name="Google Shape;756;p39"/>
            <p:cNvSpPr/>
            <p:nvPr/>
          </p:nvSpPr>
          <p:spPr>
            <a:xfrm>
              <a:off x="3464553" y="1785340"/>
              <a:ext cx="630688" cy="330110"/>
            </a:xfrm>
            <a:custGeom>
              <a:avLst/>
              <a:gdLst/>
              <a:ahLst/>
              <a:cxnLst/>
              <a:rect l="l" t="t" r="r" b="b"/>
              <a:pathLst>
                <a:path w="5078" h="2658" extrusionOk="0">
                  <a:moveTo>
                    <a:pt x="0" y="1"/>
                  </a:moveTo>
                  <a:lnTo>
                    <a:pt x="0" y="2658"/>
                  </a:lnTo>
                  <a:lnTo>
                    <a:pt x="5078" y="2589"/>
                  </a:lnTo>
                  <a:lnTo>
                    <a:pt x="50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p:cNvSpPr/>
            <p:nvPr/>
          </p:nvSpPr>
          <p:spPr>
            <a:xfrm>
              <a:off x="3502310" y="2003554"/>
              <a:ext cx="167670" cy="68307"/>
            </a:xfrm>
            <a:custGeom>
              <a:avLst/>
              <a:gdLst/>
              <a:ahLst/>
              <a:cxnLst/>
              <a:rect l="l" t="t" r="r" b="b"/>
              <a:pathLst>
                <a:path w="1350" h="550" extrusionOk="0">
                  <a:moveTo>
                    <a:pt x="0" y="1"/>
                  </a:moveTo>
                  <a:lnTo>
                    <a:pt x="0" y="549"/>
                  </a:lnTo>
                  <a:lnTo>
                    <a:pt x="1349" y="549"/>
                  </a:lnTo>
                  <a:lnTo>
                    <a:pt x="1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p:cNvSpPr/>
            <p:nvPr/>
          </p:nvSpPr>
          <p:spPr>
            <a:xfrm>
              <a:off x="3523051" y="2014607"/>
              <a:ext cx="46202" cy="46201"/>
            </a:xfrm>
            <a:custGeom>
              <a:avLst/>
              <a:gdLst/>
              <a:ahLst/>
              <a:cxnLst/>
              <a:rect l="l" t="t" r="r" b="b"/>
              <a:pathLst>
                <a:path w="372" h="372" extrusionOk="0">
                  <a:moveTo>
                    <a:pt x="186" y="1"/>
                  </a:moveTo>
                  <a:cubicBezTo>
                    <a:pt x="84" y="1"/>
                    <a:pt x="1" y="84"/>
                    <a:pt x="1" y="186"/>
                  </a:cubicBezTo>
                  <a:cubicBezTo>
                    <a:pt x="1" y="288"/>
                    <a:pt x="84" y="371"/>
                    <a:pt x="186" y="371"/>
                  </a:cubicBezTo>
                  <a:cubicBezTo>
                    <a:pt x="288" y="371"/>
                    <a:pt x="371" y="288"/>
                    <a:pt x="371" y="186"/>
                  </a:cubicBezTo>
                  <a:cubicBezTo>
                    <a:pt x="371" y="84"/>
                    <a:pt x="288" y="1"/>
                    <a:pt x="1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p:cNvSpPr/>
            <p:nvPr/>
          </p:nvSpPr>
          <p:spPr>
            <a:xfrm>
              <a:off x="3602416" y="2014607"/>
              <a:ext cx="46202" cy="46201"/>
            </a:xfrm>
            <a:custGeom>
              <a:avLst/>
              <a:gdLst/>
              <a:ahLst/>
              <a:cxnLst/>
              <a:rect l="l" t="t" r="r" b="b"/>
              <a:pathLst>
                <a:path w="372" h="372" extrusionOk="0">
                  <a:moveTo>
                    <a:pt x="186" y="1"/>
                  </a:moveTo>
                  <a:cubicBezTo>
                    <a:pt x="84" y="1"/>
                    <a:pt x="1" y="84"/>
                    <a:pt x="1" y="186"/>
                  </a:cubicBezTo>
                  <a:cubicBezTo>
                    <a:pt x="1" y="288"/>
                    <a:pt x="84" y="371"/>
                    <a:pt x="186" y="371"/>
                  </a:cubicBezTo>
                  <a:cubicBezTo>
                    <a:pt x="290" y="371"/>
                    <a:pt x="371" y="288"/>
                    <a:pt x="371" y="186"/>
                  </a:cubicBezTo>
                  <a:cubicBezTo>
                    <a:pt x="371" y="84"/>
                    <a:pt x="290" y="1"/>
                    <a:pt x="1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p:cNvSpPr/>
            <p:nvPr/>
          </p:nvSpPr>
          <p:spPr>
            <a:xfrm>
              <a:off x="2910492" y="2772084"/>
              <a:ext cx="855738" cy="493054"/>
            </a:xfrm>
            <a:custGeom>
              <a:avLst/>
              <a:gdLst/>
              <a:ahLst/>
              <a:cxnLst/>
              <a:rect l="l" t="t" r="r" b="b"/>
              <a:pathLst>
                <a:path w="6890" h="3970" extrusionOk="0">
                  <a:moveTo>
                    <a:pt x="3509" y="0"/>
                  </a:moveTo>
                  <a:cubicBezTo>
                    <a:pt x="2649" y="0"/>
                    <a:pt x="1041" y="172"/>
                    <a:pt x="0" y="1339"/>
                  </a:cubicBezTo>
                  <a:cubicBezTo>
                    <a:pt x="0" y="1339"/>
                    <a:pt x="3601" y="3853"/>
                    <a:pt x="4950" y="3965"/>
                  </a:cubicBezTo>
                  <a:cubicBezTo>
                    <a:pt x="4988" y="3968"/>
                    <a:pt x="5025" y="3969"/>
                    <a:pt x="5062" y="3969"/>
                  </a:cubicBezTo>
                  <a:cubicBezTo>
                    <a:pt x="6332" y="3969"/>
                    <a:pt x="6889" y="2143"/>
                    <a:pt x="6889" y="2143"/>
                  </a:cubicBezTo>
                  <a:lnTo>
                    <a:pt x="4099" y="30"/>
                  </a:lnTo>
                  <a:cubicBezTo>
                    <a:pt x="4099" y="30"/>
                    <a:pt x="4099" y="30"/>
                    <a:pt x="4099" y="30"/>
                  </a:cubicBezTo>
                  <a:cubicBezTo>
                    <a:pt x="4096" y="30"/>
                    <a:pt x="3868" y="0"/>
                    <a:pt x="3509"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p:cNvSpPr/>
            <p:nvPr/>
          </p:nvSpPr>
          <p:spPr>
            <a:xfrm>
              <a:off x="2769276" y="2155571"/>
              <a:ext cx="711045" cy="881412"/>
            </a:xfrm>
            <a:custGeom>
              <a:avLst/>
              <a:gdLst/>
              <a:ahLst/>
              <a:cxnLst/>
              <a:rect l="l" t="t" r="r" b="b"/>
              <a:pathLst>
                <a:path w="5725" h="7097" extrusionOk="0">
                  <a:moveTo>
                    <a:pt x="460" y="0"/>
                  </a:moveTo>
                  <a:cubicBezTo>
                    <a:pt x="1" y="0"/>
                    <a:pt x="25" y="1207"/>
                    <a:pt x="211" y="2624"/>
                  </a:cubicBezTo>
                  <a:cubicBezTo>
                    <a:pt x="476" y="4644"/>
                    <a:pt x="1069" y="7096"/>
                    <a:pt x="1069" y="7096"/>
                  </a:cubicBezTo>
                  <a:cubicBezTo>
                    <a:pt x="2240" y="6134"/>
                    <a:pt x="3211" y="5660"/>
                    <a:pt x="3957" y="5437"/>
                  </a:cubicBezTo>
                  <a:cubicBezTo>
                    <a:pt x="4420" y="5299"/>
                    <a:pt x="4796" y="5258"/>
                    <a:pt x="5081" y="5258"/>
                  </a:cubicBezTo>
                  <a:cubicBezTo>
                    <a:pt x="5503" y="5258"/>
                    <a:pt x="5724" y="5348"/>
                    <a:pt x="5724" y="5348"/>
                  </a:cubicBezTo>
                  <a:cubicBezTo>
                    <a:pt x="5400" y="4672"/>
                    <a:pt x="4172" y="3409"/>
                    <a:pt x="3628" y="2096"/>
                  </a:cubicBezTo>
                  <a:cubicBezTo>
                    <a:pt x="3082" y="781"/>
                    <a:pt x="2085" y="301"/>
                    <a:pt x="515" y="6"/>
                  </a:cubicBezTo>
                  <a:cubicBezTo>
                    <a:pt x="496" y="2"/>
                    <a:pt x="478" y="0"/>
                    <a:pt x="4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p:cNvSpPr/>
            <p:nvPr/>
          </p:nvSpPr>
          <p:spPr>
            <a:xfrm>
              <a:off x="2795358" y="2426693"/>
              <a:ext cx="465502" cy="610294"/>
            </a:xfrm>
            <a:custGeom>
              <a:avLst/>
              <a:gdLst/>
              <a:ahLst/>
              <a:cxnLst/>
              <a:rect l="l" t="t" r="r" b="b"/>
              <a:pathLst>
                <a:path w="3748" h="4914" extrusionOk="0">
                  <a:moveTo>
                    <a:pt x="1141" y="0"/>
                  </a:moveTo>
                  <a:lnTo>
                    <a:pt x="1" y="441"/>
                  </a:lnTo>
                  <a:cubicBezTo>
                    <a:pt x="266" y="2461"/>
                    <a:pt x="859" y="4913"/>
                    <a:pt x="859" y="4913"/>
                  </a:cubicBezTo>
                  <a:cubicBezTo>
                    <a:pt x="2030" y="3951"/>
                    <a:pt x="3001" y="3477"/>
                    <a:pt x="3747" y="3254"/>
                  </a:cubicBezTo>
                  <a:cubicBezTo>
                    <a:pt x="2256" y="1464"/>
                    <a:pt x="1142" y="0"/>
                    <a:pt x="1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p:cNvSpPr/>
            <p:nvPr/>
          </p:nvSpPr>
          <p:spPr>
            <a:xfrm>
              <a:off x="2836220" y="2705018"/>
              <a:ext cx="583492" cy="233487"/>
            </a:xfrm>
            <a:custGeom>
              <a:avLst/>
              <a:gdLst/>
              <a:ahLst/>
              <a:cxnLst/>
              <a:rect l="l" t="t" r="r" b="b"/>
              <a:pathLst>
                <a:path w="4698" h="1880" fill="none" extrusionOk="0">
                  <a:moveTo>
                    <a:pt x="4697" y="179"/>
                  </a:moveTo>
                  <a:cubicBezTo>
                    <a:pt x="3845" y="1"/>
                    <a:pt x="2969" y="79"/>
                    <a:pt x="2179" y="449"/>
                  </a:cubicBezTo>
                  <a:cubicBezTo>
                    <a:pt x="1392" y="816"/>
                    <a:pt x="693" y="1350"/>
                    <a:pt x="1" y="1879"/>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p:cNvSpPr/>
            <p:nvPr/>
          </p:nvSpPr>
          <p:spPr>
            <a:xfrm>
              <a:off x="3316878" y="2210342"/>
              <a:ext cx="849404" cy="947484"/>
            </a:xfrm>
            <a:custGeom>
              <a:avLst/>
              <a:gdLst/>
              <a:ahLst/>
              <a:cxnLst/>
              <a:rect l="l" t="t" r="r" b="b"/>
              <a:pathLst>
                <a:path w="6839" h="7629" extrusionOk="0">
                  <a:moveTo>
                    <a:pt x="5476" y="0"/>
                  </a:moveTo>
                  <a:cubicBezTo>
                    <a:pt x="5476" y="0"/>
                    <a:pt x="1466" y="4396"/>
                    <a:pt x="657" y="5412"/>
                  </a:cubicBezTo>
                  <a:cubicBezTo>
                    <a:pt x="0" y="6234"/>
                    <a:pt x="1154" y="7628"/>
                    <a:pt x="2263" y="7628"/>
                  </a:cubicBezTo>
                  <a:cubicBezTo>
                    <a:pt x="2524" y="7628"/>
                    <a:pt x="2782" y="7551"/>
                    <a:pt x="3014" y="7371"/>
                  </a:cubicBezTo>
                  <a:cubicBezTo>
                    <a:pt x="4231" y="6427"/>
                    <a:pt x="6839" y="232"/>
                    <a:pt x="6839" y="232"/>
                  </a:cubicBezTo>
                  <a:lnTo>
                    <a:pt x="5476" y="0"/>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p:cNvSpPr/>
            <p:nvPr/>
          </p:nvSpPr>
          <p:spPr>
            <a:xfrm>
              <a:off x="3358982" y="2813318"/>
              <a:ext cx="95758" cy="117364"/>
            </a:xfrm>
            <a:custGeom>
              <a:avLst/>
              <a:gdLst/>
              <a:ahLst/>
              <a:cxnLst/>
              <a:rect l="l" t="t" r="r" b="b"/>
              <a:pathLst>
                <a:path w="771" h="945" fill="none" extrusionOk="0">
                  <a:moveTo>
                    <a:pt x="770" y="1"/>
                  </a:moveTo>
                  <a:cubicBezTo>
                    <a:pt x="770" y="1"/>
                    <a:pt x="156" y="373"/>
                    <a:pt x="1" y="945"/>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p:cNvSpPr/>
            <p:nvPr/>
          </p:nvSpPr>
          <p:spPr>
            <a:xfrm>
              <a:off x="3842869" y="1841352"/>
              <a:ext cx="348505" cy="416550"/>
            </a:xfrm>
            <a:custGeom>
              <a:avLst/>
              <a:gdLst/>
              <a:ahLst/>
              <a:cxnLst/>
              <a:rect l="l" t="t" r="r" b="b"/>
              <a:pathLst>
                <a:path w="2806" h="3354" extrusionOk="0">
                  <a:moveTo>
                    <a:pt x="2061" y="0"/>
                  </a:moveTo>
                  <a:cubicBezTo>
                    <a:pt x="1954" y="0"/>
                    <a:pt x="1735" y="566"/>
                    <a:pt x="1895" y="939"/>
                  </a:cubicBezTo>
                  <a:cubicBezTo>
                    <a:pt x="1895" y="939"/>
                    <a:pt x="1416" y="445"/>
                    <a:pt x="1241" y="124"/>
                  </a:cubicBezTo>
                  <a:cubicBezTo>
                    <a:pt x="1226" y="95"/>
                    <a:pt x="1207" y="82"/>
                    <a:pt x="1187" y="82"/>
                  </a:cubicBezTo>
                  <a:cubicBezTo>
                    <a:pt x="1061" y="82"/>
                    <a:pt x="897" y="601"/>
                    <a:pt x="1425" y="1111"/>
                  </a:cubicBezTo>
                  <a:cubicBezTo>
                    <a:pt x="1425" y="1111"/>
                    <a:pt x="782" y="665"/>
                    <a:pt x="462" y="302"/>
                  </a:cubicBezTo>
                  <a:cubicBezTo>
                    <a:pt x="458" y="297"/>
                    <a:pt x="454" y="295"/>
                    <a:pt x="450" y="295"/>
                  </a:cubicBezTo>
                  <a:cubicBezTo>
                    <a:pt x="372" y="295"/>
                    <a:pt x="234" y="1044"/>
                    <a:pt x="1130" y="1350"/>
                  </a:cubicBezTo>
                  <a:cubicBezTo>
                    <a:pt x="1130" y="1350"/>
                    <a:pt x="512" y="1348"/>
                    <a:pt x="233" y="1268"/>
                  </a:cubicBezTo>
                  <a:cubicBezTo>
                    <a:pt x="218" y="1264"/>
                    <a:pt x="204" y="1262"/>
                    <a:pt x="192" y="1262"/>
                  </a:cubicBezTo>
                  <a:cubicBezTo>
                    <a:pt x="0" y="1262"/>
                    <a:pt x="215" y="1776"/>
                    <a:pt x="915" y="1776"/>
                  </a:cubicBezTo>
                  <a:cubicBezTo>
                    <a:pt x="969" y="1776"/>
                    <a:pt x="1025" y="1773"/>
                    <a:pt x="1084" y="1766"/>
                  </a:cubicBezTo>
                  <a:lnTo>
                    <a:pt x="1084" y="1766"/>
                  </a:lnTo>
                  <a:cubicBezTo>
                    <a:pt x="1084" y="1766"/>
                    <a:pt x="835" y="2218"/>
                    <a:pt x="1241" y="2971"/>
                  </a:cubicBezTo>
                  <a:cubicBezTo>
                    <a:pt x="1241" y="2971"/>
                    <a:pt x="1397" y="3354"/>
                    <a:pt x="1938" y="3354"/>
                  </a:cubicBezTo>
                  <a:cubicBezTo>
                    <a:pt x="2116" y="3354"/>
                    <a:pt x="2336" y="3312"/>
                    <a:pt x="2605" y="3203"/>
                  </a:cubicBezTo>
                  <a:cubicBezTo>
                    <a:pt x="2605" y="3203"/>
                    <a:pt x="2805" y="2633"/>
                    <a:pt x="2524" y="1766"/>
                  </a:cubicBezTo>
                  <a:cubicBezTo>
                    <a:pt x="2404" y="1393"/>
                    <a:pt x="2278" y="1267"/>
                    <a:pt x="2109" y="82"/>
                  </a:cubicBezTo>
                  <a:cubicBezTo>
                    <a:pt x="2101" y="25"/>
                    <a:pt x="2083" y="0"/>
                    <a:pt x="2061"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p:cNvSpPr/>
            <p:nvPr/>
          </p:nvSpPr>
          <p:spPr>
            <a:xfrm>
              <a:off x="1179753" y="3038238"/>
              <a:ext cx="614914" cy="195110"/>
            </a:xfrm>
            <a:custGeom>
              <a:avLst/>
              <a:gdLst/>
              <a:ahLst/>
              <a:cxnLst/>
              <a:rect l="l" t="t" r="r" b="b"/>
              <a:pathLst>
                <a:path w="4951" h="1571" extrusionOk="0">
                  <a:moveTo>
                    <a:pt x="2114" y="1"/>
                  </a:moveTo>
                  <a:cubicBezTo>
                    <a:pt x="1463" y="1"/>
                    <a:pt x="742" y="186"/>
                    <a:pt x="0" y="702"/>
                  </a:cubicBezTo>
                  <a:cubicBezTo>
                    <a:pt x="0" y="702"/>
                    <a:pt x="471" y="1570"/>
                    <a:pt x="2367" y="1570"/>
                  </a:cubicBezTo>
                  <a:cubicBezTo>
                    <a:pt x="3036" y="1570"/>
                    <a:pt x="3883" y="1462"/>
                    <a:pt x="4950" y="1169"/>
                  </a:cubicBezTo>
                  <a:cubicBezTo>
                    <a:pt x="4950" y="1169"/>
                    <a:pt x="3751" y="1"/>
                    <a:pt x="21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p:cNvSpPr/>
            <p:nvPr/>
          </p:nvSpPr>
          <p:spPr>
            <a:xfrm>
              <a:off x="1848699" y="3467960"/>
              <a:ext cx="1429542" cy="489204"/>
            </a:xfrm>
            <a:custGeom>
              <a:avLst/>
              <a:gdLst/>
              <a:ahLst/>
              <a:cxnLst/>
              <a:rect l="l" t="t" r="r" b="b"/>
              <a:pathLst>
                <a:path w="11510" h="3939" extrusionOk="0">
                  <a:moveTo>
                    <a:pt x="9984" y="1"/>
                  </a:moveTo>
                  <a:cubicBezTo>
                    <a:pt x="6633" y="1"/>
                    <a:pt x="1" y="3487"/>
                    <a:pt x="0" y="3487"/>
                  </a:cubicBezTo>
                  <a:cubicBezTo>
                    <a:pt x="104" y="3792"/>
                    <a:pt x="796" y="3938"/>
                    <a:pt x="1782" y="3938"/>
                  </a:cubicBezTo>
                  <a:cubicBezTo>
                    <a:pt x="3582" y="3938"/>
                    <a:pt x="6366" y="3450"/>
                    <a:pt x="8358" y="2551"/>
                  </a:cubicBezTo>
                  <a:cubicBezTo>
                    <a:pt x="11442" y="1159"/>
                    <a:pt x="11510" y="462"/>
                    <a:pt x="11510" y="462"/>
                  </a:cubicBezTo>
                  <a:cubicBezTo>
                    <a:pt x="11180" y="137"/>
                    <a:pt x="10646" y="1"/>
                    <a:pt x="99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p:cNvSpPr/>
            <p:nvPr/>
          </p:nvSpPr>
          <p:spPr>
            <a:xfrm>
              <a:off x="2170131" y="4710177"/>
              <a:ext cx="1133573" cy="320671"/>
            </a:xfrm>
            <a:custGeom>
              <a:avLst/>
              <a:gdLst/>
              <a:ahLst/>
              <a:cxnLst/>
              <a:rect l="l" t="t" r="r" b="b"/>
              <a:pathLst>
                <a:path w="9127" h="2582" extrusionOk="0">
                  <a:moveTo>
                    <a:pt x="7583" y="1"/>
                  </a:moveTo>
                  <a:cubicBezTo>
                    <a:pt x="4673" y="1"/>
                    <a:pt x="0" y="1967"/>
                    <a:pt x="0" y="1969"/>
                  </a:cubicBezTo>
                  <a:cubicBezTo>
                    <a:pt x="1126" y="2409"/>
                    <a:pt x="2191" y="2582"/>
                    <a:pt x="3169" y="2582"/>
                  </a:cubicBezTo>
                  <a:cubicBezTo>
                    <a:pt x="6724" y="2582"/>
                    <a:pt x="9126" y="299"/>
                    <a:pt x="9126" y="299"/>
                  </a:cubicBezTo>
                  <a:cubicBezTo>
                    <a:pt x="8730" y="88"/>
                    <a:pt x="8196" y="1"/>
                    <a:pt x="7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p:cNvSpPr/>
            <p:nvPr/>
          </p:nvSpPr>
          <p:spPr>
            <a:xfrm>
              <a:off x="2372330" y="4194015"/>
              <a:ext cx="800842" cy="3867805"/>
            </a:xfrm>
            <a:custGeom>
              <a:avLst/>
              <a:gdLst/>
              <a:ahLst/>
              <a:cxnLst/>
              <a:rect l="l" t="t" r="r" b="b"/>
              <a:pathLst>
                <a:path w="6448" h="31143" extrusionOk="0">
                  <a:moveTo>
                    <a:pt x="685" y="1"/>
                  </a:moveTo>
                  <a:cubicBezTo>
                    <a:pt x="0" y="6706"/>
                    <a:pt x="1294" y="9858"/>
                    <a:pt x="977" y="11423"/>
                  </a:cubicBezTo>
                  <a:cubicBezTo>
                    <a:pt x="660" y="12987"/>
                    <a:pt x="1890" y="28156"/>
                    <a:pt x="1807" y="29311"/>
                  </a:cubicBezTo>
                  <a:cubicBezTo>
                    <a:pt x="1737" y="30289"/>
                    <a:pt x="2182" y="31143"/>
                    <a:pt x="3197" y="31143"/>
                  </a:cubicBezTo>
                  <a:cubicBezTo>
                    <a:pt x="3381" y="31143"/>
                    <a:pt x="3584" y="31114"/>
                    <a:pt x="3806" y="31054"/>
                  </a:cubicBezTo>
                  <a:cubicBezTo>
                    <a:pt x="4477" y="30869"/>
                    <a:pt x="4888" y="29631"/>
                    <a:pt x="4980" y="27271"/>
                  </a:cubicBezTo>
                  <a:cubicBezTo>
                    <a:pt x="5033" y="25908"/>
                    <a:pt x="6218" y="12117"/>
                    <a:pt x="6307" y="10437"/>
                  </a:cubicBezTo>
                  <a:cubicBezTo>
                    <a:pt x="6447" y="7803"/>
                    <a:pt x="6390" y="371"/>
                    <a:pt x="6425" y="2"/>
                  </a:cubicBezTo>
                  <a:lnTo>
                    <a:pt x="6425" y="1"/>
                  </a:lnTo>
                  <a:close/>
                </a:path>
              </a:pathLst>
            </a:custGeom>
            <a:solidFill>
              <a:srgbClr val="502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p:cNvSpPr/>
            <p:nvPr/>
          </p:nvSpPr>
          <p:spPr>
            <a:xfrm>
              <a:off x="2529941" y="7612536"/>
              <a:ext cx="1195177" cy="684811"/>
            </a:xfrm>
            <a:custGeom>
              <a:avLst/>
              <a:gdLst/>
              <a:ahLst/>
              <a:cxnLst/>
              <a:rect l="l" t="t" r="r" b="b"/>
              <a:pathLst>
                <a:path w="9623" h="5514" extrusionOk="0">
                  <a:moveTo>
                    <a:pt x="4110" y="1"/>
                  </a:moveTo>
                  <a:lnTo>
                    <a:pt x="266" y="319"/>
                  </a:lnTo>
                  <a:lnTo>
                    <a:pt x="0" y="5514"/>
                  </a:lnTo>
                  <a:lnTo>
                    <a:pt x="9460" y="5514"/>
                  </a:lnTo>
                  <a:cubicBezTo>
                    <a:pt x="9460" y="5514"/>
                    <a:pt x="9623" y="3689"/>
                    <a:pt x="8588" y="3527"/>
                  </a:cubicBezTo>
                  <a:cubicBezTo>
                    <a:pt x="7555" y="3367"/>
                    <a:pt x="5346" y="3044"/>
                    <a:pt x="4815" y="2104"/>
                  </a:cubicBezTo>
                  <a:cubicBezTo>
                    <a:pt x="4285" y="1164"/>
                    <a:pt x="4110" y="1"/>
                    <a:pt x="4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9"/>
            <p:cNvSpPr/>
            <p:nvPr/>
          </p:nvSpPr>
          <p:spPr>
            <a:xfrm>
              <a:off x="2978555" y="7709782"/>
              <a:ext cx="342419" cy="303284"/>
            </a:xfrm>
            <a:custGeom>
              <a:avLst/>
              <a:gdLst/>
              <a:ahLst/>
              <a:cxnLst/>
              <a:rect l="l" t="t" r="r" b="b"/>
              <a:pathLst>
                <a:path w="2757" h="2442" fill="none" extrusionOk="0">
                  <a:moveTo>
                    <a:pt x="1" y="426"/>
                  </a:moveTo>
                  <a:lnTo>
                    <a:pt x="1544" y="0"/>
                  </a:lnTo>
                  <a:lnTo>
                    <a:pt x="412" y="1495"/>
                  </a:lnTo>
                  <a:lnTo>
                    <a:pt x="2030" y="1043"/>
                  </a:lnTo>
                  <a:lnTo>
                    <a:pt x="1123" y="2442"/>
                  </a:lnTo>
                  <a:lnTo>
                    <a:pt x="2757" y="1782"/>
                  </a:ln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9"/>
            <p:cNvSpPr/>
            <p:nvPr/>
          </p:nvSpPr>
          <p:spPr>
            <a:xfrm>
              <a:off x="2169758" y="3403750"/>
              <a:ext cx="1133946" cy="1550947"/>
            </a:xfrm>
            <a:custGeom>
              <a:avLst/>
              <a:gdLst/>
              <a:ahLst/>
              <a:cxnLst/>
              <a:rect l="l" t="t" r="r" b="b"/>
              <a:pathLst>
                <a:path w="9130" h="12488" extrusionOk="0">
                  <a:moveTo>
                    <a:pt x="8124" y="1"/>
                  </a:moveTo>
                  <a:lnTo>
                    <a:pt x="1564" y="1560"/>
                  </a:lnTo>
                  <a:cubicBezTo>
                    <a:pt x="1564" y="1560"/>
                    <a:pt x="1324" y="3689"/>
                    <a:pt x="1564" y="5281"/>
                  </a:cubicBezTo>
                  <a:cubicBezTo>
                    <a:pt x="1808" y="6872"/>
                    <a:pt x="1305" y="9781"/>
                    <a:pt x="804" y="10383"/>
                  </a:cubicBezTo>
                  <a:cubicBezTo>
                    <a:pt x="303" y="10983"/>
                    <a:pt x="0" y="12488"/>
                    <a:pt x="0" y="12488"/>
                  </a:cubicBezTo>
                  <a:cubicBezTo>
                    <a:pt x="0" y="12488"/>
                    <a:pt x="844" y="12251"/>
                    <a:pt x="1957" y="11954"/>
                  </a:cubicBezTo>
                  <a:cubicBezTo>
                    <a:pt x="3584" y="11518"/>
                    <a:pt x="5788" y="10956"/>
                    <a:pt x="6808" y="10818"/>
                  </a:cubicBezTo>
                  <a:cubicBezTo>
                    <a:pt x="6884" y="10808"/>
                    <a:pt x="6958" y="10799"/>
                    <a:pt x="7030" y="10790"/>
                  </a:cubicBezTo>
                  <a:cubicBezTo>
                    <a:pt x="7500" y="10734"/>
                    <a:pt x="7877" y="10714"/>
                    <a:pt x="8175" y="10714"/>
                  </a:cubicBezTo>
                  <a:cubicBezTo>
                    <a:pt x="8862" y="10714"/>
                    <a:pt x="9129" y="10818"/>
                    <a:pt x="9129" y="10818"/>
                  </a:cubicBezTo>
                  <a:cubicBezTo>
                    <a:pt x="9129" y="10818"/>
                    <a:pt x="8428" y="4063"/>
                    <a:pt x="81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p:cNvSpPr/>
            <p:nvPr/>
          </p:nvSpPr>
          <p:spPr>
            <a:xfrm>
              <a:off x="2413192" y="4052306"/>
              <a:ext cx="629942" cy="835957"/>
            </a:xfrm>
            <a:custGeom>
              <a:avLst/>
              <a:gdLst/>
              <a:ahLst/>
              <a:cxnLst/>
              <a:rect l="l" t="t" r="r" b="b"/>
              <a:pathLst>
                <a:path w="5072" h="6731" extrusionOk="0">
                  <a:moveTo>
                    <a:pt x="3523" y="0"/>
                  </a:moveTo>
                  <a:lnTo>
                    <a:pt x="758" y="817"/>
                  </a:lnTo>
                  <a:lnTo>
                    <a:pt x="0" y="6731"/>
                  </a:lnTo>
                  <a:cubicBezTo>
                    <a:pt x="1625" y="6295"/>
                    <a:pt x="3829" y="5733"/>
                    <a:pt x="4849" y="5593"/>
                  </a:cubicBezTo>
                  <a:cubicBezTo>
                    <a:pt x="4925" y="5585"/>
                    <a:pt x="4999" y="5576"/>
                    <a:pt x="5072" y="5567"/>
                  </a:cubicBezTo>
                  <a:cubicBezTo>
                    <a:pt x="4222" y="3276"/>
                    <a:pt x="3523" y="0"/>
                    <a:pt x="35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p:cNvSpPr/>
            <p:nvPr/>
          </p:nvSpPr>
          <p:spPr>
            <a:xfrm>
              <a:off x="1794547" y="4800841"/>
              <a:ext cx="1101654" cy="328993"/>
            </a:xfrm>
            <a:custGeom>
              <a:avLst/>
              <a:gdLst/>
              <a:ahLst/>
              <a:cxnLst/>
              <a:rect l="l" t="t" r="r" b="b"/>
              <a:pathLst>
                <a:path w="8870" h="2649" extrusionOk="0">
                  <a:moveTo>
                    <a:pt x="7174" y="1"/>
                  </a:moveTo>
                  <a:cubicBezTo>
                    <a:pt x="5902" y="1"/>
                    <a:pt x="3716" y="414"/>
                    <a:pt x="0" y="1986"/>
                  </a:cubicBezTo>
                  <a:cubicBezTo>
                    <a:pt x="0" y="1986"/>
                    <a:pt x="1066" y="2649"/>
                    <a:pt x="2895" y="2649"/>
                  </a:cubicBezTo>
                  <a:cubicBezTo>
                    <a:pt x="4417" y="2649"/>
                    <a:pt x="6467" y="2189"/>
                    <a:pt x="8870" y="506"/>
                  </a:cubicBezTo>
                  <a:cubicBezTo>
                    <a:pt x="8869" y="506"/>
                    <a:pt x="8581" y="1"/>
                    <a:pt x="71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p:cNvSpPr/>
            <p:nvPr/>
          </p:nvSpPr>
          <p:spPr>
            <a:xfrm>
              <a:off x="1919121" y="4142101"/>
              <a:ext cx="862072" cy="3919718"/>
            </a:xfrm>
            <a:custGeom>
              <a:avLst/>
              <a:gdLst/>
              <a:ahLst/>
              <a:cxnLst/>
              <a:rect l="l" t="t" r="r" b="b"/>
              <a:pathLst>
                <a:path w="6941" h="31561" extrusionOk="0">
                  <a:moveTo>
                    <a:pt x="417" y="1"/>
                  </a:moveTo>
                  <a:cubicBezTo>
                    <a:pt x="414" y="1473"/>
                    <a:pt x="394" y="8221"/>
                    <a:pt x="297" y="10855"/>
                  </a:cubicBezTo>
                  <a:cubicBezTo>
                    <a:pt x="237" y="12535"/>
                    <a:pt x="188" y="26326"/>
                    <a:pt x="119" y="27687"/>
                  </a:cubicBezTo>
                  <a:cubicBezTo>
                    <a:pt x="1" y="30049"/>
                    <a:pt x="299" y="31287"/>
                    <a:pt x="957" y="31472"/>
                  </a:cubicBezTo>
                  <a:cubicBezTo>
                    <a:pt x="1174" y="31532"/>
                    <a:pt x="1374" y="31561"/>
                    <a:pt x="1558" y="31561"/>
                  </a:cubicBezTo>
                  <a:cubicBezTo>
                    <a:pt x="2573" y="31561"/>
                    <a:pt x="3095" y="30707"/>
                    <a:pt x="3110" y="29729"/>
                  </a:cubicBezTo>
                  <a:cubicBezTo>
                    <a:pt x="3130" y="28574"/>
                    <a:pt x="5717" y="13404"/>
                    <a:pt x="5541" y="11840"/>
                  </a:cubicBezTo>
                  <a:cubicBezTo>
                    <a:pt x="5366" y="10276"/>
                    <a:pt x="6940" y="7124"/>
                    <a:pt x="6856" y="417"/>
                  </a:cubicBezTo>
                  <a:lnTo>
                    <a:pt x="417"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p:cNvSpPr/>
            <p:nvPr/>
          </p:nvSpPr>
          <p:spPr>
            <a:xfrm>
              <a:off x="1155906" y="7612536"/>
              <a:ext cx="1199524" cy="684811"/>
            </a:xfrm>
            <a:custGeom>
              <a:avLst/>
              <a:gdLst/>
              <a:ahLst/>
              <a:cxnLst/>
              <a:rect l="l" t="t" r="r" b="b"/>
              <a:pathLst>
                <a:path w="9658" h="5514" extrusionOk="0">
                  <a:moveTo>
                    <a:pt x="5842" y="1"/>
                  </a:moveTo>
                  <a:cubicBezTo>
                    <a:pt x="5842" y="1"/>
                    <a:pt x="5562" y="1164"/>
                    <a:pt x="4949" y="2104"/>
                  </a:cubicBezTo>
                  <a:cubicBezTo>
                    <a:pt x="4336" y="3044"/>
                    <a:pt x="2099" y="3367"/>
                    <a:pt x="1051" y="3527"/>
                  </a:cubicBezTo>
                  <a:cubicBezTo>
                    <a:pt x="1" y="3689"/>
                    <a:pt x="1" y="5514"/>
                    <a:pt x="1" y="5514"/>
                  </a:cubicBezTo>
                  <a:lnTo>
                    <a:pt x="9458" y="5514"/>
                  </a:lnTo>
                  <a:lnTo>
                    <a:pt x="9658" y="319"/>
                  </a:lnTo>
                  <a:lnTo>
                    <a:pt x="58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p:cNvSpPr/>
            <p:nvPr/>
          </p:nvSpPr>
          <p:spPr>
            <a:xfrm>
              <a:off x="1609861" y="7709782"/>
              <a:ext cx="342419" cy="303284"/>
            </a:xfrm>
            <a:custGeom>
              <a:avLst/>
              <a:gdLst/>
              <a:ahLst/>
              <a:cxnLst/>
              <a:rect l="l" t="t" r="r" b="b"/>
              <a:pathLst>
                <a:path w="2757" h="2442" fill="none" extrusionOk="0">
                  <a:moveTo>
                    <a:pt x="2756" y="426"/>
                  </a:moveTo>
                  <a:lnTo>
                    <a:pt x="1213" y="0"/>
                  </a:lnTo>
                  <a:lnTo>
                    <a:pt x="2344" y="1495"/>
                  </a:lnTo>
                  <a:lnTo>
                    <a:pt x="727" y="1043"/>
                  </a:lnTo>
                  <a:lnTo>
                    <a:pt x="1635" y="2442"/>
                  </a:lnTo>
                  <a:lnTo>
                    <a:pt x="0" y="1782"/>
                  </a:ln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p:cNvSpPr/>
            <p:nvPr/>
          </p:nvSpPr>
          <p:spPr>
            <a:xfrm>
              <a:off x="1794299" y="3444362"/>
              <a:ext cx="1212192" cy="1603109"/>
            </a:xfrm>
            <a:custGeom>
              <a:avLst/>
              <a:gdLst/>
              <a:ahLst/>
              <a:cxnLst/>
              <a:rect l="l" t="t" r="r" b="b"/>
              <a:pathLst>
                <a:path w="9760" h="12908" extrusionOk="0">
                  <a:moveTo>
                    <a:pt x="9760" y="0"/>
                  </a:moveTo>
                  <a:lnTo>
                    <a:pt x="1049" y="2160"/>
                  </a:lnTo>
                  <a:cubicBezTo>
                    <a:pt x="1049" y="2160"/>
                    <a:pt x="732" y="4865"/>
                    <a:pt x="973" y="6455"/>
                  </a:cubicBezTo>
                  <a:cubicBezTo>
                    <a:pt x="1215" y="8045"/>
                    <a:pt x="696" y="10914"/>
                    <a:pt x="438" y="11465"/>
                  </a:cubicBezTo>
                  <a:cubicBezTo>
                    <a:pt x="109" y="12176"/>
                    <a:pt x="1" y="12908"/>
                    <a:pt x="1" y="12908"/>
                  </a:cubicBezTo>
                  <a:cubicBezTo>
                    <a:pt x="1" y="12908"/>
                    <a:pt x="5086" y="11471"/>
                    <a:pt x="6805" y="11236"/>
                  </a:cubicBezTo>
                  <a:cubicBezTo>
                    <a:pt x="7177" y="11185"/>
                    <a:pt x="7485" y="11165"/>
                    <a:pt x="7739" y="11165"/>
                  </a:cubicBezTo>
                  <a:cubicBezTo>
                    <a:pt x="8658" y="11165"/>
                    <a:pt x="8870" y="11427"/>
                    <a:pt x="8870" y="11427"/>
                  </a:cubicBezTo>
                  <a:cubicBezTo>
                    <a:pt x="8870" y="11427"/>
                    <a:pt x="8494" y="8680"/>
                    <a:pt x="8506" y="4891"/>
                  </a:cubicBezTo>
                  <a:cubicBezTo>
                    <a:pt x="8509" y="3577"/>
                    <a:pt x="8933" y="1468"/>
                    <a:pt x="97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p:cNvSpPr/>
            <p:nvPr/>
          </p:nvSpPr>
          <p:spPr>
            <a:xfrm>
              <a:off x="2067044" y="3674127"/>
              <a:ext cx="240575" cy="465731"/>
            </a:xfrm>
            <a:custGeom>
              <a:avLst/>
              <a:gdLst/>
              <a:ahLst/>
              <a:cxnLst/>
              <a:rect l="l" t="t" r="r" b="b"/>
              <a:pathLst>
                <a:path w="1937" h="3750" fill="none" extrusionOk="0">
                  <a:moveTo>
                    <a:pt x="0" y="3749"/>
                  </a:moveTo>
                  <a:cubicBezTo>
                    <a:pt x="0" y="3749"/>
                    <a:pt x="1936" y="2783"/>
                    <a:pt x="1736" y="0"/>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p:cNvSpPr/>
            <p:nvPr/>
          </p:nvSpPr>
          <p:spPr>
            <a:xfrm>
              <a:off x="2883541" y="3507454"/>
              <a:ext cx="69428" cy="430087"/>
            </a:xfrm>
            <a:custGeom>
              <a:avLst/>
              <a:gdLst/>
              <a:ahLst/>
              <a:cxnLst/>
              <a:rect l="l" t="t" r="r" b="b"/>
              <a:pathLst>
                <a:path w="559" h="3463" fill="none" extrusionOk="0">
                  <a:moveTo>
                    <a:pt x="256" y="0"/>
                  </a:moveTo>
                  <a:cubicBezTo>
                    <a:pt x="558" y="1141"/>
                    <a:pt x="468" y="2380"/>
                    <a:pt x="1" y="3462"/>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p:cNvSpPr/>
            <p:nvPr/>
          </p:nvSpPr>
          <p:spPr>
            <a:xfrm>
              <a:off x="1978613" y="3674127"/>
              <a:ext cx="121343" cy="1330501"/>
            </a:xfrm>
            <a:custGeom>
              <a:avLst/>
              <a:gdLst/>
              <a:ahLst/>
              <a:cxnLst/>
              <a:rect l="l" t="t" r="r" b="b"/>
              <a:pathLst>
                <a:path w="977" h="10713" fill="none" extrusionOk="0">
                  <a:moveTo>
                    <a:pt x="1" y="10712"/>
                  </a:moveTo>
                  <a:cubicBezTo>
                    <a:pt x="491" y="9163"/>
                    <a:pt x="976" y="7577"/>
                    <a:pt x="949" y="5952"/>
                  </a:cubicBezTo>
                  <a:cubicBezTo>
                    <a:pt x="915" y="3951"/>
                    <a:pt x="109" y="1905"/>
                    <a:pt x="727" y="0"/>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p:cNvSpPr/>
            <p:nvPr/>
          </p:nvSpPr>
          <p:spPr>
            <a:xfrm>
              <a:off x="1848823" y="4601505"/>
              <a:ext cx="1026265" cy="267019"/>
            </a:xfrm>
            <a:custGeom>
              <a:avLst/>
              <a:gdLst/>
              <a:ahLst/>
              <a:cxnLst/>
              <a:rect l="l" t="t" r="r" b="b"/>
              <a:pathLst>
                <a:path w="8263" h="2150" fill="none" extrusionOk="0">
                  <a:moveTo>
                    <a:pt x="1" y="2150"/>
                  </a:moveTo>
                  <a:cubicBezTo>
                    <a:pt x="1" y="2150"/>
                    <a:pt x="5890" y="0"/>
                    <a:pt x="8262" y="490"/>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p:cNvSpPr/>
            <p:nvPr/>
          </p:nvSpPr>
          <p:spPr>
            <a:xfrm>
              <a:off x="1546145" y="2051245"/>
              <a:ext cx="1732093" cy="1849760"/>
            </a:xfrm>
            <a:custGeom>
              <a:avLst/>
              <a:gdLst/>
              <a:ahLst/>
              <a:cxnLst/>
              <a:rect l="l" t="t" r="r" b="b"/>
              <a:pathLst>
                <a:path w="13946" h="14894" extrusionOk="0">
                  <a:moveTo>
                    <a:pt x="5395" y="1"/>
                  </a:moveTo>
                  <a:lnTo>
                    <a:pt x="676" y="2128"/>
                  </a:lnTo>
                  <a:cubicBezTo>
                    <a:pt x="0" y="2334"/>
                    <a:pt x="2436" y="13377"/>
                    <a:pt x="2436" y="13377"/>
                  </a:cubicBezTo>
                  <a:cubicBezTo>
                    <a:pt x="2436" y="13377"/>
                    <a:pt x="2286" y="14518"/>
                    <a:pt x="2436" y="14894"/>
                  </a:cubicBezTo>
                  <a:cubicBezTo>
                    <a:pt x="2436" y="14894"/>
                    <a:pt x="9825" y="12541"/>
                    <a:pt x="11362" y="12046"/>
                  </a:cubicBezTo>
                  <a:cubicBezTo>
                    <a:pt x="12033" y="11829"/>
                    <a:pt x="12611" y="11768"/>
                    <a:pt x="13049" y="11768"/>
                  </a:cubicBezTo>
                  <a:cubicBezTo>
                    <a:pt x="13613" y="11768"/>
                    <a:pt x="13946" y="11869"/>
                    <a:pt x="13946" y="11869"/>
                  </a:cubicBezTo>
                  <a:cubicBezTo>
                    <a:pt x="13946" y="11869"/>
                    <a:pt x="13870" y="11073"/>
                    <a:pt x="13270" y="10387"/>
                  </a:cubicBezTo>
                  <a:cubicBezTo>
                    <a:pt x="12668" y="9703"/>
                    <a:pt x="11028" y="1545"/>
                    <a:pt x="11058" y="1181"/>
                  </a:cubicBezTo>
                  <a:cubicBezTo>
                    <a:pt x="11088" y="816"/>
                    <a:pt x="7730" y="164"/>
                    <a:pt x="7730" y="164"/>
                  </a:cubicBezTo>
                  <a:lnTo>
                    <a:pt x="53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p:cNvSpPr/>
            <p:nvPr/>
          </p:nvSpPr>
          <p:spPr>
            <a:xfrm>
              <a:off x="2112253" y="1924068"/>
              <a:ext cx="488975" cy="339177"/>
            </a:xfrm>
            <a:custGeom>
              <a:avLst/>
              <a:gdLst/>
              <a:ahLst/>
              <a:cxnLst/>
              <a:rect l="l" t="t" r="r" b="b"/>
              <a:pathLst>
                <a:path w="3937" h="2731" extrusionOk="0">
                  <a:moveTo>
                    <a:pt x="896" y="0"/>
                  </a:moveTo>
                  <a:lnTo>
                    <a:pt x="1" y="922"/>
                  </a:lnTo>
                  <a:lnTo>
                    <a:pt x="701" y="2731"/>
                  </a:lnTo>
                  <a:lnTo>
                    <a:pt x="1445" y="1864"/>
                  </a:lnTo>
                  <a:lnTo>
                    <a:pt x="2453" y="2457"/>
                  </a:lnTo>
                  <a:lnTo>
                    <a:pt x="2797" y="1804"/>
                  </a:lnTo>
                  <a:lnTo>
                    <a:pt x="3937" y="2328"/>
                  </a:lnTo>
                  <a:lnTo>
                    <a:pt x="3937" y="721"/>
                  </a:lnTo>
                  <a:lnTo>
                    <a:pt x="3086" y="270"/>
                  </a:lnTo>
                  <a:lnTo>
                    <a:pt x="8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p:cNvSpPr/>
            <p:nvPr/>
          </p:nvSpPr>
          <p:spPr>
            <a:xfrm>
              <a:off x="2796476" y="3153245"/>
              <a:ext cx="407128" cy="191260"/>
            </a:xfrm>
            <a:custGeom>
              <a:avLst/>
              <a:gdLst/>
              <a:ahLst/>
              <a:cxnLst/>
              <a:rect l="l" t="t" r="r" b="b"/>
              <a:pathLst>
                <a:path w="3278" h="1540" fill="none" extrusionOk="0">
                  <a:moveTo>
                    <a:pt x="566" y="46"/>
                  </a:moveTo>
                  <a:cubicBezTo>
                    <a:pt x="407" y="5"/>
                    <a:pt x="236" y="0"/>
                    <a:pt x="75" y="39"/>
                  </a:cubicBezTo>
                  <a:cubicBezTo>
                    <a:pt x="1" y="224"/>
                    <a:pt x="213" y="393"/>
                    <a:pt x="395" y="473"/>
                  </a:cubicBezTo>
                  <a:cubicBezTo>
                    <a:pt x="1341" y="879"/>
                    <a:pt x="2434" y="949"/>
                    <a:pt x="3277" y="1539"/>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p:cNvSpPr/>
            <p:nvPr/>
          </p:nvSpPr>
          <p:spPr>
            <a:xfrm>
              <a:off x="1852673" y="3573527"/>
              <a:ext cx="382412" cy="141334"/>
            </a:xfrm>
            <a:custGeom>
              <a:avLst/>
              <a:gdLst/>
              <a:ahLst/>
              <a:cxnLst/>
              <a:rect l="l" t="t" r="r" b="b"/>
              <a:pathLst>
                <a:path w="3079" h="1138" fill="none" extrusionOk="0">
                  <a:moveTo>
                    <a:pt x="3078" y="1"/>
                  </a:moveTo>
                  <a:cubicBezTo>
                    <a:pt x="1995" y="190"/>
                    <a:pt x="948" y="579"/>
                    <a:pt x="1" y="1138"/>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p:cNvSpPr/>
            <p:nvPr/>
          </p:nvSpPr>
          <p:spPr>
            <a:xfrm>
              <a:off x="2416794" y="2229095"/>
              <a:ext cx="42849" cy="146550"/>
            </a:xfrm>
            <a:custGeom>
              <a:avLst/>
              <a:gdLst/>
              <a:ahLst/>
              <a:cxnLst/>
              <a:rect l="l" t="t" r="r" b="b"/>
              <a:pathLst>
                <a:path w="345" h="1180" fill="none" extrusionOk="0">
                  <a:moveTo>
                    <a:pt x="1" y="1"/>
                  </a:moveTo>
                  <a:cubicBezTo>
                    <a:pt x="1" y="1"/>
                    <a:pt x="263" y="657"/>
                    <a:pt x="345" y="1179"/>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p:cNvSpPr/>
            <p:nvPr/>
          </p:nvSpPr>
          <p:spPr>
            <a:xfrm>
              <a:off x="1216516" y="2747742"/>
              <a:ext cx="557285" cy="965492"/>
            </a:xfrm>
            <a:custGeom>
              <a:avLst/>
              <a:gdLst/>
              <a:ahLst/>
              <a:cxnLst/>
              <a:rect l="l" t="t" r="r" b="b"/>
              <a:pathLst>
                <a:path w="4487" h="7774" extrusionOk="0">
                  <a:moveTo>
                    <a:pt x="1188" y="1"/>
                  </a:moveTo>
                  <a:cubicBezTo>
                    <a:pt x="1188" y="1"/>
                    <a:pt x="1" y="6150"/>
                    <a:pt x="145" y="7459"/>
                  </a:cubicBezTo>
                  <a:cubicBezTo>
                    <a:pt x="169" y="7678"/>
                    <a:pt x="279" y="7774"/>
                    <a:pt x="447" y="7774"/>
                  </a:cubicBezTo>
                  <a:cubicBezTo>
                    <a:pt x="1282" y="7774"/>
                    <a:pt x="3551" y="5419"/>
                    <a:pt x="3886" y="4183"/>
                  </a:cubicBezTo>
                  <a:cubicBezTo>
                    <a:pt x="4291" y="2696"/>
                    <a:pt x="4487" y="597"/>
                    <a:pt x="4487" y="597"/>
                  </a:cubicBezTo>
                  <a:lnTo>
                    <a:pt x="1188"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9"/>
            <p:cNvSpPr/>
            <p:nvPr/>
          </p:nvSpPr>
          <p:spPr>
            <a:xfrm>
              <a:off x="1179753" y="2312183"/>
              <a:ext cx="614914" cy="871476"/>
            </a:xfrm>
            <a:custGeom>
              <a:avLst/>
              <a:gdLst/>
              <a:ahLst/>
              <a:cxnLst/>
              <a:rect l="l" t="t" r="r" b="b"/>
              <a:pathLst>
                <a:path w="4951" h="7017" extrusionOk="0">
                  <a:moveTo>
                    <a:pt x="3739" y="1"/>
                  </a:moveTo>
                  <a:cubicBezTo>
                    <a:pt x="3703" y="1"/>
                    <a:pt x="3665" y="10"/>
                    <a:pt x="3626" y="28"/>
                  </a:cubicBezTo>
                  <a:cubicBezTo>
                    <a:pt x="2188" y="725"/>
                    <a:pt x="1349" y="1450"/>
                    <a:pt x="1170" y="2863"/>
                  </a:cubicBezTo>
                  <a:cubicBezTo>
                    <a:pt x="989" y="4274"/>
                    <a:pt x="135" y="5815"/>
                    <a:pt x="0" y="6550"/>
                  </a:cubicBezTo>
                  <a:cubicBezTo>
                    <a:pt x="0" y="6550"/>
                    <a:pt x="494" y="6172"/>
                    <a:pt x="1604" y="6172"/>
                  </a:cubicBezTo>
                  <a:cubicBezTo>
                    <a:pt x="2393" y="6172"/>
                    <a:pt x="3494" y="6363"/>
                    <a:pt x="4950" y="7017"/>
                  </a:cubicBezTo>
                  <a:cubicBezTo>
                    <a:pt x="4950" y="7015"/>
                    <a:pt x="4758" y="1"/>
                    <a:pt x="3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9"/>
            <p:cNvSpPr/>
            <p:nvPr/>
          </p:nvSpPr>
          <p:spPr>
            <a:xfrm>
              <a:off x="1213784" y="2952170"/>
              <a:ext cx="618019" cy="119227"/>
            </a:xfrm>
            <a:custGeom>
              <a:avLst/>
              <a:gdLst/>
              <a:ahLst/>
              <a:cxnLst/>
              <a:rect l="l" t="t" r="r" b="b"/>
              <a:pathLst>
                <a:path w="4976" h="960" fill="none" extrusionOk="0">
                  <a:moveTo>
                    <a:pt x="0" y="550"/>
                  </a:moveTo>
                  <a:cubicBezTo>
                    <a:pt x="776" y="156"/>
                    <a:pt x="1645" y="0"/>
                    <a:pt x="2500" y="150"/>
                  </a:cubicBezTo>
                  <a:cubicBezTo>
                    <a:pt x="3355" y="300"/>
                    <a:pt x="4169" y="632"/>
                    <a:pt x="4976" y="960"/>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9"/>
            <p:cNvSpPr/>
            <p:nvPr/>
          </p:nvSpPr>
          <p:spPr>
            <a:xfrm>
              <a:off x="1708103" y="2393905"/>
              <a:ext cx="127181" cy="830244"/>
            </a:xfrm>
            <a:custGeom>
              <a:avLst/>
              <a:gdLst/>
              <a:ahLst/>
              <a:cxnLst/>
              <a:rect l="l" t="t" r="r" b="b"/>
              <a:pathLst>
                <a:path w="1024" h="6685" fill="none" extrusionOk="0">
                  <a:moveTo>
                    <a:pt x="1" y="1"/>
                  </a:moveTo>
                  <a:cubicBezTo>
                    <a:pt x="498" y="359"/>
                    <a:pt x="787" y="949"/>
                    <a:pt x="905" y="1550"/>
                  </a:cubicBezTo>
                  <a:cubicBezTo>
                    <a:pt x="1024" y="2150"/>
                    <a:pt x="990" y="2771"/>
                    <a:pt x="956" y="3384"/>
                  </a:cubicBezTo>
                  <a:cubicBezTo>
                    <a:pt x="893" y="4484"/>
                    <a:pt x="831" y="5585"/>
                    <a:pt x="770" y="6685"/>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9"/>
            <p:cNvSpPr/>
            <p:nvPr/>
          </p:nvSpPr>
          <p:spPr>
            <a:xfrm>
              <a:off x="1843482" y="2595973"/>
              <a:ext cx="395329" cy="359545"/>
            </a:xfrm>
            <a:custGeom>
              <a:avLst/>
              <a:gdLst/>
              <a:ahLst/>
              <a:cxnLst/>
              <a:rect l="l" t="t" r="r" b="b"/>
              <a:pathLst>
                <a:path w="3183" h="2895" extrusionOk="0">
                  <a:moveTo>
                    <a:pt x="3038" y="0"/>
                  </a:moveTo>
                  <a:cubicBezTo>
                    <a:pt x="3028" y="0"/>
                    <a:pt x="3018" y="2"/>
                    <a:pt x="3007" y="4"/>
                  </a:cubicBezTo>
                  <a:cubicBezTo>
                    <a:pt x="2828" y="49"/>
                    <a:pt x="1434" y="723"/>
                    <a:pt x="1434" y="723"/>
                  </a:cubicBezTo>
                  <a:cubicBezTo>
                    <a:pt x="1434" y="723"/>
                    <a:pt x="1255" y="694"/>
                    <a:pt x="1102" y="694"/>
                  </a:cubicBezTo>
                  <a:cubicBezTo>
                    <a:pt x="1026" y="694"/>
                    <a:pt x="956" y="701"/>
                    <a:pt x="918" y="723"/>
                  </a:cubicBezTo>
                  <a:cubicBezTo>
                    <a:pt x="804" y="793"/>
                    <a:pt x="423" y="1331"/>
                    <a:pt x="310" y="1512"/>
                  </a:cubicBezTo>
                  <a:cubicBezTo>
                    <a:pt x="199" y="1691"/>
                    <a:pt x="1" y="2397"/>
                    <a:pt x="1" y="2397"/>
                  </a:cubicBezTo>
                  <a:lnTo>
                    <a:pt x="1465" y="2894"/>
                  </a:lnTo>
                  <a:cubicBezTo>
                    <a:pt x="1465" y="2894"/>
                    <a:pt x="1472" y="2894"/>
                    <a:pt x="1485" y="2894"/>
                  </a:cubicBezTo>
                  <a:cubicBezTo>
                    <a:pt x="1553" y="2894"/>
                    <a:pt x="1787" y="2879"/>
                    <a:pt x="2162" y="2692"/>
                  </a:cubicBezTo>
                  <a:cubicBezTo>
                    <a:pt x="2613" y="2467"/>
                    <a:pt x="2669" y="2006"/>
                    <a:pt x="2669" y="1871"/>
                  </a:cubicBezTo>
                  <a:cubicBezTo>
                    <a:pt x="2669" y="1736"/>
                    <a:pt x="2488" y="1669"/>
                    <a:pt x="2488" y="1669"/>
                  </a:cubicBezTo>
                  <a:cubicBezTo>
                    <a:pt x="2488" y="1669"/>
                    <a:pt x="2691" y="1512"/>
                    <a:pt x="2669" y="1396"/>
                  </a:cubicBezTo>
                  <a:cubicBezTo>
                    <a:pt x="2647" y="1282"/>
                    <a:pt x="2467" y="1196"/>
                    <a:pt x="2467" y="1196"/>
                  </a:cubicBezTo>
                  <a:cubicBezTo>
                    <a:pt x="2467" y="1196"/>
                    <a:pt x="2580" y="1152"/>
                    <a:pt x="2624" y="1017"/>
                  </a:cubicBezTo>
                  <a:cubicBezTo>
                    <a:pt x="2670" y="883"/>
                    <a:pt x="2399" y="771"/>
                    <a:pt x="2399" y="771"/>
                  </a:cubicBezTo>
                  <a:cubicBezTo>
                    <a:pt x="2399" y="771"/>
                    <a:pt x="2872" y="568"/>
                    <a:pt x="3007" y="433"/>
                  </a:cubicBezTo>
                  <a:cubicBezTo>
                    <a:pt x="3135" y="306"/>
                    <a:pt x="3182" y="0"/>
                    <a:pt x="3038"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9"/>
            <p:cNvSpPr/>
            <p:nvPr/>
          </p:nvSpPr>
          <p:spPr>
            <a:xfrm>
              <a:off x="1176524" y="2893549"/>
              <a:ext cx="849404" cy="980768"/>
            </a:xfrm>
            <a:custGeom>
              <a:avLst/>
              <a:gdLst/>
              <a:ahLst/>
              <a:cxnLst/>
              <a:rect l="l" t="t" r="r" b="b"/>
              <a:pathLst>
                <a:path w="6839" h="7897" extrusionOk="0">
                  <a:moveTo>
                    <a:pt x="5371" y="1"/>
                  </a:moveTo>
                  <a:cubicBezTo>
                    <a:pt x="5371" y="1"/>
                    <a:pt x="1464" y="4663"/>
                    <a:pt x="656" y="5679"/>
                  </a:cubicBezTo>
                  <a:cubicBezTo>
                    <a:pt x="1" y="6501"/>
                    <a:pt x="1155" y="7896"/>
                    <a:pt x="2264" y="7896"/>
                  </a:cubicBezTo>
                  <a:cubicBezTo>
                    <a:pt x="2524" y="7896"/>
                    <a:pt x="2782" y="7819"/>
                    <a:pt x="3013" y="7640"/>
                  </a:cubicBezTo>
                  <a:cubicBezTo>
                    <a:pt x="4231" y="6694"/>
                    <a:pt x="6838" y="499"/>
                    <a:pt x="6838" y="499"/>
                  </a:cubicBezTo>
                  <a:lnTo>
                    <a:pt x="5371"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9"/>
            <p:cNvSpPr/>
            <p:nvPr/>
          </p:nvSpPr>
          <p:spPr>
            <a:xfrm>
              <a:off x="1418219" y="3125425"/>
              <a:ext cx="231509" cy="278321"/>
            </a:xfrm>
            <a:custGeom>
              <a:avLst/>
              <a:gdLst/>
              <a:ahLst/>
              <a:cxnLst/>
              <a:rect l="l" t="t" r="r" b="b"/>
              <a:pathLst>
                <a:path w="1864" h="2241" fill="none" extrusionOk="0">
                  <a:moveTo>
                    <a:pt x="1863" y="0"/>
                  </a:moveTo>
                  <a:cubicBezTo>
                    <a:pt x="1863" y="0"/>
                    <a:pt x="1290" y="667"/>
                    <a:pt x="0" y="2240"/>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9"/>
            <p:cNvSpPr/>
            <p:nvPr/>
          </p:nvSpPr>
          <p:spPr>
            <a:xfrm>
              <a:off x="1994511" y="1103250"/>
              <a:ext cx="792769" cy="775225"/>
            </a:xfrm>
            <a:custGeom>
              <a:avLst/>
              <a:gdLst/>
              <a:ahLst/>
              <a:cxnLst/>
              <a:rect l="l" t="t" r="r" b="b"/>
              <a:pathLst>
                <a:path w="6383" h="6242" extrusionOk="0">
                  <a:moveTo>
                    <a:pt x="4440" y="0"/>
                  </a:moveTo>
                  <a:cubicBezTo>
                    <a:pt x="4440" y="0"/>
                    <a:pt x="4442" y="427"/>
                    <a:pt x="4231" y="764"/>
                  </a:cubicBezTo>
                  <a:cubicBezTo>
                    <a:pt x="4019" y="1102"/>
                    <a:pt x="910" y="1318"/>
                    <a:pt x="719" y="1977"/>
                  </a:cubicBezTo>
                  <a:cubicBezTo>
                    <a:pt x="528" y="2633"/>
                    <a:pt x="0" y="4691"/>
                    <a:pt x="816" y="5509"/>
                  </a:cubicBezTo>
                  <a:cubicBezTo>
                    <a:pt x="1484" y="6181"/>
                    <a:pt x="1762" y="6242"/>
                    <a:pt x="1841" y="6242"/>
                  </a:cubicBezTo>
                  <a:cubicBezTo>
                    <a:pt x="1859" y="6242"/>
                    <a:pt x="1867" y="6239"/>
                    <a:pt x="1867" y="6239"/>
                  </a:cubicBezTo>
                  <a:cubicBezTo>
                    <a:pt x="1867" y="6239"/>
                    <a:pt x="3438" y="3671"/>
                    <a:pt x="4909" y="3506"/>
                  </a:cubicBezTo>
                  <a:cubicBezTo>
                    <a:pt x="6382" y="3342"/>
                    <a:pt x="5976" y="1013"/>
                    <a:pt x="5976" y="1013"/>
                  </a:cubicBezTo>
                  <a:lnTo>
                    <a:pt x="5976" y="1013"/>
                  </a:lnTo>
                  <a:cubicBezTo>
                    <a:pt x="5880" y="1215"/>
                    <a:pt x="5703" y="1283"/>
                    <a:pt x="5703" y="1283"/>
                  </a:cubicBezTo>
                  <a:cubicBezTo>
                    <a:pt x="5871" y="92"/>
                    <a:pt x="4440" y="0"/>
                    <a:pt x="44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9"/>
            <p:cNvSpPr/>
            <p:nvPr/>
          </p:nvSpPr>
          <p:spPr>
            <a:xfrm>
              <a:off x="2216209" y="1735288"/>
              <a:ext cx="290007" cy="400280"/>
            </a:xfrm>
            <a:custGeom>
              <a:avLst/>
              <a:gdLst/>
              <a:ahLst/>
              <a:cxnLst/>
              <a:rect l="l" t="t" r="r" b="b"/>
              <a:pathLst>
                <a:path w="2335" h="3223" extrusionOk="0">
                  <a:moveTo>
                    <a:pt x="150" y="1"/>
                  </a:moveTo>
                  <a:lnTo>
                    <a:pt x="0" y="2545"/>
                  </a:lnTo>
                  <a:cubicBezTo>
                    <a:pt x="0" y="2545"/>
                    <a:pt x="633" y="3223"/>
                    <a:pt x="1361" y="3223"/>
                  </a:cubicBezTo>
                  <a:cubicBezTo>
                    <a:pt x="1682" y="3223"/>
                    <a:pt x="2022" y="3091"/>
                    <a:pt x="2335" y="2709"/>
                  </a:cubicBezTo>
                  <a:lnTo>
                    <a:pt x="2335" y="105"/>
                  </a:lnTo>
                  <a:lnTo>
                    <a:pt x="150"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9"/>
            <p:cNvSpPr/>
            <p:nvPr/>
          </p:nvSpPr>
          <p:spPr>
            <a:xfrm>
              <a:off x="2291599" y="1829057"/>
              <a:ext cx="214618" cy="245037"/>
            </a:xfrm>
            <a:custGeom>
              <a:avLst/>
              <a:gdLst/>
              <a:ahLst/>
              <a:cxnLst/>
              <a:rect l="l" t="t" r="r" b="b"/>
              <a:pathLst>
                <a:path w="1728" h="1973" extrusionOk="0">
                  <a:moveTo>
                    <a:pt x="1" y="0"/>
                  </a:moveTo>
                  <a:cubicBezTo>
                    <a:pt x="1" y="0"/>
                    <a:pt x="1" y="1973"/>
                    <a:pt x="1470" y="1973"/>
                  </a:cubicBezTo>
                  <a:cubicBezTo>
                    <a:pt x="1552" y="1973"/>
                    <a:pt x="1637" y="1967"/>
                    <a:pt x="1728" y="1954"/>
                  </a:cubicBezTo>
                  <a:lnTo>
                    <a:pt x="1728" y="113"/>
                  </a:lnTo>
                  <a:lnTo>
                    <a:pt x="1" y="0"/>
                  </a:lnTo>
                  <a:close/>
                </a:path>
              </a:pathLst>
            </a:custGeom>
            <a:solidFill>
              <a:srgbClr val="332C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9"/>
            <p:cNvSpPr/>
            <p:nvPr/>
          </p:nvSpPr>
          <p:spPr>
            <a:xfrm>
              <a:off x="2209378" y="1390145"/>
              <a:ext cx="501395" cy="600607"/>
            </a:xfrm>
            <a:custGeom>
              <a:avLst/>
              <a:gdLst/>
              <a:ahLst/>
              <a:cxnLst/>
              <a:rect l="l" t="t" r="r" b="b"/>
              <a:pathLst>
                <a:path w="4037" h="4836" extrusionOk="0">
                  <a:moveTo>
                    <a:pt x="2045" y="0"/>
                  </a:moveTo>
                  <a:cubicBezTo>
                    <a:pt x="1190" y="0"/>
                    <a:pt x="198" y="330"/>
                    <a:pt x="108" y="897"/>
                  </a:cubicBezTo>
                  <a:cubicBezTo>
                    <a:pt x="0" y="1582"/>
                    <a:pt x="64" y="2173"/>
                    <a:pt x="221" y="3085"/>
                  </a:cubicBezTo>
                  <a:cubicBezTo>
                    <a:pt x="447" y="4406"/>
                    <a:pt x="1177" y="4836"/>
                    <a:pt x="1987" y="4836"/>
                  </a:cubicBezTo>
                  <a:cubicBezTo>
                    <a:pt x="2048" y="4836"/>
                    <a:pt x="2109" y="4833"/>
                    <a:pt x="2171" y="4829"/>
                  </a:cubicBezTo>
                  <a:cubicBezTo>
                    <a:pt x="3050" y="4762"/>
                    <a:pt x="3754" y="4528"/>
                    <a:pt x="3921" y="3986"/>
                  </a:cubicBezTo>
                  <a:cubicBezTo>
                    <a:pt x="4037" y="3617"/>
                    <a:pt x="3939" y="3122"/>
                    <a:pt x="3855" y="2674"/>
                  </a:cubicBezTo>
                  <a:cubicBezTo>
                    <a:pt x="3828" y="2534"/>
                    <a:pt x="3803" y="2394"/>
                    <a:pt x="3786" y="2268"/>
                  </a:cubicBezTo>
                  <a:cubicBezTo>
                    <a:pt x="3780" y="2212"/>
                    <a:pt x="3776" y="2160"/>
                    <a:pt x="3772" y="2108"/>
                  </a:cubicBezTo>
                  <a:cubicBezTo>
                    <a:pt x="3739" y="1569"/>
                    <a:pt x="3632" y="641"/>
                    <a:pt x="3076" y="245"/>
                  </a:cubicBezTo>
                  <a:cubicBezTo>
                    <a:pt x="2845" y="78"/>
                    <a:pt x="2461" y="0"/>
                    <a:pt x="2045"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9"/>
            <p:cNvSpPr/>
            <p:nvPr/>
          </p:nvSpPr>
          <p:spPr>
            <a:xfrm>
              <a:off x="2077850" y="1655057"/>
              <a:ext cx="235607" cy="179710"/>
            </a:xfrm>
            <a:custGeom>
              <a:avLst/>
              <a:gdLst/>
              <a:ahLst/>
              <a:cxnLst/>
              <a:rect l="l" t="t" r="r" b="b"/>
              <a:pathLst>
                <a:path w="1897" h="1447" extrusionOk="0">
                  <a:moveTo>
                    <a:pt x="444" y="0"/>
                  </a:moveTo>
                  <a:cubicBezTo>
                    <a:pt x="177" y="0"/>
                    <a:pt x="1" y="149"/>
                    <a:pt x="17" y="573"/>
                  </a:cubicBezTo>
                  <a:cubicBezTo>
                    <a:pt x="37" y="1118"/>
                    <a:pt x="458" y="1446"/>
                    <a:pt x="895" y="1446"/>
                  </a:cubicBezTo>
                  <a:cubicBezTo>
                    <a:pt x="1052" y="1446"/>
                    <a:pt x="1211" y="1404"/>
                    <a:pt x="1354" y="1314"/>
                  </a:cubicBezTo>
                  <a:cubicBezTo>
                    <a:pt x="1897" y="970"/>
                    <a:pt x="1599" y="390"/>
                    <a:pt x="1156" y="198"/>
                  </a:cubicBezTo>
                  <a:cubicBezTo>
                    <a:pt x="895" y="84"/>
                    <a:pt x="644" y="0"/>
                    <a:pt x="444"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9"/>
            <p:cNvSpPr/>
            <p:nvPr/>
          </p:nvSpPr>
          <p:spPr>
            <a:xfrm>
              <a:off x="2129269" y="1699644"/>
              <a:ext cx="80233" cy="84949"/>
            </a:xfrm>
            <a:custGeom>
              <a:avLst/>
              <a:gdLst/>
              <a:ahLst/>
              <a:cxnLst/>
              <a:rect l="l" t="t" r="r" b="b"/>
              <a:pathLst>
                <a:path w="646" h="684" fill="none" extrusionOk="0">
                  <a:moveTo>
                    <a:pt x="0" y="46"/>
                  </a:moveTo>
                  <a:cubicBezTo>
                    <a:pt x="0" y="46"/>
                    <a:pt x="645" y="0"/>
                    <a:pt x="555" y="684"/>
                  </a:cubicBezTo>
                </a:path>
              </a:pathLst>
            </a:custGeom>
            <a:noFill/>
            <a:ln w="1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9"/>
            <p:cNvSpPr/>
            <p:nvPr/>
          </p:nvSpPr>
          <p:spPr>
            <a:xfrm>
              <a:off x="2159946" y="1735288"/>
              <a:ext cx="31795" cy="20616"/>
            </a:xfrm>
            <a:custGeom>
              <a:avLst/>
              <a:gdLst/>
              <a:ahLst/>
              <a:cxnLst/>
              <a:rect l="l" t="t" r="r" b="b"/>
              <a:pathLst>
                <a:path w="256" h="166" fill="none" extrusionOk="0">
                  <a:moveTo>
                    <a:pt x="256" y="1"/>
                  </a:moveTo>
                  <a:lnTo>
                    <a:pt x="1" y="165"/>
                  </a:lnTo>
                </a:path>
              </a:pathLst>
            </a:custGeom>
            <a:noFill/>
            <a:ln w="1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9"/>
            <p:cNvSpPr/>
            <p:nvPr/>
          </p:nvSpPr>
          <p:spPr>
            <a:xfrm>
              <a:off x="2496531" y="1641768"/>
              <a:ext cx="77004" cy="160708"/>
            </a:xfrm>
            <a:custGeom>
              <a:avLst/>
              <a:gdLst/>
              <a:ahLst/>
              <a:cxnLst/>
              <a:rect l="l" t="t" r="r" b="b"/>
              <a:pathLst>
                <a:path w="620" h="1294" fill="none" extrusionOk="0">
                  <a:moveTo>
                    <a:pt x="1" y="1"/>
                  </a:moveTo>
                  <a:cubicBezTo>
                    <a:pt x="60" y="362"/>
                    <a:pt x="257" y="659"/>
                    <a:pt x="575" y="844"/>
                  </a:cubicBezTo>
                  <a:cubicBezTo>
                    <a:pt x="606" y="863"/>
                    <a:pt x="619" y="911"/>
                    <a:pt x="589" y="939"/>
                  </a:cubicBezTo>
                  <a:cubicBezTo>
                    <a:pt x="428" y="1096"/>
                    <a:pt x="248" y="1212"/>
                    <a:pt x="38" y="1293"/>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9"/>
            <p:cNvSpPr/>
            <p:nvPr/>
          </p:nvSpPr>
          <p:spPr>
            <a:xfrm>
              <a:off x="2291848" y="1703121"/>
              <a:ext cx="86071" cy="57999"/>
            </a:xfrm>
            <a:custGeom>
              <a:avLst/>
              <a:gdLst/>
              <a:ahLst/>
              <a:cxnLst/>
              <a:rect l="l" t="t" r="r" b="b"/>
              <a:pathLst>
                <a:path w="693" h="467" extrusionOk="0">
                  <a:moveTo>
                    <a:pt x="377" y="1"/>
                  </a:moveTo>
                  <a:cubicBezTo>
                    <a:pt x="351" y="1"/>
                    <a:pt x="325" y="3"/>
                    <a:pt x="298" y="8"/>
                  </a:cubicBezTo>
                  <a:cubicBezTo>
                    <a:pt x="122" y="37"/>
                    <a:pt x="0" y="163"/>
                    <a:pt x="26" y="289"/>
                  </a:cubicBezTo>
                  <a:cubicBezTo>
                    <a:pt x="48" y="395"/>
                    <a:pt x="170" y="467"/>
                    <a:pt x="316" y="467"/>
                  </a:cubicBezTo>
                  <a:cubicBezTo>
                    <a:pt x="342" y="467"/>
                    <a:pt x="368" y="465"/>
                    <a:pt x="395" y="460"/>
                  </a:cubicBezTo>
                  <a:cubicBezTo>
                    <a:pt x="571" y="429"/>
                    <a:pt x="693" y="303"/>
                    <a:pt x="667" y="178"/>
                  </a:cubicBezTo>
                  <a:cubicBezTo>
                    <a:pt x="645" y="72"/>
                    <a:pt x="523" y="1"/>
                    <a:pt x="377"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9"/>
            <p:cNvSpPr/>
            <p:nvPr/>
          </p:nvSpPr>
          <p:spPr>
            <a:xfrm>
              <a:off x="2622346" y="1670582"/>
              <a:ext cx="65826" cy="58372"/>
            </a:xfrm>
            <a:custGeom>
              <a:avLst/>
              <a:gdLst/>
              <a:ahLst/>
              <a:cxnLst/>
              <a:rect l="l" t="t" r="r" b="b"/>
              <a:pathLst>
                <a:path w="530" h="470" extrusionOk="0">
                  <a:moveTo>
                    <a:pt x="378" y="1"/>
                  </a:moveTo>
                  <a:cubicBezTo>
                    <a:pt x="352" y="1"/>
                    <a:pt x="326" y="3"/>
                    <a:pt x="300" y="9"/>
                  </a:cubicBezTo>
                  <a:cubicBezTo>
                    <a:pt x="125" y="40"/>
                    <a:pt x="0" y="166"/>
                    <a:pt x="29" y="289"/>
                  </a:cubicBezTo>
                  <a:cubicBezTo>
                    <a:pt x="50" y="397"/>
                    <a:pt x="172" y="469"/>
                    <a:pt x="318" y="469"/>
                  </a:cubicBezTo>
                  <a:cubicBezTo>
                    <a:pt x="343" y="469"/>
                    <a:pt x="370" y="467"/>
                    <a:pt x="396" y="462"/>
                  </a:cubicBezTo>
                  <a:cubicBezTo>
                    <a:pt x="447" y="454"/>
                    <a:pt x="491" y="437"/>
                    <a:pt x="530" y="416"/>
                  </a:cubicBezTo>
                  <a:cubicBezTo>
                    <a:pt x="503" y="276"/>
                    <a:pt x="478" y="136"/>
                    <a:pt x="460" y="10"/>
                  </a:cubicBezTo>
                  <a:cubicBezTo>
                    <a:pt x="434" y="4"/>
                    <a:pt x="406" y="1"/>
                    <a:pt x="378"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9"/>
            <p:cNvSpPr/>
            <p:nvPr/>
          </p:nvSpPr>
          <p:spPr>
            <a:xfrm>
              <a:off x="2390463" y="1600162"/>
              <a:ext cx="32168" cy="40860"/>
            </a:xfrm>
            <a:custGeom>
              <a:avLst/>
              <a:gdLst/>
              <a:ahLst/>
              <a:cxnLst/>
              <a:rect l="l" t="t" r="r" b="b"/>
              <a:pathLst>
                <a:path w="259" h="329" extrusionOk="0">
                  <a:moveTo>
                    <a:pt x="124" y="1"/>
                  </a:moveTo>
                  <a:cubicBezTo>
                    <a:pt x="122" y="1"/>
                    <a:pt x="121" y="1"/>
                    <a:pt x="120" y="1"/>
                  </a:cubicBezTo>
                  <a:cubicBezTo>
                    <a:pt x="53" y="4"/>
                    <a:pt x="1" y="81"/>
                    <a:pt x="7" y="171"/>
                  </a:cubicBezTo>
                  <a:cubicBezTo>
                    <a:pt x="13" y="259"/>
                    <a:pt x="69" y="328"/>
                    <a:pt x="134" y="328"/>
                  </a:cubicBezTo>
                  <a:cubicBezTo>
                    <a:pt x="136" y="328"/>
                    <a:pt x="138" y="328"/>
                    <a:pt x="140" y="328"/>
                  </a:cubicBezTo>
                  <a:cubicBezTo>
                    <a:pt x="208" y="325"/>
                    <a:pt x="259" y="248"/>
                    <a:pt x="253" y="158"/>
                  </a:cubicBezTo>
                  <a:cubicBezTo>
                    <a:pt x="247" y="69"/>
                    <a:pt x="190" y="1"/>
                    <a:pt x="1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9"/>
            <p:cNvSpPr/>
            <p:nvPr/>
          </p:nvSpPr>
          <p:spPr>
            <a:xfrm>
              <a:off x="2569809" y="1597430"/>
              <a:ext cx="32044" cy="40860"/>
            </a:xfrm>
            <a:custGeom>
              <a:avLst/>
              <a:gdLst/>
              <a:ahLst/>
              <a:cxnLst/>
              <a:rect l="l" t="t" r="r" b="b"/>
              <a:pathLst>
                <a:path w="258" h="329" extrusionOk="0">
                  <a:moveTo>
                    <a:pt x="124" y="0"/>
                  </a:moveTo>
                  <a:cubicBezTo>
                    <a:pt x="122" y="0"/>
                    <a:pt x="121" y="0"/>
                    <a:pt x="119" y="0"/>
                  </a:cubicBezTo>
                  <a:cubicBezTo>
                    <a:pt x="51" y="5"/>
                    <a:pt x="1" y="80"/>
                    <a:pt x="7" y="171"/>
                  </a:cubicBezTo>
                  <a:cubicBezTo>
                    <a:pt x="11" y="259"/>
                    <a:pt x="67" y="328"/>
                    <a:pt x="134" y="328"/>
                  </a:cubicBezTo>
                  <a:cubicBezTo>
                    <a:pt x="136" y="328"/>
                    <a:pt x="138" y="328"/>
                    <a:pt x="140" y="328"/>
                  </a:cubicBezTo>
                  <a:cubicBezTo>
                    <a:pt x="208" y="325"/>
                    <a:pt x="257" y="248"/>
                    <a:pt x="253" y="158"/>
                  </a:cubicBezTo>
                  <a:cubicBezTo>
                    <a:pt x="247" y="69"/>
                    <a:pt x="190" y="0"/>
                    <a:pt x="1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9"/>
            <p:cNvSpPr/>
            <p:nvPr/>
          </p:nvSpPr>
          <p:spPr>
            <a:xfrm>
              <a:off x="2356308" y="1524899"/>
              <a:ext cx="65578" cy="68928"/>
            </a:xfrm>
            <a:custGeom>
              <a:avLst/>
              <a:gdLst/>
              <a:ahLst/>
              <a:cxnLst/>
              <a:rect l="l" t="t" r="r" b="b"/>
              <a:pathLst>
                <a:path w="528" h="555" fill="none" extrusionOk="0">
                  <a:moveTo>
                    <a:pt x="528" y="383"/>
                  </a:moveTo>
                  <a:cubicBezTo>
                    <a:pt x="223" y="0"/>
                    <a:pt x="0" y="555"/>
                    <a:pt x="73" y="43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9"/>
            <p:cNvSpPr/>
            <p:nvPr/>
          </p:nvSpPr>
          <p:spPr>
            <a:xfrm>
              <a:off x="2538759" y="1508256"/>
              <a:ext cx="65702" cy="69052"/>
            </a:xfrm>
            <a:custGeom>
              <a:avLst/>
              <a:gdLst/>
              <a:ahLst/>
              <a:cxnLst/>
              <a:rect l="l" t="t" r="r" b="b"/>
              <a:pathLst>
                <a:path w="529" h="556" fill="none" extrusionOk="0">
                  <a:moveTo>
                    <a:pt x="528" y="383"/>
                  </a:moveTo>
                  <a:cubicBezTo>
                    <a:pt x="223" y="1"/>
                    <a:pt x="0" y="555"/>
                    <a:pt x="73" y="43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9"/>
            <p:cNvSpPr/>
            <p:nvPr/>
          </p:nvSpPr>
          <p:spPr>
            <a:xfrm>
              <a:off x="2421762" y="1807447"/>
              <a:ext cx="234986" cy="112272"/>
            </a:xfrm>
            <a:custGeom>
              <a:avLst/>
              <a:gdLst/>
              <a:ahLst/>
              <a:cxnLst/>
              <a:rect l="l" t="t" r="r" b="b"/>
              <a:pathLst>
                <a:path w="1892" h="904" extrusionOk="0">
                  <a:moveTo>
                    <a:pt x="1639" y="1"/>
                  </a:moveTo>
                  <a:cubicBezTo>
                    <a:pt x="1119" y="42"/>
                    <a:pt x="1" y="278"/>
                    <a:pt x="1" y="278"/>
                  </a:cubicBezTo>
                  <a:cubicBezTo>
                    <a:pt x="1" y="278"/>
                    <a:pt x="73" y="904"/>
                    <a:pt x="761" y="904"/>
                  </a:cubicBezTo>
                  <a:cubicBezTo>
                    <a:pt x="833" y="904"/>
                    <a:pt x="913" y="897"/>
                    <a:pt x="1000" y="881"/>
                  </a:cubicBezTo>
                  <a:cubicBezTo>
                    <a:pt x="1891" y="723"/>
                    <a:pt x="1639" y="1"/>
                    <a:pt x="16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39"/>
          <p:cNvGrpSpPr/>
          <p:nvPr/>
        </p:nvGrpSpPr>
        <p:grpSpPr>
          <a:xfrm>
            <a:off x="349762" y="970722"/>
            <a:ext cx="1082218" cy="865316"/>
            <a:chOff x="634450" y="1327785"/>
            <a:chExt cx="1082218" cy="865316"/>
          </a:xfrm>
        </p:grpSpPr>
        <p:sp>
          <p:nvSpPr>
            <p:cNvPr id="812" name="Google Shape;812;p39"/>
            <p:cNvSpPr/>
            <p:nvPr/>
          </p:nvSpPr>
          <p:spPr>
            <a:xfrm rot="909632">
              <a:off x="841313" y="1917842"/>
              <a:ext cx="279092" cy="242992"/>
            </a:xfrm>
            <a:custGeom>
              <a:avLst/>
              <a:gdLst/>
              <a:ahLst/>
              <a:cxnLst/>
              <a:rect l="l" t="t" r="r" b="b"/>
              <a:pathLst>
                <a:path w="6958" h="6058" extrusionOk="0">
                  <a:moveTo>
                    <a:pt x="3903" y="1"/>
                  </a:moveTo>
                  <a:cubicBezTo>
                    <a:pt x="3640" y="1"/>
                    <a:pt x="3429" y="195"/>
                    <a:pt x="3429" y="435"/>
                  </a:cubicBezTo>
                  <a:lnTo>
                    <a:pt x="3429" y="898"/>
                  </a:lnTo>
                  <a:cubicBezTo>
                    <a:pt x="3304" y="2429"/>
                    <a:pt x="2141" y="2828"/>
                    <a:pt x="2141" y="2828"/>
                  </a:cubicBezTo>
                  <a:lnTo>
                    <a:pt x="2141" y="2396"/>
                  </a:lnTo>
                  <a:lnTo>
                    <a:pt x="0" y="2396"/>
                  </a:lnTo>
                  <a:lnTo>
                    <a:pt x="0" y="6058"/>
                  </a:lnTo>
                  <a:lnTo>
                    <a:pt x="2141" y="6058"/>
                  </a:lnTo>
                  <a:lnTo>
                    <a:pt x="2141" y="5594"/>
                  </a:lnTo>
                  <a:cubicBezTo>
                    <a:pt x="2141" y="5594"/>
                    <a:pt x="2633" y="5935"/>
                    <a:pt x="4016" y="5954"/>
                  </a:cubicBezTo>
                  <a:cubicBezTo>
                    <a:pt x="4083" y="5985"/>
                    <a:pt x="4155" y="6006"/>
                    <a:pt x="4233" y="6006"/>
                  </a:cubicBezTo>
                  <a:lnTo>
                    <a:pt x="5862" y="6006"/>
                  </a:lnTo>
                  <a:cubicBezTo>
                    <a:pt x="6136" y="6006"/>
                    <a:pt x="6358" y="5782"/>
                    <a:pt x="6358" y="5508"/>
                  </a:cubicBezTo>
                  <a:cubicBezTo>
                    <a:pt x="6358" y="5335"/>
                    <a:pt x="6269" y="5183"/>
                    <a:pt x="6136" y="5094"/>
                  </a:cubicBezTo>
                  <a:cubicBezTo>
                    <a:pt x="6375" y="5057"/>
                    <a:pt x="6558" y="4853"/>
                    <a:pt x="6558" y="4605"/>
                  </a:cubicBezTo>
                  <a:cubicBezTo>
                    <a:pt x="6558" y="4433"/>
                    <a:pt x="6470" y="4281"/>
                    <a:pt x="6336" y="4192"/>
                  </a:cubicBezTo>
                  <a:cubicBezTo>
                    <a:pt x="6575" y="4154"/>
                    <a:pt x="6759" y="3951"/>
                    <a:pt x="6759" y="3702"/>
                  </a:cubicBezTo>
                  <a:cubicBezTo>
                    <a:pt x="6759" y="3530"/>
                    <a:pt x="6670" y="3378"/>
                    <a:pt x="6536" y="3287"/>
                  </a:cubicBezTo>
                  <a:cubicBezTo>
                    <a:pt x="6772" y="3252"/>
                    <a:pt x="6957" y="3049"/>
                    <a:pt x="6957" y="2800"/>
                  </a:cubicBezTo>
                  <a:cubicBezTo>
                    <a:pt x="6957" y="2525"/>
                    <a:pt x="6735" y="2301"/>
                    <a:pt x="6461" y="2301"/>
                  </a:cubicBezTo>
                  <a:lnTo>
                    <a:pt x="4831" y="2301"/>
                  </a:lnTo>
                  <a:cubicBezTo>
                    <a:pt x="4756" y="2301"/>
                    <a:pt x="4683" y="2321"/>
                    <a:pt x="4618" y="2352"/>
                  </a:cubicBezTo>
                  <a:lnTo>
                    <a:pt x="4284" y="2352"/>
                  </a:lnTo>
                  <a:cubicBezTo>
                    <a:pt x="4514" y="1683"/>
                    <a:pt x="4379" y="435"/>
                    <a:pt x="4379" y="435"/>
                  </a:cubicBezTo>
                  <a:cubicBezTo>
                    <a:pt x="4379" y="195"/>
                    <a:pt x="4166" y="1"/>
                    <a:pt x="39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3" name="Google Shape;813;p39"/>
            <p:cNvGrpSpPr/>
            <p:nvPr/>
          </p:nvGrpSpPr>
          <p:grpSpPr>
            <a:xfrm>
              <a:off x="1231214" y="1480353"/>
              <a:ext cx="485454" cy="712737"/>
              <a:chOff x="7629064" y="673091"/>
              <a:chExt cx="485454" cy="712737"/>
            </a:xfrm>
          </p:grpSpPr>
          <p:grpSp>
            <p:nvGrpSpPr>
              <p:cNvPr id="814" name="Google Shape;814;p39"/>
              <p:cNvGrpSpPr/>
              <p:nvPr/>
            </p:nvGrpSpPr>
            <p:grpSpPr>
              <a:xfrm>
                <a:off x="7629064" y="673091"/>
                <a:ext cx="485454" cy="442220"/>
                <a:chOff x="1453550" y="959950"/>
                <a:chExt cx="167925" cy="152975"/>
              </a:xfrm>
            </p:grpSpPr>
            <p:sp>
              <p:nvSpPr>
                <p:cNvPr id="815" name="Google Shape;815;p39"/>
                <p:cNvSpPr/>
                <p:nvPr/>
              </p:nvSpPr>
              <p:spPr>
                <a:xfrm>
                  <a:off x="1453550" y="959950"/>
                  <a:ext cx="167925" cy="152975"/>
                </a:xfrm>
                <a:custGeom>
                  <a:avLst/>
                  <a:gdLst/>
                  <a:ahLst/>
                  <a:cxnLst/>
                  <a:rect l="l" t="t" r="r" b="b"/>
                  <a:pathLst>
                    <a:path w="6717" h="6119" extrusionOk="0">
                      <a:moveTo>
                        <a:pt x="3359" y="0"/>
                      </a:moveTo>
                      <a:cubicBezTo>
                        <a:pt x="2576" y="0"/>
                        <a:pt x="1793" y="299"/>
                        <a:pt x="1195" y="896"/>
                      </a:cubicBezTo>
                      <a:cubicBezTo>
                        <a:pt x="1" y="2091"/>
                        <a:pt x="1" y="4027"/>
                        <a:pt x="1195" y="5222"/>
                      </a:cubicBezTo>
                      <a:cubicBezTo>
                        <a:pt x="1793" y="5820"/>
                        <a:pt x="2576" y="6118"/>
                        <a:pt x="3359" y="6118"/>
                      </a:cubicBezTo>
                      <a:cubicBezTo>
                        <a:pt x="4142" y="6118"/>
                        <a:pt x="4925" y="5820"/>
                        <a:pt x="5523" y="5222"/>
                      </a:cubicBezTo>
                      <a:cubicBezTo>
                        <a:pt x="6716" y="4027"/>
                        <a:pt x="6716" y="2091"/>
                        <a:pt x="5523" y="896"/>
                      </a:cubicBezTo>
                      <a:cubicBezTo>
                        <a:pt x="4925" y="299"/>
                        <a:pt x="4142" y="0"/>
                        <a:pt x="3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9"/>
                <p:cNvSpPr/>
                <p:nvPr/>
              </p:nvSpPr>
              <p:spPr>
                <a:xfrm>
                  <a:off x="1495475" y="998925"/>
                  <a:ext cx="84150" cy="80175"/>
                </a:xfrm>
                <a:custGeom>
                  <a:avLst/>
                  <a:gdLst/>
                  <a:ahLst/>
                  <a:cxnLst/>
                  <a:rect l="l" t="t" r="r" b="b"/>
                  <a:pathLst>
                    <a:path w="3366" h="3207" extrusionOk="0">
                      <a:moveTo>
                        <a:pt x="909" y="0"/>
                      </a:moveTo>
                      <a:cubicBezTo>
                        <a:pt x="863" y="0"/>
                        <a:pt x="811" y="2"/>
                        <a:pt x="758" y="8"/>
                      </a:cubicBezTo>
                      <a:cubicBezTo>
                        <a:pt x="427" y="40"/>
                        <a:pt x="46" y="343"/>
                        <a:pt x="0" y="921"/>
                      </a:cubicBezTo>
                      <a:lnTo>
                        <a:pt x="0" y="1113"/>
                      </a:lnTo>
                      <a:cubicBezTo>
                        <a:pt x="42" y="1668"/>
                        <a:pt x="461" y="2351"/>
                        <a:pt x="1683" y="3207"/>
                      </a:cubicBezTo>
                      <a:cubicBezTo>
                        <a:pt x="2903" y="2350"/>
                        <a:pt x="3322" y="1668"/>
                        <a:pt x="3365" y="1113"/>
                      </a:cubicBezTo>
                      <a:lnTo>
                        <a:pt x="3365" y="921"/>
                      </a:lnTo>
                      <a:cubicBezTo>
                        <a:pt x="3318" y="341"/>
                        <a:pt x="2937" y="39"/>
                        <a:pt x="2606" y="8"/>
                      </a:cubicBezTo>
                      <a:cubicBezTo>
                        <a:pt x="2553" y="2"/>
                        <a:pt x="2503" y="0"/>
                        <a:pt x="2455" y="0"/>
                      </a:cubicBezTo>
                      <a:cubicBezTo>
                        <a:pt x="2076" y="0"/>
                        <a:pt x="1892" y="165"/>
                        <a:pt x="1683" y="412"/>
                      </a:cubicBezTo>
                      <a:cubicBezTo>
                        <a:pt x="1472" y="165"/>
                        <a:pt x="1291" y="0"/>
                        <a:pt x="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7" name="Google Shape;817;p39"/>
              <p:cNvSpPr/>
              <p:nvPr/>
            </p:nvSpPr>
            <p:spPr>
              <a:xfrm>
                <a:off x="7708929" y="1285924"/>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 name="Google Shape;818;p39"/>
            <p:cNvGrpSpPr/>
            <p:nvPr/>
          </p:nvGrpSpPr>
          <p:grpSpPr>
            <a:xfrm>
              <a:off x="634450" y="1327785"/>
              <a:ext cx="247722" cy="247722"/>
              <a:chOff x="1252775" y="959150"/>
              <a:chExt cx="154575" cy="154575"/>
            </a:xfrm>
          </p:grpSpPr>
          <p:sp>
            <p:nvSpPr>
              <p:cNvPr id="819" name="Google Shape;819;p39"/>
              <p:cNvSpPr/>
              <p:nvPr/>
            </p:nvSpPr>
            <p:spPr>
              <a:xfrm>
                <a:off x="1252775" y="959150"/>
                <a:ext cx="154575" cy="154575"/>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9"/>
              <p:cNvSpPr/>
              <p:nvPr/>
            </p:nvSpPr>
            <p:spPr>
              <a:xfrm>
                <a:off x="1281950" y="1000925"/>
                <a:ext cx="30900" cy="29375"/>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9"/>
              <p:cNvSpPr/>
              <p:nvPr/>
            </p:nvSpPr>
            <p:spPr>
              <a:xfrm>
                <a:off x="1347325" y="1000925"/>
                <a:ext cx="30875" cy="29375"/>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9"/>
              <p:cNvSpPr/>
              <p:nvPr/>
            </p:nvSpPr>
            <p:spPr>
              <a:xfrm>
                <a:off x="1280725" y="1044625"/>
                <a:ext cx="98625" cy="49300"/>
              </a:xfrm>
              <a:custGeom>
                <a:avLst/>
                <a:gdLst/>
                <a:ahLst/>
                <a:cxnLst/>
                <a:rect l="l" t="t" r="r" b="b"/>
                <a:pathLst>
                  <a:path w="3945" h="1972" extrusionOk="0">
                    <a:moveTo>
                      <a:pt x="1" y="0"/>
                    </a:moveTo>
                    <a:cubicBezTo>
                      <a:pt x="1" y="1090"/>
                      <a:pt x="883" y="1972"/>
                      <a:pt x="1972" y="1972"/>
                    </a:cubicBezTo>
                    <a:cubicBezTo>
                      <a:pt x="3062" y="1972"/>
                      <a:pt x="3944" y="1090"/>
                      <a:pt x="39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9"/>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rgbClr val="FF9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9"/>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5" name="Google Shape;825;p39"/>
          <p:cNvSpPr txBox="1"/>
          <p:nvPr/>
        </p:nvSpPr>
        <p:spPr>
          <a:xfrm>
            <a:off x="5006600" y="1421991"/>
            <a:ext cx="1841700" cy="951900"/>
          </a:xfrm>
          <a:prstGeom prst="rect">
            <a:avLst/>
          </a:prstGeom>
          <a:solidFill>
            <a:srgbClr val="46847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0">
                <a:solidFill>
                  <a:srgbClr val="FFF6F7"/>
                </a:solidFill>
                <a:latin typeface="Bowlby One"/>
                <a:ea typeface="Bowlby One"/>
                <a:cs typeface="Bowlby One"/>
                <a:sym typeface="Bowlby One"/>
              </a:rPr>
              <a:t>02</a:t>
            </a:r>
            <a:endParaRPr sz="6000">
              <a:solidFill>
                <a:srgbClr val="FFF6F7"/>
              </a:solidFill>
              <a:latin typeface="Bowlby One"/>
              <a:ea typeface="Bowlby One"/>
              <a:cs typeface="Bowlby One"/>
              <a:sym typeface="Bowlby One"/>
            </a:endParaRPr>
          </a:p>
        </p:txBody>
      </p:sp>
      <p:sp>
        <p:nvSpPr>
          <p:cNvPr id="826" name="Google Shape;826;p39"/>
          <p:cNvSpPr txBox="1"/>
          <p:nvPr/>
        </p:nvSpPr>
        <p:spPr>
          <a:xfrm>
            <a:off x="3294650" y="2373900"/>
            <a:ext cx="5265600" cy="1347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600">
                <a:solidFill>
                  <a:srgbClr val="6E597A"/>
                </a:solidFill>
                <a:latin typeface="Bowlby One"/>
                <a:ea typeface="Bowlby One"/>
                <a:cs typeface="Bowlby One"/>
                <a:sym typeface="Bowlby One"/>
              </a:rPr>
              <a:t>METHODOLOGY</a:t>
            </a:r>
            <a:endParaRPr sz="4600">
              <a:solidFill>
                <a:srgbClr val="6E597A"/>
              </a:solidFill>
              <a:latin typeface="Bowlby One"/>
              <a:ea typeface="Bowlby One"/>
              <a:cs typeface="Bowlby One"/>
              <a:sym typeface="Bowlby One"/>
            </a:endParaRPr>
          </a:p>
        </p:txBody>
      </p:sp>
      <p:grpSp>
        <p:nvGrpSpPr>
          <p:cNvPr id="827" name="Google Shape;827;p39"/>
          <p:cNvGrpSpPr/>
          <p:nvPr/>
        </p:nvGrpSpPr>
        <p:grpSpPr>
          <a:xfrm>
            <a:off x="8198149" y="3499016"/>
            <a:ext cx="583146" cy="1024041"/>
            <a:chOff x="8028306" y="2377912"/>
            <a:chExt cx="583146" cy="1024041"/>
          </a:xfrm>
        </p:grpSpPr>
        <p:sp>
          <p:nvSpPr>
            <p:cNvPr id="828" name="Google Shape;828;p39"/>
            <p:cNvSpPr/>
            <p:nvPr/>
          </p:nvSpPr>
          <p:spPr>
            <a:xfrm>
              <a:off x="8028306" y="3154325"/>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9" name="Google Shape;829;p39"/>
            <p:cNvGrpSpPr/>
            <p:nvPr/>
          </p:nvGrpSpPr>
          <p:grpSpPr>
            <a:xfrm>
              <a:off x="8173229" y="2377912"/>
              <a:ext cx="438224" cy="387666"/>
              <a:chOff x="8114529" y="2756174"/>
              <a:chExt cx="438224" cy="387666"/>
            </a:xfrm>
          </p:grpSpPr>
          <p:sp>
            <p:nvSpPr>
              <p:cNvPr id="830" name="Google Shape;830;p39"/>
              <p:cNvSpPr/>
              <p:nvPr/>
            </p:nvSpPr>
            <p:spPr>
              <a:xfrm>
                <a:off x="8305031" y="2756175"/>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9"/>
              <p:cNvSpPr/>
              <p:nvPr/>
            </p:nvSpPr>
            <p:spPr>
              <a:xfrm>
                <a:off x="8214477" y="3003802"/>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9"/>
              <p:cNvSpPr/>
              <p:nvPr/>
            </p:nvSpPr>
            <p:spPr>
              <a:xfrm>
                <a:off x="8114529" y="2756174"/>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5"/>
                                        </p:tgtEl>
                                        <p:attrNameLst>
                                          <p:attrName>style.visibility</p:attrName>
                                        </p:attrNameLst>
                                      </p:cBhvr>
                                      <p:to>
                                        <p:strVal val="visible"/>
                                      </p:to>
                                    </p:set>
                                    <p:anim calcmode="lin" valueType="num">
                                      <p:cBhvr additive="base">
                                        <p:cTn id="7" dur="1000"/>
                                        <p:tgtEl>
                                          <p:spTgt spid="755"/>
                                        </p:tgtEl>
                                        <p:attrNameLst>
                                          <p:attrName>ppt_y</p:attrName>
                                        </p:attrNameLst>
                                      </p:cBhvr>
                                      <p:tavLst>
                                        <p:tav tm="0">
                                          <p:val>
                                            <p:strVal val="#ppt_y+1"/>
                                          </p:val>
                                        </p:tav>
                                        <p:tav tm="100000">
                                          <p:val>
                                            <p:strVal val="#ppt_y"/>
                                          </p:val>
                                        </p:tav>
                                      </p:tavLst>
                                    </p:anim>
                                  </p:childTnLst>
                                </p:cTn>
                              </p:par>
                              <p:par>
                                <p:cTn id="8" presetID="23" presetClass="entr" presetSubtype="16" fill="hold" nodeType="withEffect">
                                  <p:stCondLst>
                                    <p:cond delay="0"/>
                                  </p:stCondLst>
                                  <p:childTnLst>
                                    <p:set>
                                      <p:cBhvr>
                                        <p:cTn id="9" dur="1" fill="hold">
                                          <p:stCondLst>
                                            <p:cond delay="0"/>
                                          </p:stCondLst>
                                        </p:cTn>
                                        <p:tgtEl>
                                          <p:spTgt spid="811"/>
                                        </p:tgtEl>
                                        <p:attrNameLst>
                                          <p:attrName>style.visibility</p:attrName>
                                        </p:attrNameLst>
                                      </p:cBhvr>
                                      <p:to>
                                        <p:strVal val="visible"/>
                                      </p:to>
                                    </p:set>
                                    <p:anim calcmode="lin" valueType="num">
                                      <p:cBhvr additive="base">
                                        <p:cTn id="10" dur="800"/>
                                        <p:tgtEl>
                                          <p:spTgt spid="811"/>
                                        </p:tgtEl>
                                        <p:attrNameLst>
                                          <p:attrName>ppt_w</p:attrName>
                                        </p:attrNameLst>
                                      </p:cBhvr>
                                      <p:tavLst>
                                        <p:tav tm="0">
                                          <p:val>
                                            <p:strVal val="0"/>
                                          </p:val>
                                        </p:tav>
                                        <p:tav tm="100000">
                                          <p:val>
                                            <p:strVal val="#ppt_w"/>
                                          </p:val>
                                        </p:tav>
                                      </p:tavLst>
                                    </p:anim>
                                    <p:anim calcmode="lin" valueType="num">
                                      <p:cBhvr additive="base">
                                        <p:cTn id="11" dur="800"/>
                                        <p:tgtEl>
                                          <p:spTgt spid="81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QUESTIONS</a:t>
            </a:r>
            <a:endParaRPr/>
          </a:p>
          <a:p>
            <a:pPr marL="0" lvl="0" indent="0" algn="l" rtl="0">
              <a:spcBef>
                <a:spcPts val="0"/>
              </a:spcBef>
              <a:spcAft>
                <a:spcPts val="0"/>
              </a:spcAft>
              <a:buNone/>
            </a:pPr>
            <a:endParaRPr/>
          </a:p>
        </p:txBody>
      </p:sp>
      <p:sp>
        <p:nvSpPr>
          <p:cNvPr id="838" name="Google Shape;838;p40"/>
          <p:cNvSpPr txBox="1">
            <a:spLocks noGrp="1"/>
          </p:cNvSpPr>
          <p:nvPr>
            <p:ph type="subTitle" idx="1"/>
          </p:nvPr>
        </p:nvSpPr>
        <p:spPr>
          <a:xfrm>
            <a:off x="720000" y="1259100"/>
            <a:ext cx="3543600" cy="522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500"/>
              <a:t>1. CLARA</a:t>
            </a:r>
            <a:endParaRPr sz="2500"/>
          </a:p>
        </p:txBody>
      </p:sp>
      <p:sp>
        <p:nvSpPr>
          <p:cNvPr id="839" name="Google Shape;839;p40"/>
          <p:cNvSpPr txBox="1">
            <a:spLocks noGrp="1"/>
          </p:cNvSpPr>
          <p:nvPr>
            <p:ph type="subTitle" idx="2"/>
          </p:nvPr>
        </p:nvSpPr>
        <p:spPr>
          <a:xfrm>
            <a:off x="720000" y="2909400"/>
            <a:ext cx="3543600" cy="522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500"/>
              <a:t>3. KEERTHANA</a:t>
            </a:r>
            <a:endParaRPr sz="2500"/>
          </a:p>
        </p:txBody>
      </p:sp>
      <p:sp>
        <p:nvSpPr>
          <p:cNvPr id="840" name="Google Shape;840;p40"/>
          <p:cNvSpPr txBox="1">
            <a:spLocks noGrp="1"/>
          </p:cNvSpPr>
          <p:nvPr>
            <p:ph type="subTitle" idx="3"/>
          </p:nvPr>
        </p:nvSpPr>
        <p:spPr>
          <a:xfrm>
            <a:off x="720001" y="1781100"/>
            <a:ext cx="3543600" cy="86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a:t>What patterns of smartphone usage exist among teenagers, and how do these usage profiles differ in academic performance and mental health outcomes?</a:t>
            </a:r>
            <a:endParaRPr sz="1300"/>
          </a:p>
          <a:p>
            <a:pPr marL="0" lvl="0" indent="0" algn="l" rtl="0">
              <a:spcBef>
                <a:spcPts val="0"/>
              </a:spcBef>
              <a:spcAft>
                <a:spcPts val="0"/>
              </a:spcAft>
              <a:buNone/>
            </a:pPr>
            <a:endParaRPr/>
          </a:p>
        </p:txBody>
      </p:sp>
      <p:sp>
        <p:nvSpPr>
          <p:cNvPr id="841" name="Google Shape;841;p40"/>
          <p:cNvSpPr txBox="1">
            <a:spLocks noGrp="1"/>
          </p:cNvSpPr>
          <p:nvPr>
            <p:ph type="subTitle" idx="4"/>
          </p:nvPr>
        </p:nvSpPr>
        <p:spPr>
          <a:xfrm>
            <a:off x="720001" y="3431400"/>
            <a:ext cx="3543600" cy="86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a:t>How does the relationship between smartphone use (in time and habits) and academic performance and mental health differ across School_Grade?</a:t>
            </a:r>
            <a:endParaRPr sz="1300"/>
          </a:p>
          <a:p>
            <a:pPr marL="0" lvl="0" indent="0" algn="l" rtl="0">
              <a:spcBef>
                <a:spcPts val="0"/>
              </a:spcBef>
              <a:spcAft>
                <a:spcPts val="0"/>
              </a:spcAft>
              <a:buNone/>
            </a:pPr>
            <a:endParaRPr/>
          </a:p>
        </p:txBody>
      </p:sp>
      <p:sp>
        <p:nvSpPr>
          <p:cNvPr id="842" name="Google Shape;842;p40"/>
          <p:cNvSpPr txBox="1">
            <a:spLocks noGrp="1"/>
          </p:cNvSpPr>
          <p:nvPr>
            <p:ph type="subTitle" idx="1"/>
          </p:nvPr>
        </p:nvSpPr>
        <p:spPr>
          <a:xfrm>
            <a:off x="4880400" y="1259100"/>
            <a:ext cx="3543600" cy="522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500"/>
              <a:t>2. ERIC</a:t>
            </a:r>
            <a:endParaRPr sz="2500"/>
          </a:p>
        </p:txBody>
      </p:sp>
      <p:sp>
        <p:nvSpPr>
          <p:cNvPr id="843" name="Google Shape;843;p40"/>
          <p:cNvSpPr txBox="1">
            <a:spLocks noGrp="1"/>
          </p:cNvSpPr>
          <p:nvPr>
            <p:ph type="subTitle" idx="2"/>
          </p:nvPr>
        </p:nvSpPr>
        <p:spPr>
          <a:xfrm>
            <a:off x="4880400" y="2909400"/>
            <a:ext cx="3543600" cy="522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500"/>
              <a:t>4. ANGEL</a:t>
            </a:r>
            <a:endParaRPr sz="2500"/>
          </a:p>
        </p:txBody>
      </p:sp>
      <p:sp>
        <p:nvSpPr>
          <p:cNvPr id="844" name="Google Shape;844;p40"/>
          <p:cNvSpPr txBox="1">
            <a:spLocks noGrp="1"/>
          </p:cNvSpPr>
          <p:nvPr>
            <p:ph type="subTitle" idx="3"/>
          </p:nvPr>
        </p:nvSpPr>
        <p:spPr>
          <a:xfrm>
            <a:off x="4880401" y="1781100"/>
            <a:ext cx="3543600" cy="86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a:t>Which combinations of smartphone usage behaviors best predict lower academic performance?</a:t>
            </a:r>
            <a:endParaRPr sz="1300"/>
          </a:p>
          <a:p>
            <a:pPr marL="0" lvl="0" indent="0" algn="l" rtl="0">
              <a:spcBef>
                <a:spcPts val="0"/>
              </a:spcBef>
              <a:spcAft>
                <a:spcPts val="0"/>
              </a:spcAft>
              <a:buNone/>
            </a:pPr>
            <a:endParaRPr/>
          </a:p>
        </p:txBody>
      </p:sp>
      <p:sp>
        <p:nvSpPr>
          <p:cNvPr id="845" name="Google Shape;845;p40"/>
          <p:cNvSpPr txBox="1">
            <a:spLocks noGrp="1"/>
          </p:cNvSpPr>
          <p:nvPr>
            <p:ph type="subTitle" idx="4"/>
          </p:nvPr>
        </p:nvSpPr>
        <p:spPr>
          <a:xfrm>
            <a:off x="4924376" y="3408475"/>
            <a:ext cx="3543600" cy="86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a:t>What profiles of smartphone usage among teenagers are most predictive of negative academic and mental health outcomes?</a:t>
            </a:r>
            <a:endParaRPr sz="1300"/>
          </a:p>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38"/>
                                        </p:tgtEl>
                                        <p:attrNameLst>
                                          <p:attrName>style.visibility</p:attrName>
                                        </p:attrNameLst>
                                      </p:cBhvr>
                                      <p:to>
                                        <p:strVal val="visible"/>
                                      </p:to>
                                    </p:set>
                                    <p:anim calcmode="lin" valueType="num">
                                      <p:cBhvr additive="base">
                                        <p:cTn id="7" dur="1000"/>
                                        <p:tgtEl>
                                          <p:spTgt spid="838"/>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840"/>
                                        </p:tgtEl>
                                        <p:attrNameLst>
                                          <p:attrName>style.visibility</p:attrName>
                                        </p:attrNameLst>
                                      </p:cBhvr>
                                      <p:to>
                                        <p:strVal val="visible"/>
                                      </p:to>
                                    </p:set>
                                    <p:anim calcmode="lin" valueType="num">
                                      <p:cBhvr additive="base">
                                        <p:cTn id="10" dur="1000"/>
                                        <p:tgtEl>
                                          <p:spTgt spid="840"/>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842"/>
                                        </p:tgtEl>
                                        <p:attrNameLst>
                                          <p:attrName>style.visibility</p:attrName>
                                        </p:attrNameLst>
                                      </p:cBhvr>
                                      <p:to>
                                        <p:strVal val="visible"/>
                                      </p:to>
                                    </p:set>
                                    <p:anim calcmode="lin" valueType="num">
                                      <p:cBhvr additive="base">
                                        <p:cTn id="15" dur="1000"/>
                                        <p:tgtEl>
                                          <p:spTgt spid="842"/>
                                        </p:tgtEl>
                                        <p:attrNameLst>
                                          <p:attrName>ppt_x</p:attrName>
                                        </p:attrNameLst>
                                      </p:cBhvr>
                                      <p:tavLst>
                                        <p:tav tm="0">
                                          <p:val>
                                            <p:strVal val="#ppt_x+1"/>
                                          </p:val>
                                        </p:tav>
                                        <p:tav tm="100000">
                                          <p:val>
                                            <p:strVal val="#ppt_x"/>
                                          </p:val>
                                        </p:tav>
                                      </p:tavLst>
                                    </p:anim>
                                  </p:childTnLst>
                                </p:cTn>
                              </p:par>
                              <p:par>
                                <p:cTn id="16" presetID="2" presetClass="entr" presetSubtype="2" fill="hold" nodeType="withEffect">
                                  <p:stCondLst>
                                    <p:cond delay="0"/>
                                  </p:stCondLst>
                                  <p:childTnLst>
                                    <p:set>
                                      <p:cBhvr>
                                        <p:cTn id="17" dur="1" fill="hold">
                                          <p:stCondLst>
                                            <p:cond delay="0"/>
                                          </p:stCondLst>
                                        </p:cTn>
                                        <p:tgtEl>
                                          <p:spTgt spid="844"/>
                                        </p:tgtEl>
                                        <p:attrNameLst>
                                          <p:attrName>style.visibility</p:attrName>
                                        </p:attrNameLst>
                                      </p:cBhvr>
                                      <p:to>
                                        <p:strVal val="visible"/>
                                      </p:to>
                                    </p:set>
                                    <p:anim calcmode="lin" valueType="num">
                                      <p:cBhvr additive="base">
                                        <p:cTn id="18" dur="1000"/>
                                        <p:tgtEl>
                                          <p:spTgt spid="844"/>
                                        </p:tgtEl>
                                        <p:attrNameLst>
                                          <p:attrName>ppt_x</p:attrName>
                                        </p:attrNameLst>
                                      </p:cBhvr>
                                      <p:tavLst>
                                        <p:tav tm="0">
                                          <p:val>
                                            <p:strVal val="#ppt_x+1"/>
                                          </p:val>
                                        </p:tav>
                                        <p:tav tm="100000">
                                          <p:val>
                                            <p:strVal val="#ppt_x"/>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839"/>
                                        </p:tgtEl>
                                        <p:attrNameLst>
                                          <p:attrName>style.visibility</p:attrName>
                                        </p:attrNameLst>
                                      </p:cBhvr>
                                      <p:to>
                                        <p:strVal val="visible"/>
                                      </p:to>
                                    </p:set>
                                    <p:anim calcmode="lin" valueType="num">
                                      <p:cBhvr additive="base">
                                        <p:cTn id="23" dur="1000"/>
                                        <p:tgtEl>
                                          <p:spTgt spid="839"/>
                                        </p:tgtEl>
                                        <p:attrNameLst>
                                          <p:attrName>ppt_x</p:attrName>
                                        </p:attrNameLst>
                                      </p:cBhvr>
                                      <p:tavLst>
                                        <p:tav tm="0">
                                          <p:val>
                                            <p:strVal val="#ppt_x-1"/>
                                          </p:val>
                                        </p:tav>
                                        <p:tav tm="100000">
                                          <p:val>
                                            <p:strVal val="#ppt_x"/>
                                          </p:val>
                                        </p:tav>
                                      </p:tavLst>
                                    </p:anim>
                                  </p:childTnLst>
                                </p:cTn>
                              </p:par>
                              <p:par>
                                <p:cTn id="24" presetID="2" presetClass="entr" presetSubtype="8" fill="hold" nodeType="withEffect">
                                  <p:stCondLst>
                                    <p:cond delay="0"/>
                                  </p:stCondLst>
                                  <p:childTnLst>
                                    <p:set>
                                      <p:cBhvr>
                                        <p:cTn id="25" dur="1" fill="hold">
                                          <p:stCondLst>
                                            <p:cond delay="0"/>
                                          </p:stCondLst>
                                        </p:cTn>
                                        <p:tgtEl>
                                          <p:spTgt spid="841"/>
                                        </p:tgtEl>
                                        <p:attrNameLst>
                                          <p:attrName>style.visibility</p:attrName>
                                        </p:attrNameLst>
                                      </p:cBhvr>
                                      <p:to>
                                        <p:strVal val="visible"/>
                                      </p:to>
                                    </p:set>
                                    <p:anim calcmode="lin" valueType="num">
                                      <p:cBhvr additive="base">
                                        <p:cTn id="26" dur="1000"/>
                                        <p:tgtEl>
                                          <p:spTgt spid="841"/>
                                        </p:tgtEl>
                                        <p:attrNameLst>
                                          <p:attrName>ppt_x</p:attrName>
                                        </p:attrNameLst>
                                      </p:cBhvr>
                                      <p:tavLst>
                                        <p:tav tm="0">
                                          <p:val>
                                            <p:strVal val="#ppt_x-1"/>
                                          </p:val>
                                        </p:tav>
                                        <p:tav tm="100000">
                                          <p:val>
                                            <p:strVal val="#ppt_x"/>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843"/>
                                        </p:tgtEl>
                                        <p:attrNameLst>
                                          <p:attrName>style.visibility</p:attrName>
                                        </p:attrNameLst>
                                      </p:cBhvr>
                                      <p:to>
                                        <p:strVal val="visible"/>
                                      </p:to>
                                    </p:set>
                                    <p:anim calcmode="lin" valueType="num">
                                      <p:cBhvr additive="base">
                                        <p:cTn id="31" dur="1000"/>
                                        <p:tgtEl>
                                          <p:spTgt spid="843"/>
                                        </p:tgtEl>
                                        <p:attrNameLst>
                                          <p:attrName>ppt_x</p:attrName>
                                        </p:attrNameLst>
                                      </p:cBhvr>
                                      <p:tavLst>
                                        <p:tav tm="0">
                                          <p:val>
                                            <p:strVal val="#ppt_x+1"/>
                                          </p:val>
                                        </p:tav>
                                        <p:tav tm="100000">
                                          <p:val>
                                            <p:strVal val="#ppt_x"/>
                                          </p:val>
                                        </p:tav>
                                      </p:tavLst>
                                    </p:anim>
                                  </p:childTnLst>
                                </p:cTn>
                              </p:par>
                              <p:par>
                                <p:cTn id="32" presetID="2" presetClass="entr" presetSubtype="2" fill="hold" nodeType="withEffect">
                                  <p:stCondLst>
                                    <p:cond delay="0"/>
                                  </p:stCondLst>
                                  <p:childTnLst>
                                    <p:set>
                                      <p:cBhvr>
                                        <p:cTn id="33" dur="1" fill="hold">
                                          <p:stCondLst>
                                            <p:cond delay="0"/>
                                          </p:stCondLst>
                                        </p:cTn>
                                        <p:tgtEl>
                                          <p:spTgt spid="845"/>
                                        </p:tgtEl>
                                        <p:attrNameLst>
                                          <p:attrName>style.visibility</p:attrName>
                                        </p:attrNameLst>
                                      </p:cBhvr>
                                      <p:to>
                                        <p:strVal val="visible"/>
                                      </p:to>
                                    </p:set>
                                    <p:anim calcmode="lin" valueType="num">
                                      <p:cBhvr additive="base">
                                        <p:cTn id="34" dur="1000"/>
                                        <p:tgtEl>
                                          <p:spTgt spid="84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41"/>
          <p:cNvSpPr txBox="1">
            <a:spLocks noGrp="1"/>
          </p:cNvSpPr>
          <p:nvPr>
            <p:ph type="title"/>
          </p:nvPr>
        </p:nvSpPr>
        <p:spPr>
          <a:xfrm>
            <a:off x="720000" y="445025"/>
            <a:ext cx="7759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QUESTION 1</a:t>
            </a:r>
            <a:endParaRPr/>
          </a:p>
        </p:txBody>
      </p:sp>
      <p:sp>
        <p:nvSpPr>
          <p:cNvPr id="851" name="Google Shape;851;p41"/>
          <p:cNvSpPr txBox="1">
            <a:spLocks noGrp="1"/>
          </p:cNvSpPr>
          <p:nvPr>
            <p:ph type="body" idx="1"/>
          </p:nvPr>
        </p:nvSpPr>
        <p:spPr>
          <a:xfrm>
            <a:off x="720000" y="1179800"/>
            <a:ext cx="5039700" cy="31731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Char char="●"/>
            </a:pPr>
            <a:r>
              <a:rPr lang="en" sz="1400"/>
              <a:t>What patterns of smartphone usage exist among teenagers, and how do these usage profiles differ in academic performance and mental health outcomes?</a:t>
            </a:r>
            <a:endParaRPr sz="1400"/>
          </a:p>
          <a:p>
            <a:pPr marL="457200" lvl="0" indent="-317500" algn="l" rtl="0">
              <a:lnSpc>
                <a:spcPct val="150000"/>
              </a:lnSpc>
              <a:spcBef>
                <a:spcPts val="0"/>
              </a:spcBef>
              <a:spcAft>
                <a:spcPts val="0"/>
              </a:spcAft>
              <a:buSzPts val="1400"/>
              <a:buChar char="●"/>
            </a:pPr>
            <a:r>
              <a:rPr lang="en" sz="1400"/>
              <a:t>Exploratory Analysis: Used clustering to identify distinct usage patterns</a:t>
            </a:r>
            <a:endParaRPr sz="1400"/>
          </a:p>
          <a:p>
            <a:pPr marL="457200" lvl="0" indent="-317500" algn="l" rtl="0">
              <a:lnSpc>
                <a:spcPct val="150000"/>
              </a:lnSpc>
              <a:spcBef>
                <a:spcPts val="0"/>
              </a:spcBef>
              <a:spcAft>
                <a:spcPts val="0"/>
              </a:spcAft>
              <a:buSzPts val="1400"/>
              <a:buChar char="●"/>
            </a:pPr>
            <a:r>
              <a:rPr lang="en" sz="1400"/>
              <a:t>Goal: Uncover meaningful groups within the data</a:t>
            </a:r>
            <a:endParaRPr sz="1400"/>
          </a:p>
          <a:p>
            <a:pPr marL="457200" lvl="0" indent="-317500" algn="l" rtl="0">
              <a:lnSpc>
                <a:spcPct val="150000"/>
              </a:lnSpc>
              <a:spcBef>
                <a:spcPts val="0"/>
              </a:spcBef>
              <a:spcAft>
                <a:spcPts val="0"/>
              </a:spcAft>
              <a:buSzPts val="1400"/>
              <a:buChar char="●"/>
            </a:pPr>
            <a:r>
              <a:rPr lang="en" sz="1400"/>
              <a:t>Identified profiles of teen smartphone use</a:t>
            </a:r>
            <a:endParaRPr sz="1400"/>
          </a:p>
          <a:p>
            <a:pPr marL="457200" lvl="0" indent="-317500" algn="l" rtl="0">
              <a:lnSpc>
                <a:spcPct val="150000"/>
              </a:lnSpc>
              <a:spcBef>
                <a:spcPts val="0"/>
              </a:spcBef>
              <a:spcAft>
                <a:spcPts val="0"/>
              </a:spcAft>
              <a:buSzPts val="1400"/>
              <a:buChar char="●"/>
            </a:pPr>
            <a:r>
              <a:rPr lang="en" sz="1400"/>
              <a:t>Compared these profiles across academic performance and mental health outcomes</a:t>
            </a:r>
            <a:endParaRPr sz="1400"/>
          </a:p>
        </p:txBody>
      </p:sp>
      <p:pic>
        <p:nvPicPr>
          <p:cNvPr id="852" name="Google Shape;852;p41"/>
          <p:cNvPicPr preferRelativeResize="0"/>
          <p:nvPr/>
        </p:nvPicPr>
        <p:blipFill>
          <a:blip r:embed="rId3">
            <a:alphaModFix/>
          </a:blip>
          <a:stretch>
            <a:fillRect/>
          </a:stretch>
        </p:blipFill>
        <p:spPr>
          <a:xfrm>
            <a:off x="5505775" y="1279488"/>
            <a:ext cx="2973725" cy="2973725"/>
          </a:xfrm>
          <a:prstGeom prst="rect">
            <a:avLst/>
          </a:prstGeom>
          <a:noFill/>
          <a:ln>
            <a:noFill/>
          </a:ln>
        </p:spPr>
      </p:pic>
      <p:grpSp>
        <p:nvGrpSpPr>
          <p:cNvPr id="853" name="Google Shape;853;p41"/>
          <p:cNvGrpSpPr/>
          <p:nvPr/>
        </p:nvGrpSpPr>
        <p:grpSpPr>
          <a:xfrm>
            <a:off x="5412793" y="479144"/>
            <a:ext cx="2973749" cy="1413346"/>
            <a:chOff x="6197323" y="322253"/>
            <a:chExt cx="2181927" cy="1037013"/>
          </a:xfrm>
        </p:grpSpPr>
        <p:grpSp>
          <p:nvGrpSpPr>
            <p:cNvPr id="854" name="Google Shape;854;p41"/>
            <p:cNvGrpSpPr/>
            <p:nvPr/>
          </p:nvGrpSpPr>
          <p:grpSpPr>
            <a:xfrm>
              <a:off x="8094847" y="1074880"/>
              <a:ext cx="284403" cy="284387"/>
              <a:chOff x="1252775" y="959150"/>
              <a:chExt cx="154575" cy="154575"/>
            </a:xfrm>
          </p:grpSpPr>
          <p:sp>
            <p:nvSpPr>
              <p:cNvPr id="855" name="Google Shape;855;p41"/>
              <p:cNvSpPr/>
              <p:nvPr/>
            </p:nvSpPr>
            <p:spPr>
              <a:xfrm>
                <a:off x="1252775" y="959150"/>
                <a:ext cx="154575" cy="154575"/>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124600" tIns="124600" rIns="124600" bIns="124600" anchor="ctr" anchorCtr="0">
                <a:noAutofit/>
              </a:bodyPr>
              <a:lstStyle/>
              <a:p>
                <a:pPr marL="0" lvl="0" indent="0" algn="l" rtl="0">
                  <a:spcBef>
                    <a:spcPts val="0"/>
                  </a:spcBef>
                  <a:spcAft>
                    <a:spcPts val="0"/>
                  </a:spcAft>
                  <a:buNone/>
                </a:pPr>
                <a:endParaRPr/>
              </a:p>
            </p:txBody>
          </p:sp>
          <p:sp>
            <p:nvSpPr>
              <p:cNvPr id="856" name="Google Shape;856;p41"/>
              <p:cNvSpPr/>
              <p:nvPr/>
            </p:nvSpPr>
            <p:spPr>
              <a:xfrm>
                <a:off x="1281950" y="1000925"/>
                <a:ext cx="30900" cy="29375"/>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124600" tIns="124600" rIns="124600" bIns="124600" anchor="ctr" anchorCtr="0">
                <a:noAutofit/>
              </a:bodyPr>
              <a:lstStyle/>
              <a:p>
                <a:pPr marL="0" lvl="0" indent="0" algn="l" rtl="0">
                  <a:spcBef>
                    <a:spcPts val="0"/>
                  </a:spcBef>
                  <a:spcAft>
                    <a:spcPts val="0"/>
                  </a:spcAft>
                  <a:buNone/>
                </a:pPr>
                <a:endParaRPr/>
              </a:p>
            </p:txBody>
          </p:sp>
          <p:sp>
            <p:nvSpPr>
              <p:cNvPr id="857" name="Google Shape;857;p41"/>
              <p:cNvSpPr/>
              <p:nvPr/>
            </p:nvSpPr>
            <p:spPr>
              <a:xfrm>
                <a:off x="1347325" y="1000925"/>
                <a:ext cx="30875" cy="29375"/>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124600" tIns="124600" rIns="124600" bIns="124600" anchor="ctr" anchorCtr="0">
                <a:noAutofit/>
              </a:bodyPr>
              <a:lstStyle/>
              <a:p>
                <a:pPr marL="0" lvl="0" indent="0" algn="l" rtl="0">
                  <a:spcBef>
                    <a:spcPts val="0"/>
                  </a:spcBef>
                  <a:spcAft>
                    <a:spcPts val="0"/>
                  </a:spcAft>
                  <a:buNone/>
                </a:pPr>
                <a:endParaRPr/>
              </a:p>
            </p:txBody>
          </p:sp>
          <p:sp>
            <p:nvSpPr>
              <p:cNvPr id="858" name="Google Shape;858;p41"/>
              <p:cNvSpPr/>
              <p:nvPr/>
            </p:nvSpPr>
            <p:spPr>
              <a:xfrm>
                <a:off x="1280725" y="1044625"/>
                <a:ext cx="98625" cy="49300"/>
              </a:xfrm>
              <a:custGeom>
                <a:avLst/>
                <a:gdLst/>
                <a:ahLst/>
                <a:cxnLst/>
                <a:rect l="l" t="t" r="r" b="b"/>
                <a:pathLst>
                  <a:path w="3945" h="1972" extrusionOk="0">
                    <a:moveTo>
                      <a:pt x="1" y="0"/>
                    </a:moveTo>
                    <a:cubicBezTo>
                      <a:pt x="1" y="1090"/>
                      <a:pt x="883" y="1972"/>
                      <a:pt x="1972" y="1972"/>
                    </a:cubicBezTo>
                    <a:cubicBezTo>
                      <a:pt x="3062" y="1972"/>
                      <a:pt x="3944" y="1090"/>
                      <a:pt x="3944" y="0"/>
                    </a:cubicBezTo>
                    <a:close/>
                  </a:path>
                </a:pathLst>
              </a:custGeom>
              <a:solidFill>
                <a:schemeClr val="dk1"/>
              </a:solidFill>
              <a:ln>
                <a:noFill/>
              </a:ln>
            </p:spPr>
            <p:txBody>
              <a:bodyPr spcFirstLastPara="1" wrap="square" lIns="124600" tIns="124600" rIns="124600" bIns="124600" anchor="ctr" anchorCtr="0">
                <a:noAutofit/>
              </a:bodyPr>
              <a:lstStyle/>
              <a:p>
                <a:pPr marL="0" lvl="0" indent="0" algn="l" rtl="0">
                  <a:spcBef>
                    <a:spcPts val="0"/>
                  </a:spcBef>
                  <a:spcAft>
                    <a:spcPts val="0"/>
                  </a:spcAft>
                  <a:buNone/>
                </a:pPr>
                <a:endParaRPr/>
              </a:p>
            </p:txBody>
          </p:sp>
          <p:sp>
            <p:nvSpPr>
              <p:cNvPr id="859" name="Google Shape;859;p41"/>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rgbClr val="FF9300"/>
              </a:solidFill>
              <a:ln>
                <a:noFill/>
              </a:ln>
            </p:spPr>
            <p:txBody>
              <a:bodyPr spcFirstLastPara="1" wrap="square" lIns="124600" tIns="124600" rIns="124600" bIns="124600" anchor="ctr" anchorCtr="0">
                <a:noAutofit/>
              </a:bodyPr>
              <a:lstStyle/>
              <a:p>
                <a:pPr marL="0" lvl="0" indent="0" algn="l" rtl="0">
                  <a:spcBef>
                    <a:spcPts val="0"/>
                  </a:spcBef>
                  <a:spcAft>
                    <a:spcPts val="0"/>
                  </a:spcAft>
                  <a:buNone/>
                </a:pPr>
                <a:endParaRPr/>
              </a:p>
            </p:txBody>
          </p:sp>
          <p:sp>
            <p:nvSpPr>
              <p:cNvPr id="860" name="Google Shape;860;p41"/>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chemeClr val="lt2"/>
              </a:solidFill>
              <a:ln>
                <a:noFill/>
              </a:ln>
            </p:spPr>
            <p:txBody>
              <a:bodyPr spcFirstLastPara="1" wrap="square" lIns="124600" tIns="124600" rIns="124600" bIns="124600" anchor="ctr" anchorCtr="0">
                <a:noAutofit/>
              </a:bodyPr>
              <a:lstStyle/>
              <a:p>
                <a:pPr marL="0" lvl="0" indent="0" algn="l" rtl="0">
                  <a:spcBef>
                    <a:spcPts val="0"/>
                  </a:spcBef>
                  <a:spcAft>
                    <a:spcPts val="0"/>
                  </a:spcAft>
                  <a:buNone/>
                </a:pPr>
                <a:endParaRPr/>
              </a:p>
            </p:txBody>
          </p:sp>
        </p:grpSp>
        <p:grpSp>
          <p:nvGrpSpPr>
            <p:cNvPr id="861" name="Google Shape;861;p41"/>
            <p:cNvGrpSpPr/>
            <p:nvPr/>
          </p:nvGrpSpPr>
          <p:grpSpPr>
            <a:xfrm>
              <a:off x="6409539" y="322253"/>
              <a:ext cx="485454" cy="442220"/>
              <a:chOff x="1453550" y="959950"/>
              <a:chExt cx="167925" cy="152975"/>
            </a:xfrm>
          </p:grpSpPr>
          <p:sp>
            <p:nvSpPr>
              <p:cNvPr id="862" name="Google Shape;862;p41"/>
              <p:cNvSpPr/>
              <p:nvPr/>
            </p:nvSpPr>
            <p:spPr>
              <a:xfrm>
                <a:off x="1453550" y="959950"/>
                <a:ext cx="167925" cy="152975"/>
              </a:xfrm>
              <a:custGeom>
                <a:avLst/>
                <a:gdLst/>
                <a:ahLst/>
                <a:cxnLst/>
                <a:rect l="l" t="t" r="r" b="b"/>
                <a:pathLst>
                  <a:path w="6717" h="6119" extrusionOk="0">
                    <a:moveTo>
                      <a:pt x="3359" y="0"/>
                    </a:moveTo>
                    <a:cubicBezTo>
                      <a:pt x="2576" y="0"/>
                      <a:pt x="1793" y="299"/>
                      <a:pt x="1195" y="896"/>
                    </a:cubicBezTo>
                    <a:cubicBezTo>
                      <a:pt x="1" y="2091"/>
                      <a:pt x="1" y="4027"/>
                      <a:pt x="1195" y="5222"/>
                    </a:cubicBezTo>
                    <a:cubicBezTo>
                      <a:pt x="1793" y="5820"/>
                      <a:pt x="2576" y="6118"/>
                      <a:pt x="3359" y="6118"/>
                    </a:cubicBezTo>
                    <a:cubicBezTo>
                      <a:pt x="4142" y="6118"/>
                      <a:pt x="4925" y="5820"/>
                      <a:pt x="5523" y="5222"/>
                    </a:cubicBezTo>
                    <a:cubicBezTo>
                      <a:pt x="6716" y="4027"/>
                      <a:pt x="6716" y="2091"/>
                      <a:pt x="5523" y="896"/>
                    </a:cubicBezTo>
                    <a:cubicBezTo>
                      <a:pt x="4925" y="299"/>
                      <a:pt x="4142" y="0"/>
                      <a:pt x="3359" y="0"/>
                    </a:cubicBezTo>
                    <a:close/>
                  </a:path>
                </a:pathLst>
              </a:custGeom>
              <a:solidFill>
                <a:schemeClr val="dk2"/>
              </a:solidFill>
              <a:ln>
                <a:noFill/>
              </a:ln>
            </p:spPr>
            <p:txBody>
              <a:bodyPr spcFirstLastPara="1" wrap="square" lIns="124600" tIns="124600" rIns="124600" bIns="124600" anchor="ctr" anchorCtr="0">
                <a:noAutofit/>
              </a:bodyPr>
              <a:lstStyle/>
              <a:p>
                <a:pPr marL="0" lvl="0" indent="0" algn="l" rtl="0">
                  <a:spcBef>
                    <a:spcPts val="0"/>
                  </a:spcBef>
                  <a:spcAft>
                    <a:spcPts val="0"/>
                  </a:spcAft>
                  <a:buNone/>
                </a:pPr>
                <a:endParaRPr/>
              </a:p>
            </p:txBody>
          </p:sp>
          <p:sp>
            <p:nvSpPr>
              <p:cNvPr id="863" name="Google Shape;863;p41"/>
              <p:cNvSpPr/>
              <p:nvPr/>
            </p:nvSpPr>
            <p:spPr>
              <a:xfrm>
                <a:off x="1495475" y="998925"/>
                <a:ext cx="84150" cy="80175"/>
              </a:xfrm>
              <a:custGeom>
                <a:avLst/>
                <a:gdLst/>
                <a:ahLst/>
                <a:cxnLst/>
                <a:rect l="l" t="t" r="r" b="b"/>
                <a:pathLst>
                  <a:path w="3366" h="3207" extrusionOk="0">
                    <a:moveTo>
                      <a:pt x="909" y="0"/>
                    </a:moveTo>
                    <a:cubicBezTo>
                      <a:pt x="863" y="0"/>
                      <a:pt x="811" y="2"/>
                      <a:pt x="758" y="8"/>
                    </a:cubicBezTo>
                    <a:cubicBezTo>
                      <a:pt x="427" y="40"/>
                      <a:pt x="46" y="343"/>
                      <a:pt x="0" y="921"/>
                    </a:cubicBezTo>
                    <a:lnTo>
                      <a:pt x="0" y="1113"/>
                    </a:lnTo>
                    <a:cubicBezTo>
                      <a:pt x="42" y="1668"/>
                      <a:pt x="461" y="2351"/>
                      <a:pt x="1683" y="3207"/>
                    </a:cubicBezTo>
                    <a:cubicBezTo>
                      <a:pt x="2903" y="2350"/>
                      <a:pt x="3322" y="1668"/>
                      <a:pt x="3365" y="1113"/>
                    </a:cubicBezTo>
                    <a:lnTo>
                      <a:pt x="3365" y="921"/>
                    </a:lnTo>
                    <a:cubicBezTo>
                      <a:pt x="3318" y="341"/>
                      <a:pt x="2937" y="39"/>
                      <a:pt x="2606" y="8"/>
                    </a:cubicBezTo>
                    <a:cubicBezTo>
                      <a:pt x="2553" y="2"/>
                      <a:pt x="2503" y="0"/>
                      <a:pt x="2455" y="0"/>
                    </a:cubicBezTo>
                    <a:cubicBezTo>
                      <a:pt x="2076" y="0"/>
                      <a:pt x="1892" y="165"/>
                      <a:pt x="1683" y="412"/>
                    </a:cubicBezTo>
                    <a:cubicBezTo>
                      <a:pt x="1472" y="165"/>
                      <a:pt x="1291" y="0"/>
                      <a:pt x="909" y="0"/>
                    </a:cubicBezTo>
                    <a:close/>
                  </a:path>
                </a:pathLst>
              </a:custGeom>
              <a:solidFill>
                <a:schemeClr val="accent1"/>
              </a:solidFill>
              <a:ln>
                <a:noFill/>
              </a:ln>
            </p:spPr>
            <p:txBody>
              <a:bodyPr spcFirstLastPara="1" wrap="square" lIns="124600" tIns="124600" rIns="124600" bIns="124600" anchor="ctr" anchorCtr="0">
                <a:noAutofit/>
              </a:bodyPr>
              <a:lstStyle/>
              <a:p>
                <a:pPr marL="0" lvl="0" indent="0" algn="l" rtl="0">
                  <a:spcBef>
                    <a:spcPts val="0"/>
                  </a:spcBef>
                  <a:spcAft>
                    <a:spcPts val="0"/>
                  </a:spcAft>
                  <a:buNone/>
                </a:pPr>
                <a:endParaRPr/>
              </a:p>
            </p:txBody>
          </p:sp>
        </p:grpSp>
        <p:sp>
          <p:nvSpPr>
            <p:cNvPr id="864" name="Google Shape;864;p41"/>
            <p:cNvSpPr/>
            <p:nvPr/>
          </p:nvSpPr>
          <p:spPr>
            <a:xfrm>
              <a:off x="6197329" y="485049"/>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2"/>
            </a:solidFill>
            <a:ln>
              <a:noFill/>
            </a:ln>
          </p:spPr>
          <p:txBody>
            <a:bodyPr spcFirstLastPara="1" wrap="square" lIns="124600" tIns="124600" rIns="124600" bIns="124600" anchor="ctr" anchorCtr="0">
              <a:noAutofit/>
            </a:bodyPr>
            <a:lstStyle/>
            <a:p>
              <a:pPr marL="0" lvl="0" indent="0" algn="l" rtl="0">
                <a:spcBef>
                  <a:spcPts val="0"/>
                </a:spcBef>
                <a:spcAft>
                  <a:spcPts val="0"/>
                </a:spcAft>
                <a:buNone/>
              </a:pPr>
              <a:endParaRPr/>
            </a:p>
          </p:txBody>
        </p:sp>
        <p:sp>
          <p:nvSpPr>
            <p:cNvPr id="865" name="Google Shape;865;p41"/>
            <p:cNvSpPr/>
            <p:nvPr/>
          </p:nvSpPr>
          <p:spPr>
            <a:xfrm>
              <a:off x="6197323" y="689126"/>
              <a:ext cx="245769" cy="24568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6"/>
            </a:solidFill>
            <a:ln>
              <a:noFill/>
            </a:ln>
          </p:spPr>
          <p:txBody>
            <a:bodyPr spcFirstLastPara="1" wrap="square" lIns="124600" tIns="124600" rIns="124600" bIns="124600" anchor="ctr" anchorCtr="0">
              <a:noAutofit/>
            </a:bodyPr>
            <a:lstStyle/>
            <a:p>
              <a:pPr marL="0" lvl="0" indent="0" algn="l" rtl="0">
                <a:spcBef>
                  <a:spcPts val="0"/>
                </a:spcBef>
                <a:spcAft>
                  <a:spcPts val="0"/>
                </a:spcAft>
                <a:buNone/>
              </a:pPr>
              <a:endParaRPr/>
            </a:p>
          </p:txBody>
        </p:sp>
        <p:sp>
          <p:nvSpPr>
            <p:cNvPr id="866" name="Google Shape;866;p41"/>
            <p:cNvSpPr/>
            <p:nvPr/>
          </p:nvSpPr>
          <p:spPr>
            <a:xfrm>
              <a:off x="6582227" y="934827"/>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5"/>
            </a:solidFill>
            <a:ln>
              <a:noFill/>
            </a:ln>
          </p:spPr>
          <p:txBody>
            <a:bodyPr spcFirstLastPara="1" wrap="square" lIns="124600" tIns="124600" rIns="124600" bIns="124600"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51"/>
                                        </p:tgtEl>
                                        <p:attrNameLst>
                                          <p:attrName>style.visibility</p:attrName>
                                        </p:attrNameLst>
                                      </p:cBhvr>
                                      <p:to>
                                        <p:strVal val="visible"/>
                                      </p:to>
                                    </p:set>
                                    <p:anim calcmode="lin" valueType="num">
                                      <p:cBhvr additive="base">
                                        <p:cTn id="7" dur="1000"/>
                                        <p:tgtEl>
                                          <p:spTgt spid="851"/>
                                        </p:tgtEl>
                                        <p:attrNameLst>
                                          <p:attrName>ppt_x</p:attrName>
                                        </p:attrNameLst>
                                      </p:cBhvr>
                                      <p:tavLst>
                                        <p:tav tm="0">
                                          <p:val>
                                            <p:strVal val="#ppt_x-1"/>
                                          </p:val>
                                        </p:tav>
                                        <p:tav tm="100000">
                                          <p:val>
                                            <p:strVal val="#ppt_x"/>
                                          </p:val>
                                        </p:tav>
                                      </p:tavLst>
                                    </p:anim>
                                  </p:childTnLst>
                                </p:cTn>
                              </p:par>
                              <p:par>
                                <p:cTn id="8" presetID="23" presetClass="entr" presetSubtype="16" fill="hold" nodeType="withEffect">
                                  <p:stCondLst>
                                    <p:cond delay="0"/>
                                  </p:stCondLst>
                                  <p:childTnLst>
                                    <p:set>
                                      <p:cBhvr>
                                        <p:cTn id="9" dur="1" fill="hold">
                                          <p:stCondLst>
                                            <p:cond delay="0"/>
                                          </p:stCondLst>
                                        </p:cTn>
                                        <p:tgtEl>
                                          <p:spTgt spid="852"/>
                                        </p:tgtEl>
                                        <p:attrNameLst>
                                          <p:attrName>style.visibility</p:attrName>
                                        </p:attrNameLst>
                                      </p:cBhvr>
                                      <p:to>
                                        <p:strVal val="visible"/>
                                      </p:to>
                                    </p:set>
                                    <p:anim calcmode="lin" valueType="num">
                                      <p:cBhvr additive="base">
                                        <p:cTn id="10" dur="1000"/>
                                        <p:tgtEl>
                                          <p:spTgt spid="852"/>
                                        </p:tgtEl>
                                        <p:attrNameLst>
                                          <p:attrName>ppt_w</p:attrName>
                                        </p:attrNameLst>
                                      </p:cBhvr>
                                      <p:tavLst>
                                        <p:tav tm="0">
                                          <p:val>
                                            <p:strVal val="0"/>
                                          </p:val>
                                        </p:tav>
                                        <p:tav tm="100000">
                                          <p:val>
                                            <p:strVal val="#ppt_w"/>
                                          </p:val>
                                        </p:tav>
                                      </p:tavLst>
                                    </p:anim>
                                    <p:anim calcmode="lin" valueType="num">
                                      <p:cBhvr additive="base">
                                        <p:cTn id="11" dur="1000"/>
                                        <p:tgtEl>
                                          <p:spTgt spid="852"/>
                                        </p:tgtEl>
                                        <p:attrNameLst>
                                          <p:attrName>ppt_h</p:attrName>
                                        </p:attrNameLst>
                                      </p:cBhvr>
                                      <p:tavLst>
                                        <p:tav tm="0">
                                          <p:val>
                                            <p:strVal val="0"/>
                                          </p:val>
                                        </p:tav>
                                        <p:tav tm="100000">
                                          <p:val>
                                            <p:strVal val="#ppt_h"/>
                                          </p:val>
                                        </p:tav>
                                      </p:tavLst>
                                    </p:anim>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853"/>
                                        </p:tgtEl>
                                        <p:attrNameLst>
                                          <p:attrName>style.visibility</p:attrName>
                                        </p:attrNameLst>
                                      </p:cBhvr>
                                      <p:to>
                                        <p:strVal val="visible"/>
                                      </p:to>
                                    </p:set>
                                    <p:anim calcmode="lin" valueType="num">
                                      <p:cBhvr additive="base">
                                        <p:cTn id="15" dur="1000"/>
                                        <p:tgtEl>
                                          <p:spTgt spid="853"/>
                                        </p:tgtEl>
                                        <p:attrNameLst>
                                          <p:attrName>ppt_w</p:attrName>
                                        </p:attrNameLst>
                                      </p:cBhvr>
                                      <p:tavLst>
                                        <p:tav tm="0">
                                          <p:val>
                                            <p:strVal val="0"/>
                                          </p:val>
                                        </p:tav>
                                        <p:tav tm="100000">
                                          <p:val>
                                            <p:strVal val="#ppt_w"/>
                                          </p:val>
                                        </p:tav>
                                      </p:tavLst>
                                    </p:anim>
                                    <p:anim calcmode="lin" valueType="num">
                                      <p:cBhvr additive="base">
                                        <p:cTn id="16" dur="1000"/>
                                        <p:tgtEl>
                                          <p:spTgt spid="85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42"/>
          <p:cNvSpPr txBox="1">
            <a:spLocks noGrp="1"/>
          </p:cNvSpPr>
          <p:nvPr>
            <p:ph type="title"/>
          </p:nvPr>
        </p:nvSpPr>
        <p:spPr>
          <a:xfrm>
            <a:off x="720000" y="445025"/>
            <a:ext cx="7759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QUESTION 2</a:t>
            </a:r>
            <a:endParaRPr/>
          </a:p>
        </p:txBody>
      </p:sp>
      <p:sp>
        <p:nvSpPr>
          <p:cNvPr id="872" name="Google Shape;872;p42"/>
          <p:cNvSpPr txBox="1">
            <a:spLocks noGrp="1"/>
          </p:cNvSpPr>
          <p:nvPr>
            <p:ph type="body" idx="1"/>
          </p:nvPr>
        </p:nvSpPr>
        <p:spPr>
          <a:xfrm>
            <a:off x="563750" y="1110068"/>
            <a:ext cx="7915800" cy="3173100"/>
          </a:xfrm>
          <a:prstGeom prst="rect">
            <a:avLst/>
          </a:prstGeom>
        </p:spPr>
        <p:txBody>
          <a:bodyPr spcFirstLastPara="1" wrap="square" lIns="91425" tIns="91425" rIns="91425" bIns="91425" anchor="t" anchorCtr="0">
            <a:noAutofit/>
          </a:bodyPr>
          <a:lstStyle/>
          <a:p>
            <a:pPr marL="457200" lvl="0" indent="-314325" algn="l" rtl="0">
              <a:lnSpc>
                <a:spcPct val="105000"/>
              </a:lnSpc>
              <a:spcBef>
                <a:spcPts val="0"/>
              </a:spcBef>
              <a:spcAft>
                <a:spcPts val="0"/>
              </a:spcAft>
              <a:buSzPts val="1350"/>
              <a:buChar char="●"/>
            </a:pPr>
            <a:r>
              <a:rPr lang="en" sz="1350"/>
              <a:t>Which combinations of smartphone usage behaviors best predict lower academic performance?</a:t>
            </a:r>
            <a:endParaRPr sz="1350"/>
          </a:p>
          <a:p>
            <a:pPr marL="457200" lvl="0" indent="-314325" algn="l" rtl="0">
              <a:lnSpc>
                <a:spcPct val="105000"/>
              </a:lnSpc>
              <a:spcBef>
                <a:spcPts val="0"/>
              </a:spcBef>
              <a:spcAft>
                <a:spcPts val="0"/>
              </a:spcAft>
              <a:buSzPts val="1350"/>
              <a:buChar char="●"/>
            </a:pPr>
            <a:r>
              <a:rPr lang="en" sz="1350"/>
              <a:t>Conducted pairwise correlation analysis to identify relationships between variables</a:t>
            </a:r>
            <a:endParaRPr sz="1350"/>
          </a:p>
          <a:p>
            <a:pPr marL="457200" lvl="0" indent="-314325" algn="l" rtl="0">
              <a:lnSpc>
                <a:spcPct val="105000"/>
              </a:lnSpc>
              <a:spcBef>
                <a:spcPts val="0"/>
              </a:spcBef>
              <a:spcAft>
                <a:spcPts val="0"/>
              </a:spcAft>
              <a:buSzPts val="1350"/>
              <a:buChar char="●"/>
            </a:pPr>
            <a:r>
              <a:rPr lang="en" sz="1350"/>
              <a:t>Focused on Addiction Level and Academic Performance</a:t>
            </a:r>
            <a:endParaRPr sz="1350"/>
          </a:p>
          <a:p>
            <a:pPr marL="457200" lvl="0" indent="-314325" algn="l" rtl="0">
              <a:lnSpc>
                <a:spcPct val="105000"/>
              </a:lnSpc>
              <a:spcBef>
                <a:spcPts val="0"/>
              </a:spcBef>
              <a:spcAft>
                <a:spcPts val="0"/>
              </a:spcAft>
              <a:buSzPts val="1350"/>
              <a:buChar char="●"/>
            </a:pPr>
            <a:r>
              <a:rPr lang="en" sz="1350"/>
              <a:t>Statistical Methods Used</a:t>
            </a:r>
            <a:endParaRPr sz="1350"/>
          </a:p>
          <a:p>
            <a:pPr marL="914400" lvl="1" indent="-314325" algn="l" rtl="0">
              <a:lnSpc>
                <a:spcPct val="105000"/>
              </a:lnSpc>
              <a:spcBef>
                <a:spcPts val="0"/>
              </a:spcBef>
              <a:spcAft>
                <a:spcPts val="0"/>
              </a:spcAft>
              <a:buSzPts val="1350"/>
              <a:buChar char="○"/>
            </a:pPr>
            <a:r>
              <a:rPr lang="en" sz="1350"/>
              <a:t>One-Way ANOVA: Compare academic performance across addiction groups (assumes normal distribution)</a:t>
            </a:r>
            <a:endParaRPr sz="1350"/>
          </a:p>
          <a:p>
            <a:pPr marL="914400" lvl="1" indent="-314325" algn="l" rtl="0">
              <a:lnSpc>
                <a:spcPct val="105000"/>
              </a:lnSpc>
              <a:spcBef>
                <a:spcPts val="0"/>
              </a:spcBef>
              <a:spcAft>
                <a:spcPts val="0"/>
              </a:spcAft>
              <a:buSzPts val="1350"/>
              <a:buChar char="○"/>
            </a:pPr>
            <a:r>
              <a:rPr lang="en" sz="1350"/>
              <a:t>Kruskal-Wallis H-Test: Test for median differences when data is not normal</a:t>
            </a:r>
            <a:endParaRPr sz="1350"/>
          </a:p>
          <a:p>
            <a:pPr marL="914400" lvl="1" indent="-314325" algn="l" rtl="0">
              <a:lnSpc>
                <a:spcPct val="105000"/>
              </a:lnSpc>
              <a:spcBef>
                <a:spcPts val="0"/>
              </a:spcBef>
              <a:spcAft>
                <a:spcPts val="0"/>
              </a:spcAft>
              <a:buSzPts val="1350"/>
              <a:buChar char="○"/>
            </a:pPr>
            <a:r>
              <a:rPr lang="en" sz="1350"/>
              <a:t>Dunn-Bonferroni Post-Hoc Test: Pairwise comparisons of group means after ANOVA or Kruskal-Wallis</a:t>
            </a:r>
            <a:endParaRPr sz="1350"/>
          </a:p>
          <a:p>
            <a:pPr marL="914400" lvl="1" indent="-314325" algn="l" rtl="0">
              <a:lnSpc>
                <a:spcPct val="105000"/>
              </a:lnSpc>
              <a:spcBef>
                <a:spcPts val="0"/>
              </a:spcBef>
              <a:spcAft>
                <a:spcPts val="0"/>
              </a:spcAft>
              <a:buSzPts val="1350"/>
              <a:buChar char="○"/>
            </a:pPr>
            <a:r>
              <a:rPr lang="en" sz="1350"/>
              <a:t>Pearson Correlation Coefficient: Measures strength and direction of linear relationships</a:t>
            </a:r>
            <a:endParaRPr sz="1350"/>
          </a:p>
          <a:p>
            <a:pPr marL="457200" lvl="0" indent="-314325" algn="l" rtl="0">
              <a:lnSpc>
                <a:spcPct val="105000"/>
              </a:lnSpc>
              <a:spcBef>
                <a:spcPts val="0"/>
              </a:spcBef>
              <a:spcAft>
                <a:spcPts val="0"/>
              </a:spcAft>
              <a:buSzPts val="1350"/>
              <a:buChar char="●"/>
            </a:pPr>
            <a:r>
              <a:rPr lang="en" sz="1350"/>
              <a:t>Goal: Identify smartphone usage combinations associated with lower academic outcomes</a:t>
            </a:r>
            <a:endParaRPr sz="1350"/>
          </a:p>
        </p:txBody>
      </p:sp>
      <p:grpSp>
        <p:nvGrpSpPr>
          <p:cNvPr id="873" name="Google Shape;873;p42"/>
          <p:cNvGrpSpPr/>
          <p:nvPr/>
        </p:nvGrpSpPr>
        <p:grpSpPr>
          <a:xfrm>
            <a:off x="563755" y="2687668"/>
            <a:ext cx="443739" cy="775934"/>
            <a:chOff x="773930" y="1606668"/>
            <a:chExt cx="443739" cy="775934"/>
          </a:xfrm>
        </p:grpSpPr>
        <p:sp>
          <p:nvSpPr>
            <p:cNvPr id="874" name="Google Shape;874;p42"/>
            <p:cNvSpPr/>
            <p:nvPr/>
          </p:nvSpPr>
          <p:spPr>
            <a:xfrm rot="909554">
              <a:off x="809811" y="1649668"/>
              <a:ext cx="371977" cy="323881"/>
            </a:xfrm>
            <a:custGeom>
              <a:avLst/>
              <a:gdLst/>
              <a:ahLst/>
              <a:cxnLst/>
              <a:rect l="l" t="t" r="r" b="b"/>
              <a:pathLst>
                <a:path w="6958" h="6058" extrusionOk="0">
                  <a:moveTo>
                    <a:pt x="3903" y="1"/>
                  </a:moveTo>
                  <a:cubicBezTo>
                    <a:pt x="3640" y="1"/>
                    <a:pt x="3429" y="195"/>
                    <a:pt x="3429" y="435"/>
                  </a:cubicBezTo>
                  <a:lnTo>
                    <a:pt x="3429" y="898"/>
                  </a:lnTo>
                  <a:cubicBezTo>
                    <a:pt x="3304" y="2429"/>
                    <a:pt x="2141" y="2828"/>
                    <a:pt x="2141" y="2828"/>
                  </a:cubicBezTo>
                  <a:lnTo>
                    <a:pt x="2141" y="2396"/>
                  </a:lnTo>
                  <a:lnTo>
                    <a:pt x="0" y="2396"/>
                  </a:lnTo>
                  <a:lnTo>
                    <a:pt x="0" y="6058"/>
                  </a:lnTo>
                  <a:lnTo>
                    <a:pt x="2141" y="6058"/>
                  </a:lnTo>
                  <a:lnTo>
                    <a:pt x="2141" y="5594"/>
                  </a:lnTo>
                  <a:cubicBezTo>
                    <a:pt x="2141" y="5594"/>
                    <a:pt x="2633" y="5935"/>
                    <a:pt x="4016" y="5954"/>
                  </a:cubicBezTo>
                  <a:cubicBezTo>
                    <a:pt x="4083" y="5985"/>
                    <a:pt x="4155" y="6006"/>
                    <a:pt x="4233" y="6006"/>
                  </a:cubicBezTo>
                  <a:lnTo>
                    <a:pt x="5862" y="6006"/>
                  </a:lnTo>
                  <a:cubicBezTo>
                    <a:pt x="6136" y="6006"/>
                    <a:pt x="6358" y="5782"/>
                    <a:pt x="6358" y="5508"/>
                  </a:cubicBezTo>
                  <a:cubicBezTo>
                    <a:pt x="6358" y="5335"/>
                    <a:pt x="6269" y="5183"/>
                    <a:pt x="6136" y="5094"/>
                  </a:cubicBezTo>
                  <a:cubicBezTo>
                    <a:pt x="6375" y="5057"/>
                    <a:pt x="6558" y="4853"/>
                    <a:pt x="6558" y="4605"/>
                  </a:cubicBezTo>
                  <a:cubicBezTo>
                    <a:pt x="6558" y="4433"/>
                    <a:pt x="6470" y="4281"/>
                    <a:pt x="6336" y="4192"/>
                  </a:cubicBezTo>
                  <a:cubicBezTo>
                    <a:pt x="6575" y="4154"/>
                    <a:pt x="6759" y="3951"/>
                    <a:pt x="6759" y="3702"/>
                  </a:cubicBezTo>
                  <a:cubicBezTo>
                    <a:pt x="6759" y="3530"/>
                    <a:pt x="6670" y="3378"/>
                    <a:pt x="6536" y="3287"/>
                  </a:cubicBezTo>
                  <a:cubicBezTo>
                    <a:pt x="6772" y="3252"/>
                    <a:pt x="6957" y="3049"/>
                    <a:pt x="6957" y="2800"/>
                  </a:cubicBezTo>
                  <a:cubicBezTo>
                    <a:pt x="6957" y="2525"/>
                    <a:pt x="6735" y="2301"/>
                    <a:pt x="6461" y="2301"/>
                  </a:cubicBezTo>
                  <a:lnTo>
                    <a:pt x="4831" y="2301"/>
                  </a:lnTo>
                  <a:cubicBezTo>
                    <a:pt x="4756" y="2301"/>
                    <a:pt x="4683" y="2321"/>
                    <a:pt x="4618" y="2352"/>
                  </a:cubicBezTo>
                  <a:lnTo>
                    <a:pt x="4284" y="2352"/>
                  </a:lnTo>
                  <a:cubicBezTo>
                    <a:pt x="4514" y="1683"/>
                    <a:pt x="4379" y="435"/>
                    <a:pt x="4379" y="435"/>
                  </a:cubicBezTo>
                  <a:cubicBezTo>
                    <a:pt x="4379" y="195"/>
                    <a:pt x="4166" y="1"/>
                    <a:pt x="39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2"/>
            <p:cNvSpPr/>
            <p:nvPr/>
          </p:nvSpPr>
          <p:spPr>
            <a:xfrm>
              <a:off x="869031" y="2134975"/>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 name="Google Shape;876;p42"/>
          <p:cNvGrpSpPr/>
          <p:nvPr/>
        </p:nvGrpSpPr>
        <p:grpSpPr>
          <a:xfrm>
            <a:off x="7790956" y="844035"/>
            <a:ext cx="688600" cy="434267"/>
            <a:chOff x="777431" y="4037735"/>
            <a:chExt cx="688600" cy="434267"/>
          </a:xfrm>
        </p:grpSpPr>
        <p:grpSp>
          <p:nvGrpSpPr>
            <p:cNvPr id="877" name="Google Shape;877;p42"/>
            <p:cNvGrpSpPr/>
            <p:nvPr/>
          </p:nvGrpSpPr>
          <p:grpSpPr>
            <a:xfrm rot="10800000">
              <a:off x="777431" y="4037735"/>
              <a:ext cx="350586" cy="434267"/>
              <a:chOff x="8507681" y="4005735"/>
              <a:chExt cx="350586" cy="434267"/>
            </a:xfrm>
          </p:grpSpPr>
          <p:sp>
            <p:nvSpPr>
              <p:cNvPr id="878" name="Google Shape;878;p42"/>
              <p:cNvSpPr/>
              <p:nvPr/>
            </p:nvSpPr>
            <p:spPr>
              <a:xfrm>
                <a:off x="8507681" y="4192375"/>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2"/>
              <p:cNvSpPr/>
              <p:nvPr/>
            </p:nvSpPr>
            <p:spPr>
              <a:xfrm>
                <a:off x="8713298" y="4005735"/>
                <a:ext cx="144969" cy="144901"/>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0" name="Google Shape;880;p42"/>
            <p:cNvSpPr/>
            <p:nvPr/>
          </p:nvSpPr>
          <p:spPr>
            <a:xfrm>
              <a:off x="1168950" y="4213225"/>
              <a:ext cx="297081" cy="258777"/>
            </a:xfrm>
            <a:custGeom>
              <a:avLst/>
              <a:gdLst/>
              <a:ahLst/>
              <a:cxnLst/>
              <a:rect l="l" t="t" r="r" b="b"/>
              <a:pathLst>
                <a:path w="6957" h="6060" extrusionOk="0">
                  <a:moveTo>
                    <a:pt x="4816" y="1"/>
                  </a:moveTo>
                  <a:lnTo>
                    <a:pt x="4816" y="465"/>
                  </a:lnTo>
                  <a:cubicBezTo>
                    <a:pt x="4816" y="465"/>
                    <a:pt x="4324" y="124"/>
                    <a:pt x="2941" y="105"/>
                  </a:cubicBezTo>
                  <a:cubicBezTo>
                    <a:pt x="2874" y="73"/>
                    <a:pt x="2803" y="53"/>
                    <a:pt x="2724" y="53"/>
                  </a:cubicBezTo>
                  <a:lnTo>
                    <a:pt x="1098" y="53"/>
                  </a:lnTo>
                  <a:cubicBezTo>
                    <a:pt x="822" y="53"/>
                    <a:pt x="600" y="278"/>
                    <a:pt x="600" y="552"/>
                  </a:cubicBezTo>
                  <a:cubicBezTo>
                    <a:pt x="600" y="724"/>
                    <a:pt x="690" y="876"/>
                    <a:pt x="822" y="964"/>
                  </a:cubicBezTo>
                  <a:cubicBezTo>
                    <a:pt x="583" y="1002"/>
                    <a:pt x="400" y="1206"/>
                    <a:pt x="400" y="1454"/>
                  </a:cubicBezTo>
                  <a:cubicBezTo>
                    <a:pt x="400" y="1627"/>
                    <a:pt x="489" y="1778"/>
                    <a:pt x="622" y="1867"/>
                  </a:cubicBezTo>
                  <a:cubicBezTo>
                    <a:pt x="383" y="1904"/>
                    <a:pt x="199" y="2109"/>
                    <a:pt x="199" y="2356"/>
                  </a:cubicBezTo>
                  <a:cubicBezTo>
                    <a:pt x="199" y="2528"/>
                    <a:pt x="288" y="2681"/>
                    <a:pt x="422" y="2772"/>
                  </a:cubicBezTo>
                  <a:cubicBezTo>
                    <a:pt x="183" y="2807"/>
                    <a:pt x="1" y="3010"/>
                    <a:pt x="1" y="3259"/>
                  </a:cubicBezTo>
                  <a:cubicBezTo>
                    <a:pt x="1" y="3534"/>
                    <a:pt x="223" y="3757"/>
                    <a:pt x="497" y="3757"/>
                  </a:cubicBezTo>
                  <a:lnTo>
                    <a:pt x="2125" y="3757"/>
                  </a:lnTo>
                  <a:cubicBezTo>
                    <a:pt x="2202" y="3757"/>
                    <a:pt x="2273" y="3740"/>
                    <a:pt x="2339" y="3707"/>
                  </a:cubicBezTo>
                  <a:lnTo>
                    <a:pt x="2672" y="3707"/>
                  </a:lnTo>
                  <a:cubicBezTo>
                    <a:pt x="2442" y="4377"/>
                    <a:pt x="2577" y="5624"/>
                    <a:pt x="2577" y="5624"/>
                  </a:cubicBezTo>
                  <a:cubicBezTo>
                    <a:pt x="2577" y="5864"/>
                    <a:pt x="2791" y="6060"/>
                    <a:pt x="3055" y="6060"/>
                  </a:cubicBezTo>
                  <a:cubicBezTo>
                    <a:pt x="3317" y="6060"/>
                    <a:pt x="3529" y="5864"/>
                    <a:pt x="3529" y="5624"/>
                  </a:cubicBezTo>
                  <a:lnTo>
                    <a:pt x="3529" y="5163"/>
                  </a:lnTo>
                  <a:cubicBezTo>
                    <a:pt x="3652" y="3630"/>
                    <a:pt x="4816" y="3231"/>
                    <a:pt x="4816" y="3231"/>
                  </a:cubicBezTo>
                  <a:lnTo>
                    <a:pt x="4816" y="3663"/>
                  </a:lnTo>
                  <a:lnTo>
                    <a:pt x="6957" y="3663"/>
                  </a:lnTo>
                  <a:lnTo>
                    <a:pt x="695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72"/>
                                        </p:tgtEl>
                                        <p:attrNameLst>
                                          <p:attrName>style.visibility</p:attrName>
                                        </p:attrNameLst>
                                      </p:cBhvr>
                                      <p:to>
                                        <p:strVal val="visible"/>
                                      </p:to>
                                    </p:set>
                                    <p:anim calcmode="lin" valueType="num">
                                      <p:cBhvr additive="base">
                                        <p:cTn id="7" dur="1000"/>
                                        <p:tgtEl>
                                          <p:spTgt spid="872"/>
                                        </p:tgtEl>
                                        <p:attrNameLst>
                                          <p:attrName>ppt_y</p:attrName>
                                        </p:attrNameLst>
                                      </p:cBhvr>
                                      <p:tavLst>
                                        <p:tav tm="0">
                                          <p:val>
                                            <p:strVal val="#ppt_y+1"/>
                                          </p:val>
                                        </p:tav>
                                        <p:tav tm="100000">
                                          <p:val>
                                            <p:strVal val="#ppt_y"/>
                                          </p:val>
                                        </p:tav>
                                      </p:tavLst>
                                    </p:anim>
                                  </p:childTnLst>
                                </p:cTn>
                              </p:par>
                              <p:par>
                                <p:cTn id="8" presetID="23" presetClass="entr" presetSubtype="16" fill="hold" nodeType="withEffect">
                                  <p:stCondLst>
                                    <p:cond delay="0"/>
                                  </p:stCondLst>
                                  <p:childTnLst>
                                    <p:set>
                                      <p:cBhvr>
                                        <p:cTn id="9" dur="1" fill="hold">
                                          <p:stCondLst>
                                            <p:cond delay="0"/>
                                          </p:stCondLst>
                                        </p:cTn>
                                        <p:tgtEl>
                                          <p:spTgt spid="876"/>
                                        </p:tgtEl>
                                        <p:attrNameLst>
                                          <p:attrName>style.visibility</p:attrName>
                                        </p:attrNameLst>
                                      </p:cBhvr>
                                      <p:to>
                                        <p:strVal val="visible"/>
                                      </p:to>
                                    </p:set>
                                    <p:anim calcmode="lin" valueType="num">
                                      <p:cBhvr additive="base">
                                        <p:cTn id="10" dur="1000"/>
                                        <p:tgtEl>
                                          <p:spTgt spid="876"/>
                                        </p:tgtEl>
                                        <p:attrNameLst>
                                          <p:attrName>ppt_w</p:attrName>
                                        </p:attrNameLst>
                                      </p:cBhvr>
                                      <p:tavLst>
                                        <p:tav tm="0">
                                          <p:val>
                                            <p:strVal val="0"/>
                                          </p:val>
                                        </p:tav>
                                        <p:tav tm="100000">
                                          <p:val>
                                            <p:strVal val="#ppt_w"/>
                                          </p:val>
                                        </p:tav>
                                      </p:tavLst>
                                    </p:anim>
                                    <p:anim calcmode="lin" valueType="num">
                                      <p:cBhvr additive="base">
                                        <p:cTn id="11" dur="1000"/>
                                        <p:tgtEl>
                                          <p:spTgt spid="876"/>
                                        </p:tgtEl>
                                        <p:attrNameLst>
                                          <p:attrName>ppt_h</p:attrName>
                                        </p:attrNameLst>
                                      </p:cBhvr>
                                      <p:tavLst>
                                        <p:tav tm="0">
                                          <p:val>
                                            <p:strVal val="0"/>
                                          </p:val>
                                        </p:tav>
                                        <p:tav tm="100000">
                                          <p:val>
                                            <p:strVal val="#ppt_h"/>
                                          </p:val>
                                        </p:tav>
                                      </p:tavLst>
                                    </p:anim>
                                  </p:childTnLst>
                                </p:cTn>
                              </p:par>
                              <p:par>
                                <p:cTn id="12" presetID="23" presetClass="entr" presetSubtype="16" fill="hold" nodeType="withEffect">
                                  <p:stCondLst>
                                    <p:cond delay="0"/>
                                  </p:stCondLst>
                                  <p:childTnLst>
                                    <p:set>
                                      <p:cBhvr>
                                        <p:cTn id="13" dur="1" fill="hold">
                                          <p:stCondLst>
                                            <p:cond delay="0"/>
                                          </p:stCondLst>
                                        </p:cTn>
                                        <p:tgtEl>
                                          <p:spTgt spid="873"/>
                                        </p:tgtEl>
                                        <p:attrNameLst>
                                          <p:attrName>style.visibility</p:attrName>
                                        </p:attrNameLst>
                                      </p:cBhvr>
                                      <p:to>
                                        <p:strVal val="visible"/>
                                      </p:to>
                                    </p:set>
                                    <p:anim calcmode="lin" valueType="num">
                                      <p:cBhvr additive="base">
                                        <p:cTn id="14" dur="1000"/>
                                        <p:tgtEl>
                                          <p:spTgt spid="873"/>
                                        </p:tgtEl>
                                        <p:attrNameLst>
                                          <p:attrName>ppt_w</p:attrName>
                                        </p:attrNameLst>
                                      </p:cBhvr>
                                      <p:tavLst>
                                        <p:tav tm="0">
                                          <p:val>
                                            <p:strVal val="0"/>
                                          </p:val>
                                        </p:tav>
                                        <p:tav tm="100000">
                                          <p:val>
                                            <p:strVal val="#ppt_w"/>
                                          </p:val>
                                        </p:tav>
                                      </p:tavLst>
                                    </p:anim>
                                    <p:anim calcmode="lin" valueType="num">
                                      <p:cBhvr additive="base">
                                        <p:cTn id="15" dur="1000"/>
                                        <p:tgtEl>
                                          <p:spTgt spid="87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QUESTION 3</a:t>
            </a:r>
            <a:endParaRPr/>
          </a:p>
        </p:txBody>
      </p:sp>
      <p:sp>
        <p:nvSpPr>
          <p:cNvPr id="886" name="Google Shape;886;p43"/>
          <p:cNvSpPr txBox="1">
            <a:spLocks noGrp="1"/>
          </p:cNvSpPr>
          <p:nvPr>
            <p:ph type="body" idx="1"/>
          </p:nvPr>
        </p:nvSpPr>
        <p:spPr>
          <a:xfrm>
            <a:off x="598625" y="1005429"/>
            <a:ext cx="7497300" cy="33999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How does the relationship between smartphone use (in time and habits) and academic performance and mental health differ across School_Grade?</a:t>
            </a:r>
            <a:endParaRPr sz="1400"/>
          </a:p>
          <a:p>
            <a:pPr marL="457200" lvl="0" indent="-317500" algn="l" rtl="0">
              <a:lnSpc>
                <a:spcPct val="115000"/>
              </a:lnSpc>
              <a:spcBef>
                <a:spcPts val="0"/>
              </a:spcBef>
              <a:spcAft>
                <a:spcPts val="0"/>
              </a:spcAft>
              <a:buSzPts val="1400"/>
              <a:buChar char="●"/>
            </a:pPr>
            <a:r>
              <a:rPr lang="en" sz="1400"/>
              <a:t>Dependent Variables (Outcomes):</a:t>
            </a:r>
            <a:endParaRPr sz="1400"/>
          </a:p>
          <a:p>
            <a:pPr marL="914400" lvl="1" indent="-317500" algn="l" rtl="0">
              <a:lnSpc>
                <a:spcPct val="115000"/>
              </a:lnSpc>
              <a:spcBef>
                <a:spcPts val="0"/>
              </a:spcBef>
              <a:spcAft>
                <a:spcPts val="0"/>
              </a:spcAft>
              <a:buSzPts val="1400"/>
              <a:buChar char="○"/>
            </a:pPr>
            <a:r>
              <a:rPr lang="en" sz="1400"/>
              <a:t>Academic Performance (0–100)</a:t>
            </a:r>
            <a:endParaRPr sz="1400"/>
          </a:p>
          <a:p>
            <a:pPr marL="914400" lvl="1" indent="-317500" algn="l" rtl="0">
              <a:lnSpc>
                <a:spcPct val="115000"/>
              </a:lnSpc>
              <a:spcBef>
                <a:spcPts val="0"/>
              </a:spcBef>
              <a:spcAft>
                <a:spcPts val="0"/>
              </a:spcAft>
              <a:buSzPts val="1400"/>
              <a:buChar char="○"/>
            </a:pPr>
            <a:r>
              <a:rPr lang="en" sz="1400"/>
              <a:t>Mental Health Risk (reversed index; higher = worse)</a:t>
            </a:r>
            <a:endParaRPr sz="1400"/>
          </a:p>
          <a:p>
            <a:pPr marL="457200" lvl="0" indent="-317500" algn="l" rtl="0">
              <a:lnSpc>
                <a:spcPct val="115000"/>
              </a:lnSpc>
              <a:spcBef>
                <a:spcPts val="0"/>
              </a:spcBef>
              <a:spcAft>
                <a:spcPts val="0"/>
              </a:spcAft>
              <a:buSzPts val="1400"/>
              <a:buChar char="●"/>
            </a:pPr>
            <a:r>
              <a:rPr lang="en" sz="1400"/>
              <a:t>Independent Variables (Predictors):</a:t>
            </a:r>
            <a:endParaRPr sz="1400"/>
          </a:p>
          <a:p>
            <a:pPr marL="914400" lvl="1" indent="-317500" algn="l" rtl="0">
              <a:lnSpc>
                <a:spcPct val="115000"/>
              </a:lnSpc>
              <a:spcBef>
                <a:spcPts val="0"/>
              </a:spcBef>
              <a:spcAft>
                <a:spcPts val="0"/>
              </a:spcAft>
              <a:buSzPts val="1400"/>
              <a:buChar char="○"/>
            </a:pPr>
            <a:r>
              <a:rPr lang="en" sz="1400"/>
              <a:t>Total daily hours, bedtime screen time, number of apps used, phone checks</a:t>
            </a:r>
            <a:endParaRPr sz="1400"/>
          </a:p>
          <a:p>
            <a:pPr marL="914400" lvl="1" indent="-317500" algn="l" rtl="0">
              <a:lnSpc>
                <a:spcPct val="115000"/>
              </a:lnSpc>
              <a:spcBef>
                <a:spcPts val="0"/>
              </a:spcBef>
              <a:spcAft>
                <a:spcPts val="0"/>
              </a:spcAft>
              <a:buSzPts val="1400"/>
              <a:buChar char="○"/>
            </a:pPr>
            <a:r>
              <a:rPr lang="en" sz="1400"/>
              <a:t>Time on social media, gaming, and educational apps</a:t>
            </a:r>
            <a:endParaRPr sz="1400"/>
          </a:p>
          <a:p>
            <a:pPr marL="914400" lvl="1" indent="-317500" algn="l" rtl="0">
              <a:lnSpc>
                <a:spcPct val="115000"/>
              </a:lnSpc>
              <a:spcBef>
                <a:spcPts val="0"/>
              </a:spcBef>
              <a:spcAft>
                <a:spcPts val="0"/>
              </a:spcAft>
              <a:buSzPts val="1400"/>
              <a:buChar char="○"/>
            </a:pPr>
            <a:r>
              <a:rPr lang="en" sz="1400"/>
              <a:t>Weekend hours, self-reported addiction score</a:t>
            </a:r>
            <a:endParaRPr sz="1400"/>
          </a:p>
          <a:p>
            <a:pPr marL="914400" lvl="1" indent="-317500" algn="l" rtl="0">
              <a:lnSpc>
                <a:spcPct val="115000"/>
              </a:lnSpc>
              <a:spcBef>
                <a:spcPts val="0"/>
              </a:spcBef>
              <a:spcAft>
                <a:spcPts val="0"/>
              </a:spcAft>
              <a:buSzPts val="1400"/>
              <a:buChar char="○"/>
            </a:pPr>
            <a:r>
              <a:rPr lang="en" sz="1400"/>
              <a:t>Grade-Level Interactions: examined shifts in effects across developmental stages</a:t>
            </a:r>
            <a:endParaRPr sz="1400"/>
          </a:p>
          <a:p>
            <a:pPr marL="457200" lvl="0" indent="-317500" algn="l" rtl="0">
              <a:lnSpc>
                <a:spcPct val="115000"/>
              </a:lnSpc>
              <a:spcBef>
                <a:spcPts val="0"/>
              </a:spcBef>
              <a:spcAft>
                <a:spcPts val="0"/>
              </a:spcAft>
              <a:buSzPts val="1400"/>
              <a:buChar char="●"/>
            </a:pPr>
            <a:r>
              <a:rPr lang="en" sz="1400"/>
              <a:t>Goal: Understand how smartphone use affects outcomes differently at each grade level</a:t>
            </a:r>
            <a:endParaRPr sz="1400"/>
          </a:p>
          <a:p>
            <a:pPr marL="914400" lvl="1" indent="-317500" algn="l" rtl="0">
              <a:lnSpc>
                <a:spcPct val="115000"/>
              </a:lnSpc>
              <a:spcBef>
                <a:spcPts val="0"/>
              </a:spcBef>
              <a:spcAft>
                <a:spcPts val="0"/>
              </a:spcAft>
              <a:buSzPts val="1400"/>
              <a:buChar char="○"/>
            </a:pPr>
            <a:r>
              <a:rPr lang="en" sz="1400"/>
              <a:t>Identify age or grade specific patterns to inform interventions</a:t>
            </a:r>
            <a:endParaRPr sz="1400"/>
          </a:p>
        </p:txBody>
      </p:sp>
      <p:pic>
        <p:nvPicPr>
          <p:cNvPr id="887" name="Google Shape;887;p43"/>
          <p:cNvPicPr preferRelativeResize="0"/>
          <p:nvPr/>
        </p:nvPicPr>
        <p:blipFill>
          <a:blip r:embed="rId3">
            <a:alphaModFix/>
          </a:blip>
          <a:stretch>
            <a:fillRect/>
          </a:stretch>
        </p:blipFill>
        <p:spPr>
          <a:xfrm>
            <a:off x="7129975" y="1017725"/>
            <a:ext cx="1432200" cy="1432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886"/>
                                        </p:tgtEl>
                                        <p:attrNameLst>
                                          <p:attrName>style.visibility</p:attrName>
                                        </p:attrNameLst>
                                      </p:cBhvr>
                                      <p:to>
                                        <p:strVal val="visible"/>
                                      </p:to>
                                    </p:set>
                                    <p:anim calcmode="lin" valueType="num">
                                      <p:cBhvr additive="base">
                                        <p:cTn id="7" dur="1000"/>
                                        <p:tgtEl>
                                          <p:spTgt spid="886"/>
                                        </p:tgtEl>
                                        <p:attrNameLst>
                                          <p:attrName>ppt_y</p:attrName>
                                        </p:attrNameLst>
                                      </p:cBhvr>
                                      <p:tavLst>
                                        <p:tav tm="0">
                                          <p:val>
                                            <p:strVal val="#ppt_y-1"/>
                                          </p:val>
                                        </p:tav>
                                        <p:tav tm="100000">
                                          <p:val>
                                            <p:strVal val="#ppt_y"/>
                                          </p:val>
                                        </p:tav>
                                      </p:tavLst>
                                    </p:anim>
                                  </p:childTnLst>
                                </p:cTn>
                              </p:par>
                              <p:par>
                                <p:cTn id="8" presetID="23" presetClass="entr" presetSubtype="16" fill="hold" nodeType="withEffect">
                                  <p:stCondLst>
                                    <p:cond delay="0"/>
                                  </p:stCondLst>
                                  <p:childTnLst>
                                    <p:set>
                                      <p:cBhvr>
                                        <p:cTn id="9" dur="1" fill="hold">
                                          <p:stCondLst>
                                            <p:cond delay="0"/>
                                          </p:stCondLst>
                                        </p:cTn>
                                        <p:tgtEl>
                                          <p:spTgt spid="887"/>
                                        </p:tgtEl>
                                        <p:attrNameLst>
                                          <p:attrName>style.visibility</p:attrName>
                                        </p:attrNameLst>
                                      </p:cBhvr>
                                      <p:to>
                                        <p:strVal val="visible"/>
                                      </p:to>
                                    </p:set>
                                    <p:anim calcmode="lin" valueType="num">
                                      <p:cBhvr additive="base">
                                        <p:cTn id="10" dur="1000"/>
                                        <p:tgtEl>
                                          <p:spTgt spid="887"/>
                                        </p:tgtEl>
                                        <p:attrNameLst>
                                          <p:attrName>ppt_w</p:attrName>
                                        </p:attrNameLst>
                                      </p:cBhvr>
                                      <p:tavLst>
                                        <p:tav tm="0">
                                          <p:val>
                                            <p:strVal val="0"/>
                                          </p:val>
                                        </p:tav>
                                        <p:tav tm="100000">
                                          <p:val>
                                            <p:strVal val="#ppt_w"/>
                                          </p:val>
                                        </p:tav>
                                      </p:tavLst>
                                    </p:anim>
                                    <p:anim calcmode="lin" valueType="num">
                                      <p:cBhvr additive="base">
                                        <p:cTn id="11" dur="1000"/>
                                        <p:tgtEl>
                                          <p:spTgt spid="88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QUESTION 4</a:t>
            </a:r>
            <a:endParaRPr/>
          </a:p>
        </p:txBody>
      </p:sp>
      <p:sp>
        <p:nvSpPr>
          <p:cNvPr id="893" name="Google Shape;893;p44"/>
          <p:cNvSpPr txBox="1">
            <a:spLocks noGrp="1"/>
          </p:cNvSpPr>
          <p:nvPr>
            <p:ph type="body" idx="1"/>
          </p:nvPr>
        </p:nvSpPr>
        <p:spPr>
          <a:xfrm>
            <a:off x="563750" y="1110075"/>
            <a:ext cx="7183500" cy="32955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What profiles of smartphone usage among teenagers are most predictive of negative academic and mental health outcomes?</a:t>
            </a:r>
            <a:endParaRPr sz="1400"/>
          </a:p>
          <a:p>
            <a:pPr marL="457200" lvl="0" indent="-317500" algn="l" rtl="0">
              <a:lnSpc>
                <a:spcPct val="115000"/>
              </a:lnSpc>
              <a:spcBef>
                <a:spcPts val="0"/>
              </a:spcBef>
              <a:spcAft>
                <a:spcPts val="0"/>
              </a:spcAft>
              <a:buSzPts val="1400"/>
              <a:buChar char="●"/>
            </a:pPr>
            <a:r>
              <a:rPr lang="en" sz="1400"/>
              <a:t>Dependent Variables: Academic Performance &amp; Depression Level</a:t>
            </a:r>
            <a:endParaRPr sz="1400"/>
          </a:p>
          <a:p>
            <a:pPr marL="457200" lvl="0" indent="-317500" algn="l" rtl="0">
              <a:lnSpc>
                <a:spcPct val="115000"/>
              </a:lnSpc>
              <a:spcBef>
                <a:spcPts val="0"/>
              </a:spcBef>
              <a:spcAft>
                <a:spcPts val="0"/>
              </a:spcAft>
              <a:buSzPts val="1400"/>
              <a:buChar char="●"/>
            </a:pPr>
            <a:r>
              <a:rPr lang="en" sz="1400"/>
              <a:t>Independent Variables: daily usage, bedtime screen time, phone checks, apps used, time on social media, gaming, educational apps</a:t>
            </a:r>
            <a:endParaRPr sz="1400"/>
          </a:p>
          <a:p>
            <a:pPr marL="457200" lvl="0" indent="-317500" algn="l" rtl="0">
              <a:lnSpc>
                <a:spcPct val="115000"/>
              </a:lnSpc>
              <a:spcBef>
                <a:spcPts val="0"/>
              </a:spcBef>
              <a:spcAft>
                <a:spcPts val="0"/>
              </a:spcAft>
              <a:buSzPts val="1400"/>
              <a:buChar char="●"/>
            </a:pPr>
            <a:r>
              <a:rPr lang="en" sz="1400"/>
              <a:t>Methods:</a:t>
            </a:r>
            <a:endParaRPr sz="1400"/>
          </a:p>
          <a:p>
            <a:pPr marL="914400" lvl="1" indent="-317500" algn="l" rtl="0">
              <a:lnSpc>
                <a:spcPct val="115000"/>
              </a:lnSpc>
              <a:spcBef>
                <a:spcPts val="0"/>
              </a:spcBef>
              <a:spcAft>
                <a:spcPts val="0"/>
              </a:spcAft>
              <a:buSzPts val="1400"/>
              <a:buChar char="○"/>
            </a:pPr>
            <a:r>
              <a:rPr lang="en" sz="1400"/>
              <a:t>Regression Models: examine individual predictors</a:t>
            </a:r>
            <a:endParaRPr sz="1400"/>
          </a:p>
          <a:p>
            <a:pPr marL="914400" lvl="1" indent="-317500" algn="l" rtl="0">
              <a:lnSpc>
                <a:spcPct val="115000"/>
              </a:lnSpc>
              <a:spcBef>
                <a:spcPts val="0"/>
              </a:spcBef>
              <a:spcAft>
                <a:spcPts val="0"/>
              </a:spcAft>
              <a:buSzPts val="1400"/>
              <a:buChar char="○"/>
            </a:pPr>
            <a:r>
              <a:rPr lang="en" sz="1400"/>
              <a:t>K-means Clustering: identify behavioral profiles</a:t>
            </a:r>
            <a:endParaRPr sz="1400"/>
          </a:p>
          <a:p>
            <a:pPr marL="914400" lvl="1" indent="-317500" algn="l" rtl="0">
              <a:lnSpc>
                <a:spcPct val="115000"/>
              </a:lnSpc>
              <a:spcBef>
                <a:spcPts val="0"/>
              </a:spcBef>
              <a:spcAft>
                <a:spcPts val="0"/>
              </a:spcAft>
              <a:buSzPts val="1400"/>
              <a:buChar char="○"/>
            </a:pPr>
            <a:r>
              <a:rPr lang="en" sz="1400"/>
              <a:t>Elbow Method: optimized cluster number → 3 clusters</a:t>
            </a:r>
            <a:endParaRPr sz="1400"/>
          </a:p>
          <a:p>
            <a:pPr marL="457200" lvl="0" indent="-317500" algn="l" rtl="0">
              <a:lnSpc>
                <a:spcPct val="115000"/>
              </a:lnSpc>
              <a:spcBef>
                <a:spcPts val="0"/>
              </a:spcBef>
              <a:spcAft>
                <a:spcPts val="0"/>
              </a:spcAft>
              <a:buSzPts val="1400"/>
              <a:buChar char="●"/>
            </a:pPr>
            <a:r>
              <a:rPr lang="en" sz="1400"/>
              <a:t>Cluster Profiles Identified: Light/Moderate, Heavy, and Educational/Balanced Users</a:t>
            </a:r>
            <a:endParaRPr sz="1400"/>
          </a:p>
          <a:p>
            <a:pPr marL="457200" lvl="0" indent="-317500" algn="l" rtl="0">
              <a:lnSpc>
                <a:spcPct val="115000"/>
              </a:lnSpc>
              <a:spcBef>
                <a:spcPts val="0"/>
              </a:spcBef>
              <a:spcAft>
                <a:spcPts val="0"/>
              </a:spcAft>
              <a:buSzPts val="1400"/>
              <a:buChar char="●"/>
            </a:pPr>
            <a:r>
              <a:rPr lang="en" sz="1400"/>
              <a:t>Goal: Examine whether smartphone behavior patterns can explain differences in academic and mental health outcomes</a:t>
            </a:r>
            <a:endParaRPr sz="1400"/>
          </a:p>
        </p:txBody>
      </p:sp>
      <p:pic>
        <p:nvPicPr>
          <p:cNvPr id="894" name="Google Shape;894;p44"/>
          <p:cNvPicPr preferRelativeResize="0"/>
          <p:nvPr/>
        </p:nvPicPr>
        <p:blipFill>
          <a:blip r:embed="rId3">
            <a:alphaModFix/>
          </a:blip>
          <a:stretch>
            <a:fillRect/>
          </a:stretch>
        </p:blipFill>
        <p:spPr>
          <a:xfrm>
            <a:off x="7572675" y="3219800"/>
            <a:ext cx="1185775" cy="1185775"/>
          </a:xfrm>
          <a:prstGeom prst="rect">
            <a:avLst/>
          </a:prstGeom>
          <a:noFill/>
          <a:ln>
            <a:noFill/>
          </a:ln>
        </p:spPr>
      </p:pic>
      <p:grpSp>
        <p:nvGrpSpPr>
          <p:cNvPr id="895" name="Google Shape;895;p44"/>
          <p:cNvGrpSpPr/>
          <p:nvPr/>
        </p:nvGrpSpPr>
        <p:grpSpPr>
          <a:xfrm>
            <a:off x="3909615" y="478986"/>
            <a:ext cx="1324777" cy="631089"/>
            <a:chOff x="6388902" y="379236"/>
            <a:chExt cx="1324777" cy="631089"/>
          </a:xfrm>
        </p:grpSpPr>
        <p:grpSp>
          <p:nvGrpSpPr>
            <p:cNvPr id="896" name="Google Shape;896;p44"/>
            <p:cNvGrpSpPr/>
            <p:nvPr/>
          </p:nvGrpSpPr>
          <p:grpSpPr>
            <a:xfrm>
              <a:off x="6388902" y="379236"/>
              <a:ext cx="525753" cy="429817"/>
              <a:chOff x="6388902" y="379236"/>
              <a:chExt cx="525753" cy="429817"/>
            </a:xfrm>
          </p:grpSpPr>
          <p:sp>
            <p:nvSpPr>
              <p:cNvPr id="897" name="Google Shape;897;p44"/>
              <p:cNvSpPr/>
              <p:nvPr/>
            </p:nvSpPr>
            <p:spPr>
              <a:xfrm>
                <a:off x="6388902" y="669015"/>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8" name="Google Shape;898;p44"/>
              <p:cNvGrpSpPr/>
              <p:nvPr/>
            </p:nvGrpSpPr>
            <p:grpSpPr>
              <a:xfrm>
                <a:off x="6528988" y="379236"/>
                <a:ext cx="385668" cy="385642"/>
                <a:chOff x="6067621" y="1137730"/>
                <a:chExt cx="452503" cy="452472"/>
              </a:xfrm>
            </p:grpSpPr>
            <p:grpSp>
              <p:nvGrpSpPr>
                <p:cNvPr id="899" name="Google Shape;899;p44"/>
                <p:cNvGrpSpPr/>
                <p:nvPr/>
              </p:nvGrpSpPr>
              <p:grpSpPr>
                <a:xfrm>
                  <a:off x="6067621" y="1137730"/>
                  <a:ext cx="452503" cy="452472"/>
                  <a:chOff x="7260446" y="1803430"/>
                  <a:chExt cx="452503" cy="452472"/>
                </a:xfrm>
              </p:grpSpPr>
              <p:sp>
                <p:nvSpPr>
                  <p:cNvPr id="900" name="Google Shape;900;p44"/>
                  <p:cNvSpPr/>
                  <p:nvPr/>
                </p:nvSpPr>
                <p:spPr>
                  <a:xfrm>
                    <a:off x="7260446" y="1803430"/>
                    <a:ext cx="452503" cy="452472"/>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4"/>
                  <p:cNvSpPr/>
                  <p:nvPr/>
                </p:nvSpPr>
                <p:spPr>
                  <a:xfrm>
                    <a:off x="7345852" y="1925714"/>
                    <a:ext cx="90457" cy="85987"/>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4"/>
                  <p:cNvSpPr/>
                  <p:nvPr/>
                </p:nvSpPr>
                <p:spPr>
                  <a:xfrm>
                    <a:off x="7537231" y="1925714"/>
                    <a:ext cx="90383" cy="85987"/>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3" name="Google Shape;903;p44"/>
                <p:cNvSpPr/>
                <p:nvPr/>
              </p:nvSpPr>
              <p:spPr>
                <a:xfrm rot="10800000">
                  <a:off x="6168113" y="1329405"/>
                  <a:ext cx="251524" cy="131850"/>
                </a:xfrm>
                <a:custGeom>
                  <a:avLst/>
                  <a:gdLst/>
                  <a:ahLst/>
                  <a:cxnLst/>
                  <a:rect l="l" t="t" r="r" b="b"/>
                  <a:pathLst>
                    <a:path w="723" h="379" fill="none" extrusionOk="0">
                      <a:moveTo>
                        <a:pt x="1" y="0"/>
                      </a:moveTo>
                      <a:cubicBezTo>
                        <a:pt x="1" y="0"/>
                        <a:pt x="254" y="378"/>
                        <a:pt x="723" y="0"/>
                      </a:cubicBez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04" name="Google Shape;904;p44"/>
            <p:cNvSpPr/>
            <p:nvPr/>
          </p:nvSpPr>
          <p:spPr>
            <a:xfrm>
              <a:off x="7030574" y="401155"/>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5" name="Google Shape;905;p44"/>
            <p:cNvGrpSpPr/>
            <p:nvPr/>
          </p:nvGrpSpPr>
          <p:grpSpPr>
            <a:xfrm>
              <a:off x="7017074" y="452406"/>
              <a:ext cx="696605" cy="557919"/>
              <a:chOff x="1976200" y="925650"/>
              <a:chExt cx="197400" cy="158100"/>
            </a:xfrm>
          </p:grpSpPr>
          <p:sp>
            <p:nvSpPr>
              <p:cNvPr id="906" name="Google Shape;906;p44"/>
              <p:cNvSpPr/>
              <p:nvPr/>
            </p:nvSpPr>
            <p:spPr>
              <a:xfrm>
                <a:off x="1976200" y="963625"/>
                <a:ext cx="137000" cy="120125"/>
              </a:xfrm>
              <a:custGeom>
                <a:avLst/>
                <a:gdLst/>
                <a:ahLst/>
                <a:cxnLst/>
                <a:rect l="l" t="t" r="r" b="b"/>
                <a:pathLst>
                  <a:path w="5480" h="4805" extrusionOk="0">
                    <a:moveTo>
                      <a:pt x="3078" y="1"/>
                    </a:moveTo>
                    <a:cubicBezTo>
                      <a:pt x="1751" y="1"/>
                      <a:pt x="676" y="1076"/>
                      <a:pt x="676" y="2402"/>
                    </a:cubicBezTo>
                    <a:cubicBezTo>
                      <a:pt x="676" y="2831"/>
                      <a:pt x="789" y="3231"/>
                      <a:pt x="986" y="3580"/>
                    </a:cubicBezTo>
                    <a:lnTo>
                      <a:pt x="0" y="4690"/>
                    </a:lnTo>
                    <a:lnTo>
                      <a:pt x="1452" y="4170"/>
                    </a:lnTo>
                    <a:cubicBezTo>
                      <a:pt x="1879" y="4564"/>
                      <a:pt x="2449" y="4804"/>
                      <a:pt x="3076" y="4804"/>
                    </a:cubicBezTo>
                    <a:cubicBezTo>
                      <a:pt x="4403" y="4804"/>
                      <a:pt x="5478" y="3729"/>
                      <a:pt x="5478" y="2402"/>
                    </a:cubicBezTo>
                    <a:cubicBezTo>
                      <a:pt x="5479" y="1076"/>
                      <a:pt x="4405" y="1"/>
                      <a:pt x="30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4"/>
              <p:cNvSpPr/>
              <p:nvPr/>
            </p:nvSpPr>
            <p:spPr>
              <a:xfrm>
                <a:off x="2036600" y="925650"/>
                <a:ext cx="137000" cy="120100"/>
              </a:xfrm>
              <a:custGeom>
                <a:avLst/>
                <a:gdLst/>
                <a:ahLst/>
                <a:cxnLst/>
                <a:rect l="l" t="t" r="r" b="b"/>
                <a:pathLst>
                  <a:path w="5480" h="4804" extrusionOk="0">
                    <a:moveTo>
                      <a:pt x="2402" y="0"/>
                    </a:moveTo>
                    <a:cubicBezTo>
                      <a:pt x="1075" y="0"/>
                      <a:pt x="1" y="1075"/>
                      <a:pt x="1" y="2402"/>
                    </a:cubicBezTo>
                    <a:cubicBezTo>
                      <a:pt x="1" y="3727"/>
                      <a:pt x="1075" y="4803"/>
                      <a:pt x="2402" y="4803"/>
                    </a:cubicBezTo>
                    <a:cubicBezTo>
                      <a:pt x="3031" y="4803"/>
                      <a:pt x="3602" y="4563"/>
                      <a:pt x="4029" y="4169"/>
                    </a:cubicBezTo>
                    <a:lnTo>
                      <a:pt x="5480" y="4689"/>
                    </a:lnTo>
                    <a:lnTo>
                      <a:pt x="4496" y="3579"/>
                    </a:lnTo>
                    <a:cubicBezTo>
                      <a:pt x="4693" y="3231"/>
                      <a:pt x="4804" y="2830"/>
                      <a:pt x="4804" y="2402"/>
                    </a:cubicBezTo>
                    <a:cubicBezTo>
                      <a:pt x="4804" y="1075"/>
                      <a:pt x="3729" y="0"/>
                      <a:pt x="24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4"/>
              <p:cNvSpPr/>
              <p:nvPr/>
            </p:nvSpPr>
            <p:spPr>
              <a:xfrm>
                <a:off x="2069700" y="980425"/>
                <a:ext cx="10525" cy="10475"/>
              </a:xfrm>
              <a:custGeom>
                <a:avLst/>
                <a:gdLst/>
                <a:ahLst/>
                <a:cxnLst/>
                <a:rect l="l" t="t" r="r" b="b"/>
                <a:pathLst>
                  <a:path w="421" h="419" extrusionOk="0">
                    <a:moveTo>
                      <a:pt x="211" y="0"/>
                    </a:moveTo>
                    <a:cubicBezTo>
                      <a:pt x="94" y="0"/>
                      <a:pt x="1" y="95"/>
                      <a:pt x="1" y="209"/>
                    </a:cubicBezTo>
                    <a:cubicBezTo>
                      <a:pt x="1" y="325"/>
                      <a:pt x="95" y="418"/>
                      <a:pt x="211" y="418"/>
                    </a:cubicBezTo>
                    <a:cubicBezTo>
                      <a:pt x="325" y="418"/>
                      <a:pt x="420" y="325"/>
                      <a:pt x="420" y="209"/>
                    </a:cubicBezTo>
                    <a:cubicBezTo>
                      <a:pt x="420" y="95"/>
                      <a:pt x="325" y="0"/>
                      <a:pt x="2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4"/>
              <p:cNvSpPr/>
              <p:nvPr/>
            </p:nvSpPr>
            <p:spPr>
              <a:xfrm>
                <a:off x="2091450" y="980425"/>
                <a:ext cx="10475" cy="10475"/>
              </a:xfrm>
              <a:custGeom>
                <a:avLst/>
                <a:gdLst/>
                <a:ahLst/>
                <a:cxnLst/>
                <a:rect l="l" t="t" r="r" b="b"/>
                <a:pathLst>
                  <a:path w="419" h="419" extrusionOk="0">
                    <a:moveTo>
                      <a:pt x="210" y="0"/>
                    </a:moveTo>
                    <a:cubicBezTo>
                      <a:pt x="93" y="0"/>
                      <a:pt x="1" y="95"/>
                      <a:pt x="1" y="209"/>
                    </a:cubicBezTo>
                    <a:cubicBezTo>
                      <a:pt x="1" y="325"/>
                      <a:pt x="96" y="418"/>
                      <a:pt x="210" y="418"/>
                    </a:cubicBezTo>
                    <a:cubicBezTo>
                      <a:pt x="325" y="418"/>
                      <a:pt x="419" y="325"/>
                      <a:pt x="419" y="209"/>
                    </a:cubicBezTo>
                    <a:cubicBezTo>
                      <a:pt x="419" y="95"/>
                      <a:pt x="325" y="0"/>
                      <a:pt x="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4"/>
              <p:cNvSpPr/>
              <p:nvPr/>
            </p:nvSpPr>
            <p:spPr>
              <a:xfrm>
                <a:off x="2113125" y="980425"/>
                <a:ext cx="10500" cy="10475"/>
              </a:xfrm>
              <a:custGeom>
                <a:avLst/>
                <a:gdLst/>
                <a:ahLst/>
                <a:cxnLst/>
                <a:rect l="l" t="t" r="r" b="b"/>
                <a:pathLst>
                  <a:path w="420" h="419" extrusionOk="0">
                    <a:moveTo>
                      <a:pt x="210" y="0"/>
                    </a:moveTo>
                    <a:cubicBezTo>
                      <a:pt x="94" y="0"/>
                      <a:pt x="1" y="95"/>
                      <a:pt x="1" y="209"/>
                    </a:cubicBezTo>
                    <a:cubicBezTo>
                      <a:pt x="1" y="325"/>
                      <a:pt x="96" y="418"/>
                      <a:pt x="210" y="418"/>
                    </a:cubicBezTo>
                    <a:cubicBezTo>
                      <a:pt x="326" y="418"/>
                      <a:pt x="419" y="325"/>
                      <a:pt x="419" y="209"/>
                    </a:cubicBezTo>
                    <a:cubicBezTo>
                      <a:pt x="419" y="95"/>
                      <a:pt x="327" y="0"/>
                      <a:pt x="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93"/>
                                        </p:tgtEl>
                                        <p:attrNameLst>
                                          <p:attrName>style.visibility</p:attrName>
                                        </p:attrNameLst>
                                      </p:cBhvr>
                                      <p:to>
                                        <p:strVal val="visible"/>
                                      </p:to>
                                    </p:set>
                                    <p:anim calcmode="lin" valueType="num">
                                      <p:cBhvr additive="base">
                                        <p:cTn id="7" dur="1000"/>
                                        <p:tgtEl>
                                          <p:spTgt spid="893"/>
                                        </p:tgtEl>
                                        <p:attrNameLst>
                                          <p:attrName>ppt_y</p:attrName>
                                        </p:attrNameLst>
                                      </p:cBhvr>
                                      <p:tavLst>
                                        <p:tav tm="0">
                                          <p:val>
                                            <p:strVal val="#ppt_y+1"/>
                                          </p:val>
                                        </p:tav>
                                        <p:tav tm="100000">
                                          <p:val>
                                            <p:strVal val="#ppt_y"/>
                                          </p:val>
                                        </p:tav>
                                      </p:tavLst>
                                    </p:anim>
                                  </p:childTnLst>
                                </p:cTn>
                              </p:par>
                              <p:par>
                                <p:cTn id="8" presetID="23" presetClass="entr" presetSubtype="16" fill="hold" nodeType="withEffect">
                                  <p:stCondLst>
                                    <p:cond delay="0"/>
                                  </p:stCondLst>
                                  <p:childTnLst>
                                    <p:set>
                                      <p:cBhvr>
                                        <p:cTn id="9" dur="1" fill="hold">
                                          <p:stCondLst>
                                            <p:cond delay="0"/>
                                          </p:stCondLst>
                                        </p:cTn>
                                        <p:tgtEl>
                                          <p:spTgt spid="894"/>
                                        </p:tgtEl>
                                        <p:attrNameLst>
                                          <p:attrName>style.visibility</p:attrName>
                                        </p:attrNameLst>
                                      </p:cBhvr>
                                      <p:to>
                                        <p:strVal val="visible"/>
                                      </p:to>
                                    </p:set>
                                    <p:anim calcmode="lin" valueType="num">
                                      <p:cBhvr additive="base">
                                        <p:cTn id="10" dur="1000"/>
                                        <p:tgtEl>
                                          <p:spTgt spid="894"/>
                                        </p:tgtEl>
                                        <p:attrNameLst>
                                          <p:attrName>ppt_w</p:attrName>
                                        </p:attrNameLst>
                                      </p:cBhvr>
                                      <p:tavLst>
                                        <p:tav tm="0">
                                          <p:val>
                                            <p:strVal val="0"/>
                                          </p:val>
                                        </p:tav>
                                        <p:tav tm="100000">
                                          <p:val>
                                            <p:strVal val="#ppt_w"/>
                                          </p:val>
                                        </p:tav>
                                      </p:tavLst>
                                    </p:anim>
                                    <p:anim calcmode="lin" valueType="num">
                                      <p:cBhvr additive="base">
                                        <p:cTn id="11" dur="1000"/>
                                        <p:tgtEl>
                                          <p:spTgt spid="894"/>
                                        </p:tgtEl>
                                        <p:attrNameLst>
                                          <p:attrName>ppt_h</p:attrName>
                                        </p:attrNameLst>
                                      </p:cBhvr>
                                      <p:tavLst>
                                        <p:tav tm="0">
                                          <p:val>
                                            <p:strVal val="0"/>
                                          </p:val>
                                        </p:tav>
                                        <p:tav tm="100000">
                                          <p:val>
                                            <p:strVal val="#ppt_h"/>
                                          </p:val>
                                        </p:tav>
                                      </p:tavLst>
                                    </p:anim>
                                  </p:childTnLst>
                                </p:cTn>
                              </p:par>
                              <p:par>
                                <p:cTn id="12" presetID="23" presetClass="entr" presetSubtype="16" fill="hold" nodeType="withEffect">
                                  <p:stCondLst>
                                    <p:cond delay="0"/>
                                  </p:stCondLst>
                                  <p:childTnLst>
                                    <p:set>
                                      <p:cBhvr>
                                        <p:cTn id="13" dur="1" fill="hold">
                                          <p:stCondLst>
                                            <p:cond delay="0"/>
                                          </p:stCondLst>
                                        </p:cTn>
                                        <p:tgtEl>
                                          <p:spTgt spid="895"/>
                                        </p:tgtEl>
                                        <p:attrNameLst>
                                          <p:attrName>style.visibility</p:attrName>
                                        </p:attrNameLst>
                                      </p:cBhvr>
                                      <p:to>
                                        <p:strVal val="visible"/>
                                      </p:to>
                                    </p:set>
                                    <p:anim calcmode="lin" valueType="num">
                                      <p:cBhvr additive="base">
                                        <p:cTn id="14" dur="1000"/>
                                        <p:tgtEl>
                                          <p:spTgt spid="895"/>
                                        </p:tgtEl>
                                        <p:attrNameLst>
                                          <p:attrName>ppt_w</p:attrName>
                                        </p:attrNameLst>
                                      </p:cBhvr>
                                      <p:tavLst>
                                        <p:tav tm="0">
                                          <p:val>
                                            <p:strVal val="0"/>
                                          </p:val>
                                        </p:tav>
                                        <p:tav tm="100000">
                                          <p:val>
                                            <p:strVal val="#ppt_w"/>
                                          </p:val>
                                        </p:tav>
                                      </p:tavLst>
                                    </p:anim>
                                    <p:anim calcmode="lin" valueType="num">
                                      <p:cBhvr additive="base">
                                        <p:cTn id="15" dur="1000"/>
                                        <p:tgtEl>
                                          <p:spTgt spid="89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grpSp>
        <p:nvGrpSpPr>
          <p:cNvPr id="915" name="Google Shape;915;p45"/>
          <p:cNvGrpSpPr/>
          <p:nvPr/>
        </p:nvGrpSpPr>
        <p:grpSpPr>
          <a:xfrm>
            <a:off x="672505" y="704193"/>
            <a:ext cx="1491301" cy="972617"/>
            <a:chOff x="672505" y="704193"/>
            <a:chExt cx="1491301" cy="972617"/>
          </a:xfrm>
        </p:grpSpPr>
        <p:grpSp>
          <p:nvGrpSpPr>
            <p:cNvPr id="916" name="Google Shape;916;p45"/>
            <p:cNvGrpSpPr/>
            <p:nvPr/>
          </p:nvGrpSpPr>
          <p:grpSpPr>
            <a:xfrm>
              <a:off x="672505" y="1204545"/>
              <a:ext cx="704961" cy="472265"/>
              <a:chOff x="993902" y="1247609"/>
              <a:chExt cx="640758" cy="429253"/>
            </a:xfrm>
          </p:grpSpPr>
          <p:sp>
            <p:nvSpPr>
              <p:cNvPr id="917" name="Google Shape;917;p45"/>
              <p:cNvSpPr/>
              <p:nvPr/>
            </p:nvSpPr>
            <p:spPr>
              <a:xfrm flipH="1">
                <a:off x="993902" y="1247609"/>
                <a:ext cx="640758" cy="429253"/>
              </a:xfrm>
              <a:custGeom>
                <a:avLst/>
                <a:gdLst/>
                <a:ahLst/>
                <a:cxnLst/>
                <a:rect l="l" t="t" r="r" b="b"/>
                <a:pathLst>
                  <a:path w="10033" h="6721" extrusionOk="0">
                    <a:moveTo>
                      <a:pt x="921" y="1"/>
                    </a:moveTo>
                    <a:cubicBezTo>
                      <a:pt x="413" y="1"/>
                      <a:pt x="1" y="411"/>
                      <a:pt x="1" y="921"/>
                    </a:cubicBezTo>
                    <a:lnTo>
                      <a:pt x="1" y="3679"/>
                    </a:lnTo>
                    <a:cubicBezTo>
                      <a:pt x="1" y="4186"/>
                      <a:pt x="411" y="4599"/>
                      <a:pt x="921" y="4599"/>
                    </a:cubicBezTo>
                    <a:lnTo>
                      <a:pt x="1720" y="4599"/>
                    </a:lnTo>
                    <a:lnTo>
                      <a:pt x="383" y="6721"/>
                    </a:lnTo>
                    <a:lnTo>
                      <a:pt x="3404" y="4599"/>
                    </a:lnTo>
                    <a:lnTo>
                      <a:pt x="9112" y="4599"/>
                    </a:lnTo>
                    <a:cubicBezTo>
                      <a:pt x="9619" y="4599"/>
                      <a:pt x="10033" y="4189"/>
                      <a:pt x="10033" y="3679"/>
                    </a:cubicBezTo>
                    <a:lnTo>
                      <a:pt x="10033" y="921"/>
                    </a:lnTo>
                    <a:cubicBezTo>
                      <a:pt x="10030" y="413"/>
                      <a:pt x="9617" y="1"/>
                      <a:pt x="91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5"/>
              <p:cNvSpPr/>
              <p:nvPr/>
            </p:nvSpPr>
            <p:spPr>
              <a:xfrm>
                <a:off x="1326511" y="1340088"/>
                <a:ext cx="114127" cy="108701"/>
              </a:xfrm>
              <a:custGeom>
                <a:avLst/>
                <a:gdLst/>
                <a:ahLst/>
                <a:cxnLst/>
                <a:rect l="l" t="t" r="r" b="b"/>
                <a:pathLst>
                  <a:path w="1787" h="1702" extrusionOk="0">
                    <a:moveTo>
                      <a:pt x="484" y="1"/>
                    </a:moveTo>
                    <a:cubicBezTo>
                      <a:pt x="459" y="1"/>
                      <a:pt x="432" y="2"/>
                      <a:pt x="402" y="4"/>
                    </a:cubicBezTo>
                    <a:cubicBezTo>
                      <a:pt x="227" y="22"/>
                      <a:pt x="24" y="180"/>
                      <a:pt x="1" y="489"/>
                    </a:cubicBezTo>
                    <a:lnTo>
                      <a:pt x="1" y="590"/>
                    </a:lnTo>
                    <a:cubicBezTo>
                      <a:pt x="23" y="885"/>
                      <a:pt x="245" y="1246"/>
                      <a:pt x="895" y="1701"/>
                    </a:cubicBezTo>
                    <a:cubicBezTo>
                      <a:pt x="1542" y="1246"/>
                      <a:pt x="1765" y="885"/>
                      <a:pt x="1787" y="590"/>
                    </a:cubicBezTo>
                    <a:lnTo>
                      <a:pt x="1787" y="489"/>
                    </a:lnTo>
                    <a:cubicBezTo>
                      <a:pt x="1763" y="182"/>
                      <a:pt x="1562" y="22"/>
                      <a:pt x="1385" y="4"/>
                    </a:cubicBezTo>
                    <a:cubicBezTo>
                      <a:pt x="1356" y="2"/>
                      <a:pt x="1330" y="1"/>
                      <a:pt x="1304" y="1"/>
                    </a:cubicBezTo>
                    <a:cubicBezTo>
                      <a:pt x="1102" y="1"/>
                      <a:pt x="1004" y="88"/>
                      <a:pt x="895" y="222"/>
                    </a:cubicBezTo>
                    <a:cubicBezTo>
                      <a:pt x="783" y="88"/>
                      <a:pt x="687" y="1"/>
                      <a:pt x="4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45"/>
              <p:cNvGrpSpPr/>
              <p:nvPr/>
            </p:nvGrpSpPr>
            <p:grpSpPr>
              <a:xfrm>
                <a:off x="1181345" y="1373618"/>
                <a:ext cx="397368" cy="76193"/>
                <a:chOff x="2811963" y="4290958"/>
                <a:chExt cx="515928" cy="98927"/>
              </a:xfrm>
            </p:grpSpPr>
            <p:sp>
              <p:nvSpPr>
                <p:cNvPr id="920" name="Google Shape;920;p45"/>
                <p:cNvSpPr/>
                <p:nvPr/>
              </p:nvSpPr>
              <p:spPr>
                <a:xfrm>
                  <a:off x="2811963" y="4290958"/>
                  <a:ext cx="45357" cy="97683"/>
                </a:xfrm>
                <a:custGeom>
                  <a:avLst/>
                  <a:gdLst/>
                  <a:ahLst/>
                  <a:cxnLst/>
                  <a:rect l="l" t="t" r="r" b="b"/>
                  <a:pathLst>
                    <a:path w="547" h="1178" extrusionOk="0">
                      <a:moveTo>
                        <a:pt x="275" y="1"/>
                      </a:moveTo>
                      <a:cubicBezTo>
                        <a:pt x="94" y="1"/>
                        <a:pt x="2" y="106"/>
                        <a:pt x="2" y="293"/>
                      </a:cubicBezTo>
                      <a:lnTo>
                        <a:pt x="2" y="406"/>
                      </a:lnTo>
                      <a:lnTo>
                        <a:pt x="174" y="406"/>
                      </a:lnTo>
                      <a:lnTo>
                        <a:pt x="174" y="282"/>
                      </a:lnTo>
                      <a:cubicBezTo>
                        <a:pt x="174" y="199"/>
                        <a:pt x="212" y="167"/>
                        <a:pt x="269" y="167"/>
                      </a:cubicBezTo>
                      <a:cubicBezTo>
                        <a:pt x="327" y="167"/>
                        <a:pt x="364" y="195"/>
                        <a:pt x="364" y="299"/>
                      </a:cubicBezTo>
                      <a:cubicBezTo>
                        <a:pt x="364" y="634"/>
                        <a:pt x="1" y="692"/>
                        <a:pt x="1" y="1034"/>
                      </a:cubicBezTo>
                      <a:lnTo>
                        <a:pt x="1" y="1178"/>
                      </a:lnTo>
                      <a:lnTo>
                        <a:pt x="530" y="1178"/>
                      </a:lnTo>
                      <a:lnTo>
                        <a:pt x="530" y="1010"/>
                      </a:lnTo>
                      <a:lnTo>
                        <a:pt x="183" y="1010"/>
                      </a:lnTo>
                      <a:cubicBezTo>
                        <a:pt x="182" y="1003"/>
                        <a:pt x="182" y="994"/>
                        <a:pt x="182" y="987"/>
                      </a:cubicBezTo>
                      <a:cubicBezTo>
                        <a:pt x="182" y="795"/>
                        <a:pt x="547" y="660"/>
                        <a:pt x="547" y="293"/>
                      </a:cubicBezTo>
                      <a:cubicBezTo>
                        <a:pt x="547" y="106"/>
                        <a:pt x="455" y="1"/>
                        <a:pt x="2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5"/>
                <p:cNvSpPr/>
                <p:nvPr/>
              </p:nvSpPr>
              <p:spPr>
                <a:xfrm>
                  <a:off x="2865446" y="4290958"/>
                  <a:ext cx="46186" cy="98927"/>
                </a:xfrm>
                <a:custGeom>
                  <a:avLst/>
                  <a:gdLst/>
                  <a:ahLst/>
                  <a:cxnLst/>
                  <a:rect l="l" t="t" r="r" b="b"/>
                  <a:pathLst>
                    <a:path w="557" h="1193" extrusionOk="0">
                      <a:moveTo>
                        <a:pt x="278" y="167"/>
                      </a:moveTo>
                      <a:cubicBezTo>
                        <a:pt x="336" y="167"/>
                        <a:pt x="373" y="199"/>
                        <a:pt x="373" y="282"/>
                      </a:cubicBezTo>
                      <a:lnTo>
                        <a:pt x="373" y="911"/>
                      </a:lnTo>
                      <a:cubicBezTo>
                        <a:pt x="373" y="994"/>
                        <a:pt x="336" y="1025"/>
                        <a:pt x="278" y="1025"/>
                      </a:cubicBezTo>
                      <a:cubicBezTo>
                        <a:pt x="220" y="1025"/>
                        <a:pt x="183" y="994"/>
                        <a:pt x="183" y="911"/>
                      </a:cubicBezTo>
                      <a:lnTo>
                        <a:pt x="183" y="282"/>
                      </a:lnTo>
                      <a:cubicBezTo>
                        <a:pt x="183" y="199"/>
                        <a:pt x="220" y="167"/>
                        <a:pt x="278" y="167"/>
                      </a:cubicBezTo>
                      <a:close/>
                      <a:moveTo>
                        <a:pt x="278" y="1"/>
                      </a:moveTo>
                      <a:cubicBezTo>
                        <a:pt x="99" y="1"/>
                        <a:pt x="1" y="106"/>
                        <a:pt x="1" y="293"/>
                      </a:cubicBezTo>
                      <a:lnTo>
                        <a:pt x="1" y="899"/>
                      </a:lnTo>
                      <a:cubicBezTo>
                        <a:pt x="1" y="1086"/>
                        <a:pt x="99" y="1193"/>
                        <a:pt x="278" y="1193"/>
                      </a:cubicBezTo>
                      <a:cubicBezTo>
                        <a:pt x="457" y="1193"/>
                        <a:pt x="557" y="1086"/>
                        <a:pt x="557" y="899"/>
                      </a:cubicBezTo>
                      <a:lnTo>
                        <a:pt x="557" y="293"/>
                      </a:lnTo>
                      <a:cubicBezTo>
                        <a:pt x="557" y="106"/>
                        <a:pt x="457" y="1"/>
                        <a:pt x="2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5"/>
                <p:cNvSpPr/>
                <p:nvPr/>
              </p:nvSpPr>
              <p:spPr>
                <a:xfrm>
                  <a:off x="2919925" y="4290958"/>
                  <a:ext cx="46186" cy="98927"/>
                </a:xfrm>
                <a:custGeom>
                  <a:avLst/>
                  <a:gdLst/>
                  <a:ahLst/>
                  <a:cxnLst/>
                  <a:rect l="l" t="t" r="r" b="b"/>
                  <a:pathLst>
                    <a:path w="557" h="1193" extrusionOk="0">
                      <a:moveTo>
                        <a:pt x="279" y="167"/>
                      </a:moveTo>
                      <a:cubicBezTo>
                        <a:pt x="337" y="167"/>
                        <a:pt x="374" y="199"/>
                        <a:pt x="374" y="282"/>
                      </a:cubicBezTo>
                      <a:lnTo>
                        <a:pt x="374" y="911"/>
                      </a:lnTo>
                      <a:cubicBezTo>
                        <a:pt x="374" y="994"/>
                        <a:pt x="337" y="1025"/>
                        <a:pt x="279" y="1025"/>
                      </a:cubicBezTo>
                      <a:cubicBezTo>
                        <a:pt x="221" y="1025"/>
                        <a:pt x="184" y="994"/>
                        <a:pt x="184" y="911"/>
                      </a:cubicBezTo>
                      <a:lnTo>
                        <a:pt x="184" y="282"/>
                      </a:lnTo>
                      <a:cubicBezTo>
                        <a:pt x="184" y="199"/>
                        <a:pt x="221" y="167"/>
                        <a:pt x="279" y="167"/>
                      </a:cubicBezTo>
                      <a:close/>
                      <a:moveTo>
                        <a:pt x="279" y="1"/>
                      </a:moveTo>
                      <a:cubicBezTo>
                        <a:pt x="100" y="1"/>
                        <a:pt x="1" y="106"/>
                        <a:pt x="1" y="293"/>
                      </a:cubicBezTo>
                      <a:lnTo>
                        <a:pt x="1" y="899"/>
                      </a:lnTo>
                      <a:cubicBezTo>
                        <a:pt x="1" y="1086"/>
                        <a:pt x="100" y="1193"/>
                        <a:pt x="279" y="1193"/>
                      </a:cubicBezTo>
                      <a:cubicBezTo>
                        <a:pt x="459" y="1193"/>
                        <a:pt x="557" y="1086"/>
                        <a:pt x="557" y="899"/>
                      </a:cubicBezTo>
                      <a:lnTo>
                        <a:pt x="557" y="293"/>
                      </a:lnTo>
                      <a:cubicBezTo>
                        <a:pt x="557" y="106"/>
                        <a:pt x="459" y="1"/>
                        <a:pt x="2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5"/>
                <p:cNvSpPr/>
                <p:nvPr/>
              </p:nvSpPr>
              <p:spPr>
                <a:xfrm>
                  <a:off x="3172582" y="4290958"/>
                  <a:ext cx="46269" cy="98927"/>
                </a:xfrm>
                <a:custGeom>
                  <a:avLst/>
                  <a:gdLst/>
                  <a:ahLst/>
                  <a:cxnLst/>
                  <a:rect l="l" t="t" r="r" b="b"/>
                  <a:pathLst>
                    <a:path w="558" h="1193" extrusionOk="0">
                      <a:moveTo>
                        <a:pt x="279" y="586"/>
                      </a:moveTo>
                      <a:cubicBezTo>
                        <a:pt x="337" y="586"/>
                        <a:pt x="374" y="617"/>
                        <a:pt x="374" y="701"/>
                      </a:cubicBezTo>
                      <a:lnTo>
                        <a:pt x="374" y="911"/>
                      </a:lnTo>
                      <a:cubicBezTo>
                        <a:pt x="374" y="994"/>
                        <a:pt x="337" y="1024"/>
                        <a:pt x="279" y="1024"/>
                      </a:cubicBezTo>
                      <a:cubicBezTo>
                        <a:pt x="221" y="1024"/>
                        <a:pt x="184" y="994"/>
                        <a:pt x="184" y="911"/>
                      </a:cubicBezTo>
                      <a:lnTo>
                        <a:pt x="184" y="701"/>
                      </a:lnTo>
                      <a:cubicBezTo>
                        <a:pt x="184" y="617"/>
                        <a:pt x="221" y="586"/>
                        <a:pt x="279" y="586"/>
                      </a:cubicBezTo>
                      <a:close/>
                      <a:moveTo>
                        <a:pt x="280" y="1"/>
                      </a:moveTo>
                      <a:cubicBezTo>
                        <a:pt x="89" y="1"/>
                        <a:pt x="0" y="106"/>
                        <a:pt x="0" y="303"/>
                      </a:cubicBezTo>
                      <a:lnTo>
                        <a:pt x="2" y="303"/>
                      </a:lnTo>
                      <a:lnTo>
                        <a:pt x="2" y="899"/>
                      </a:lnTo>
                      <a:cubicBezTo>
                        <a:pt x="2" y="1086"/>
                        <a:pt x="101" y="1193"/>
                        <a:pt x="280" y="1193"/>
                      </a:cubicBezTo>
                      <a:cubicBezTo>
                        <a:pt x="460" y="1193"/>
                        <a:pt x="557" y="1086"/>
                        <a:pt x="557" y="899"/>
                      </a:cubicBezTo>
                      <a:lnTo>
                        <a:pt x="557" y="686"/>
                      </a:lnTo>
                      <a:cubicBezTo>
                        <a:pt x="557" y="514"/>
                        <a:pt x="489" y="419"/>
                        <a:pt x="354" y="419"/>
                      </a:cubicBezTo>
                      <a:cubicBezTo>
                        <a:pt x="273" y="419"/>
                        <a:pt x="215" y="456"/>
                        <a:pt x="184" y="523"/>
                      </a:cubicBezTo>
                      <a:lnTo>
                        <a:pt x="184" y="311"/>
                      </a:lnTo>
                      <a:cubicBezTo>
                        <a:pt x="184" y="199"/>
                        <a:pt x="221" y="167"/>
                        <a:pt x="286" y="167"/>
                      </a:cubicBezTo>
                      <a:cubicBezTo>
                        <a:pt x="343" y="167"/>
                        <a:pt x="380" y="199"/>
                        <a:pt x="380" y="282"/>
                      </a:cubicBezTo>
                      <a:lnTo>
                        <a:pt x="380" y="322"/>
                      </a:lnTo>
                      <a:lnTo>
                        <a:pt x="553" y="322"/>
                      </a:lnTo>
                      <a:lnTo>
                        <a:pt x="553" y="293"/>
                      </a:lnTo>
                      <a:cubicBezTo>
                        <a:pt x="553" y="106"/>
                        <a:pt x="460" y="1"/>
                        <a:pt x="2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5"/>
                <p:cNvSpPr/>
                <p:nvPr/>
              </p:nvSpPr>
              <p:spPr>
                <a:xfrm>
                  <a:off x="3226977" y="4290958"/>
                  <a:ext cx="46186" cy="98927"/>
                </a:xfrm>
                <a:custGeom>
                  <a:avLst/>
                  <a:gdLst/>
                  <a:ahLst/>
                  <a:cxnLst/>
                  <a:rect l="l" t="t" r="r" b="b"/>
                  <a:pathLst>
                    <a:path w="557" h="1193" extrusionOk="0">
                      <a:moveTo>
                        <a:pt x="278" y="167"/>
                      </a:moveTo>
                      <a:cubicBezTo>
                        <a:pt x="336" y="167"/>
                        <a:pt x="373" y="199"/>
                        <a:pt x="373" y="282"/>
                      </a:cubicBezTo>
                      <a:lnTo>
                        <a:pt x="373" y="911"/>
                      </a:lnTo>
                      <a:cubicBezTo>
                        <a:pt x="373" y="994"/>
                        <a:pt x="336" y="1025"/>
                        <a:pt x="278" y="1025"/>
                      </a:cubicBezTo>
                      <a:cubicBezTo>
                        <a:pt x="220" y="1025"/>
                        <a:pt x="183" y="994"/>
                        <a:pt x="183" y="911"/>
                      </a:cubicBezTo>
                      <a:lnTo>
                        <a:pt x="183" y="282"/>
                      </a:lnTo>
                      <a:cubicBezTo>
                        <a:pt x="183" y="199"/>
                        <a:pt x="220" y="167"/>
                        <a:pt x="278" y="167"/>
                      </a:cubicBezTo>
                      <a:close/>
                      <a:moveTo>
                        <a:pt x="278" y="1"/>
                      </a:moveTo>
                      <a:cubicBezTo>
                        <a:pt x="99" y="1"/>
                        <a:pt x="1" y="106"/>
                        <a:pt x="1" y="293"/>
                      </a:cubicBezTo>
                      <a:lnTo>
                        <a:pt x="1" y="899"/>
                      </a:lnTo>
                      <a:cubicBezTo>
                        <a:pt x="1" y="1086"/>
                        <a:pt x="99" y="1193"/>
                        <a:pt x="278" y="1193"/>
                      </a:cubicBezTo>
                      <a:cubicBezTo>
                        <a:pt x="459" y="1193"/>
                        <a:pt x="557" y="1086"/>
                        <a:pt x="557" y="899"/>
                      </a:cubicBezTo>
                      <a:lnTo>
                        <a:pt x="557" y="293"/>
                      </a:lnTo>
                      <a:cubicBezTo>
                        <a:pt x="557" y="106"/>
                        <a:pt x="459" y="1"/>
                        <a:pt x="2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5"/>
                <p:cNvSpPr/>
                <p:nvPr/>
              </p:nvSpPr>
              <p:spPr>
                <a:xfrm>
                  <a:off x="3281705" y="4290958"/>
                  <a:ext cx="46186" cy="98927"/>
                </a:xfrm>
                <a:custGeom>
                  <a:avLst/>
                  <a:gdLst/>
                  <a:ahLst/>
                  <a:cxnLst/>
                  <a:rect l="l" t="t" r="r" b="b"/>
                  <a:pathLst>
                    <a:path w="557" h="1193" extrusionOk="0">
                      <a:moveTo>
                        <a:pt x="278" y="167"/>
                      </a:moveTo>
                      <a:cubicBezTo>
                        <a:pt x="336" y="167"/>
                        <a:pt x="373" y="199"/>
                        <a:pt x="373" y="282"/>
                      </a:cubicBezTo>
                      <a:lnTo>
                        <a:pt x="373" y="911"/>
                      </a:lnTo>
                      <a:cubicBezTo>
                        <a:pt x="373" y="994"/>
                        <a:pt x="336" y="1025"/>
                        <a:pt x="278" y="1025"/>
                      </a:cubicBezTo>
                      <a:cubicBezTo>
                        <a:pt x="221" y="1025"/>
                        <a:pt x="184" y="994"/>
                        <a:pt x="184" y="911"/>
                      </a:cubicBezTo>
                      <a:lnTo>
                        <a:pt x="184" y="282"/>
                      </a:lnTo>
                      <a:cubicBezTo>
                        <a:pt x="184" y="199"/>
                        <a:pt x="221" y="167"/>
                        <a:pt x="278" y="167"/>
                      </a:cubicBezTo>
                      <a:close/>
                      <a:moveTo>
                        <a:pt x="278" y="1"/>
                      </a:moveTo>
                      <a:cubicBezTo>
                        <a:pt x="98" y="1"/>
                        <a:pt x="1" y="106"/>
                        <a:pt x="1" y="293"/>
                      </a:cubicBezTo>
                      <a:lnTo>
                        <a:pt x="1" y="899"/>
                      </a:lnTo>
                      <a:cubicBezTo>
                        <a:pt x="1" y="1086"/>
                        <a:pt x="98" y="1193"/>
                        <a:pt x="278" y="1193"/>
                      </a:cubicBezTo>
                      <a:cubicBezTo>
                        <a:pt x="459" y="1193"/>
                        <a:pt x="556" y="1086"/>
                        <a:pt x="556" y="899"/>
                      </a:cubicBezTo>
                      <a:lnTo>
                        <a:pt x="556" y="293"/>
                      </a:lnTo>
                      <a:cubicBezTo>
                        <a:pt x="556" y="106"/>
                        <a:pt x="459" y="1"/>
                        <a:pt x="2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6" name="Google Shape;926;p45"/>
              <p:cNvSpPr/>
              <p:nvPr/>
            </p:nvSpPr>
            <p:spPr>
              <a:xfrm>
                <a:off x="1070859" y="1323483"/>
                <a:ext cx="69038" cy="68849"/>
              </a:xfrm>
              <a:custGeom>
                <a:avLst/>
                <a:gdLst/>
                <a:ahLst/>
                <a:cxnLst/>
                <a:rect l="l" t="t" r="r" b="b"/>
                <a:pathLst>
                  <a:path w="1081" h="1078" extrusionOk="0">
                    <a:moveTo>
                      <a:pt x="541" y="0"/>
                    </a:moveTo>
                    <a:cubicBezTo>
                      <a:pt x="243" y="0"/>
                      <a:pt x="1" y="240"/>
                      <a:pt x="1" y="540"/>
                    </a:cubicBezTo>
                    <a:cubicBezTo>
                      <a:pt x="1" y="838"/>
                      <a:pt x="243" y="1078"/>
                      <a:pt x="541" y="1078"/>
                    </a:cubicBezTo>
                    <a:cubicBezTo>
                      <a:pt x="839" y="1078"/>
                      <a:pt x="1080" y="838"/>
                      <a:pt x="1080" y="540"/>
                    </a:cubicBezTo>
                    <a:cubicBezTo>
                      <a:pt x="1080" y="243"/>
                      <a:pt x="837" y="0"/>
                      <a:pt x="5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5"/>
              <p:cNvSpPr/>
              <p:nvPr/>
            </p:nvSpPr>
            <p:spPr>
              <a:xfrm>
                <a:off x="1046271" y="1387924"/>
                <a:ext cx="117959" cy="77726"/>
              </a:xfrm>
              <a:custGeom>
                <a:avLst/>
                <a:gdLst/>
                <a:ahLst/>
                <a:cxnLst/>
                <a:rect l="l" t="t" r="r" b="b"/>
                <a:pathLst>
                  <a:path w="1847" h="1217" extrusionOk="0">
                    <a:moveTo>
                      <a:pt x="886" y="1"/>
                    </a:moveTo>
                    <a:cubicBezTo>
                      <a:pt x="398" y="1"/>
                      <a:pt x="1" y="543"/>
                      <a:pt x="1" y="1216"/>
                    </a:cubicBezTo>
                    <a:lnTo>
                      <a:pt x="1846" y="1216"/>
                    </a:lnTo>
                    <a:cubicBezTo>
                      <a:pt x="1846" y="543"/>
                      <a:pt x="1452" y="1"/>
                      <a:pt x="9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8" name="Google Shape;928;p45"/>
            <p:cNvSpPr/>
            <p:nvPr/>
          </p:nvSpPr>
          <p:spPr>
            <a:xfrm>
              <a:off x="1511475" y="1262575"/>
              <a:ext cx="131900" cy="131850"/>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5"/>
            <p:cNvSpPr/>
            <p:nvPr/>
          </p:nvSpPr>
          <p:spPr>
            <a:xfrm rot="909554">
              <a:off x="1755948" y="747193"/>
              <a:ext cx="371977" cy="323881"/>
            </a:xfrm>
            <a:custGeom>
              <a:avLst/>
              <a:gdLst/>
              <a:ahLst/>
              <a:cxnLst/>
              <a:rect l="l" t="t" r="r" b="b"/>
              <a:pathLst>
                <a:path w="6958" h="6058" extrusionOk="0">
                  <a:moveTo>
                    <a:pt x="3903" y="1"/>
                  </a:moveTo>
                  <a:cubicBezTo>
                    <a:pt x="3640" y="1"/>
                    <a:pt x="3429" y="195"/>
                    <a:pt x="3429" y="435"/>
                  </a:cubicBezTo>
                  <a:lnTo>
                    <a:pt x="3429" y="898"/>
                  </a:lnTo>
                  <a:cubicBezTo>
                    <a:pt x="3304" y="2429"/>
                    <a:pt x="2141" y="2828"/>
                    <a:pt x="2141" y="2828"/>
                  </a:cubicBezTo>
                  <a:lnTo>
                    <a:pt x="2141" y="2396"/>
                  </a:lnTo>
                  <a:lnTo>
                    <a:pt x="0" y="2396"/>
                  </a:lnTo>
                  <a:lnTo>
                    <a:pt x="0" y="6058"/>
                  </a:lnTo>
                  <a:lnTo>
                    <a:pt x="2141" y="6058"/>
                  </a:lnTo>
                  <a:lnTo>
                    <a:pt x="2141" y="5594"/>
                  </a:lnTo>
                  <a:cubicBezTo>
                    <a:pt x="2141" y="5594"/>
                    <a:pt x="2633" y="5935"/>
                    <a:pt x="4016" y="5954"/>
                  </a:cubicBezTo>
                  <a:cubicBezTo>
                    <a:pt x="4083" y="5985"/>
                    <a:pt x="4155" y="6006"/>
                    <a:pt x="4233" y="6006"/>
                  </a:cubicBezTo>
                  <a:lnTo>
                    <a:pt x="5862" y="6006"/>
                  </a:lnTo>
                  <a:cubicBezTo>
                    <a:pt x="6136" y="6006"/>
                    <a:pt x="6358" y="5782"/>
                    <a:pt x="6358" y="5508"/>
                  </a:cubicBezTo>
                  <a:cubicBezTo>
                    <a:pt x="6358" y="5335"/>
                    <a:pt x="6269" y="5183"/>
                    <a:pt x="6136" y="5094"/>
                  </a:cubicBezTo>
                  <a:cubicBezTo>
                    <a:pt x="6375" y="5057"/>
                    <a:pt x="6558" y="4853"/>
                    <a:pt x="6558" y="4605"/>
                  </a:cubicBezTo>
                  <a:cubicBezTo>
                    <a:pt x="6558" y="4433"/>
                    <a:pt x="6470" y="4281"/>
                    <a:pt x="6336" y="4192"/>
                  </a:cubicBezTo>
                  <a:cubicBezTo>
                    <a:pt x="6575" y="4154"/>
                    <a:pt x="6759" y="3951"/>
                    <a:pt x="6759" y="3702"/>
                  </a:cubicBezTo>
                  <a:cubicBezTo>
                    <a:pt x="6759" y="3530"/>
                    <a:pt x="6670" y="3378"/>
                    <a:pt x="6536" y="3287"/>
                  </a:cubicBezTo>
                  <a:cubicBezTo>
                    <a:pt x="6772" y="3252"/>
                    <a:pt x="6957" y="3049"/>
                    <a:pt x="6957" y="2800"/>
                  </a:cubicBezTo>
                  <a:cubicBezTo>
                    <a:pt x="6957" y="2525"/>
                    <a:pt x="6735" y="2301"/>
                    <a:pt x="6461" y="2301"/>
                  </a:cubicBezTo>
                  <a:lnTo>
                    <a:pt x="4831" y="2301"/>
                  </a:lnTo>
                  <a:cubicBezTo>
                    <a:pt x="4756" y="2301"/>
                    <a:pt x="4683" y="2321"/>
                    <a:pt x="4618" y="2352"/>
                  </a:cubicBezTo>
                  <a:lnTo>
                    <a:pt x="4284" y="2352"/>
                  </a:lnTo>
                  <a:cubicBezTo>
                    <a:pt x="4514" y="1683"/>
                    <a:pt x="4379" y="435"/>
                    <a:pt x="4379" y="435"/>
                  </a:cubicBezTo>
                  <a:cubicBezTo>
                    <a:pt x="4379" y="195"/>
                    <a:pt x="4166" y="1"/>
                    <a:pt x="39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0" name="Google Shape;930;p45"/>
            <p:cNvGrpSpPr/>
            <p:nvPr/>
          </p:nvGrpSpPr>
          <p:grpSpPr>
            <a:xfrm>
              <a:off x="1227074" y="824855"/>
              <a:ext cx="284403" cy="284356"/>
              <a:chOff x="1252775" y="959150"/>
              <a:chExt cx="154575" cy="154575"/>
            </a:xfrm>
          </p:grpSpPr>
          <p:sp>
            <p:nvSpPr>
              <p:cNvPr id="931" name="Google Shape;931;p45"/>
              <p:cNvSpPr/>
              <p:nvPr/>
            </p:nvSpPr>
            <p:spPr>
              <a:xfrm>
                <a:off x="1252775" y="959150"/>
                <a:ext cx="154575" cy="154575"/>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5"/>
              <p:cNvSpPr/>
              <p:nvPr/>
            </p:nvSpPr>
            <p:spPr>
              <a:xfrm>
                <a:off x="1281950" y="1000925"/>
                <a:ext cx="30900" cy="29375"/>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5"/>
              <p:cNvSpPr/>
              <p:nvPr/>
            </p:nvSpPr>
            <p:spPr>
              <a:xfrm>
                <a:off x="1347325" y="1000925"/>
                <a:ext cx="30875" cy="29375"/>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5"/>
              <p:cNvSpPr/>
              <p:nvPr/>
            </p:nvSpPr>
            <p:spPr>
              <a:xfrm>
                <a:off x="1280725" y="1044625"/>
                <a:ext cx="98625" cy="49300"/>
              </a:xfrm>
              <a:custGeom>
                <a:avLst/>
                <a:gdLst/>
                <a:ahLst/>
                <a:cxnLst/>
                <a:rect l="l" t="t" r="r" b="b"/>
                <a:pathLst>
                  <a:path w="3945" h="1972" extrusionOk="0">
                    <a:moveTo>
                      <a:pt x="1" y="0"/>
                    </a:moveTo>
                    <a:cubicBezTo>
                      <a:pt x="1" y="1090"/>
                      <a:pt x="883" y="1972"/>
                      <a:pt x="1972" y="1972"/>
                    </a:cubicBezTo>
                    <a:cubicBezTo>
                      <a:pt x="3062" y="1972"/>
                      <a:pt x="3944" y="1090"/>
                      <a:pt x="39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5"/>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rgbClr val="FF9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5"/>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7" name="Google Shape;937;p45"/>
            <p:cNvSpPr/>
            <p:nvPr/>
          </p:nvSpPr>
          <p:spPr>
            <a:xfrm>
              <a:off x="734881" y="785325"/>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8" name="Google Shape;938;p45"/>
          <p:cNvGrpSpPr/>
          <p:nvPr/>
        </p:nvGrpSpPr>
        <p:grpSpPr>
          <a:xfrm>
            <a:off x="4717609" y="3530847"/>
            <a:ext cx="1331458" cy="1017491"/>
            <a:chOff x="4717609" y="3530847"/>
            <a:chExt cx="1331458" cy="1017491"/>
          </a:xfrm>
        </p:grpSpPr>
        <p:sp>
          <p:nvSpPr>
            <p:cNvPr id="939" name="Google Shape;939;p45"/>
            <p:cNvSpPr/>
            <p:nvPr/>
          </p:nvSpPr>
          <p:spPr>
            <a:xfrm>
              <a:off x="5904098" y="4196923"/>
              <a:ext cx="144969" cy="144901"/>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5"/>
            <p:cNvSpPr/>
            <p:nvPr/>
          </p:nvSpPr>
          <p:spPr>
            <a:xfrm rot="-442222">
              <a:off x="4736395" y="3953625"/>
              <a:ext cx="363269" cy="316281"/>
            </a:xfrm>
            <a:custGeom>
              <a:avLst/>
              <a:gdLst/>
              <a:ahLst/>
              <a:cxnLst/>
              <a:rect l="l" t="t" r="r" b="b"/>
              <a:pathLst>
                <a:path w="6958" h="6058" extrusionOk="0">
                  <a:moveTo>
                    <a:pt x="3903" y="1"/>
                  </a:moveTo>
                  <a:cubicBezTo>
                    <a:pt x="3640" y="1"/>
                    <a:pt x="3429" y="195"/>
                    <a:pt x="3429" y="435"/>
                  </a:cubicBezTo>
                  <a:lnTo>
                    <a:pt x="3429" y="898"/>
                  </a:lnTo>
                  <a:cubicBezTo>
                    <a:pt x="3304" y="2429"/>
                    <a:pt x="2141" y="2828"/>
                    <a:pt x="2141" y="2828"/>
                  </a:cubicBezTo>
                  <a:lnTo>
                    <a:pt x="2141" y="2396"/>
                  </a:lnTo>
                  <a:lnTo>
                    <a:pt x="0" y="2396"/>
                  </a:lnTo>
                  <a:lnTo>
                    <a:pt x="0" y="6058"/>
                  </a:lnTo>
                  <a:lnTo>
                    <a:pt x="2141" y="6058"/>
                  </a:lnTo>
                  <a:lnTo>
                    <a:pt x="2141" y="5594"/>
                  </a:lnTo>
                  <a:cubicBezTo>
                    <a:pt x="2141" y="5594"/>
                    <a:pt x="2633" y="5935"/>
                    <a:pt x="4016" y="5954"/>
                  </a:cubicBezTo>
                  <a:cubicBezTo>
                    <a:pt x="4083" y="5985"/>
                    <a:pt x="4155" y="6006"/>
                    <a:pt x="4233" y="6006"/>
                  </a:cubicBezTo>
                  <a:lnTo>
                    <a:pt x="5862" y="6006"/>
                  </a:lnTo>
                  <a:cubicBezTo>
                    <a:pt x="6136" y="6006"/>
                    <a:pt x="6358" y="5782"/>
                    <a:pt x="6358" y="5508"/>
                  </a:cubicBezTo>
                  <a:cubicBezTo>
                    <a:pt x="6358" y="5335"/>
                    <a:pt x="6269" y="5183"/>
                    <a:pt x="6136" y="5094"/>
                  </a:cubicBezTo>
                  <a:cubicBezTo>
                    <a:pt x="6375" y="5057"/>
                    <a:pt x="6558" y="4853"/>
                    <a:pt x="6558" y="4605"/>
                  </a:cubicBezTo>
                  <a:cubicBezTo>
                    <a:pt x="6558" y="4433"/>
                    <a:pt x="6470" y="4281"/>
                    <a:pt x="6336" y="4192"/>
                  </a:cubicBezTo>
                  <a:cubicBezTo>
                    <a:pt x="6575" y="4154"/>
                    <a:pt x="6759" y="3951"/>
                    <a:pt x="6759" y="3702"/>
                  </a:cubicBezTo>
                  <a:cubicBezTo>
                    <a:pt x="6759" y="3530"/>
                    <a:pt x="6670" y="3378"/>
                    <a:pt x="6536" y="3287"/>
                  </a:cubicBezTo>
                  <a:cubicBezTo>
                    <a:pt x="6772" y="3252"/>
                    <a:pt x="6957" y="3049"/>
                    <a:pt x="6957" y="2800"/>
                  </a:cubicBezTo>
                  <a:cubicBezTo>
                    <a:pt x="6957" y="2525"/>
                    <a:pt x="6735" y="2301"/>
                    <a:pt x="6461" y="2301"/>
                  </a:cubicBezTo>
                  <a:lnTo>
                    <a:pt x="4831" y="2301"/>
                  </a:lnTo>
                  <a:cubicBezTo>
                    <a:pt x="4756" y="2301"/>
                    <a:pt x="4683" y="2321"/>
                    <a:pt x="4618" y="2352"/>
                  </a:cubicBezTo>
                  <a:lnTo>
                    <a:pt x="4284" y="2352"/>
                  </a:lnTo>
                  <a:cubicBezTo>
                    <a:pt x="4514" y="1683"/>
                    <a:pt x="4379" y="435"/>
                    <a:pt x="4379" y="435"/>
                  </a:cubicBezTo>
                  <a:cubicBezTo>
                    <a:pt x="4379" y="195"/>
                    <a:pt x="4166" y="1"/>
                    <a:pt x="39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1" name="Google Shape;941;p45"/>
            <p:cNvGrpSpPr/>
            <p:nvPr/>
          </p:nvGrpSpPr>
          <p:grpSpPr>
            <a:xfrm>
              <a:off x="5635382" y="3530847"/>
              <a:ext cx="400854" cy="365151"/>
              <a:chOff x="1453550" y="959950"/>
              <a:chExt cx="167925" cy="152975"/>
            </a:xfrm>
          </p:grpSpPr>
          <p:sp>
            <p:nvSpPr>
              <p:cNvPr id="942" name="Google Shape;942;p45"/>
              <p:cNvSpPr/>
              <p:nvPr/>
            </p:nvSpPr>
            <p:spPr>
              <a:xfrm>
                <a:off x="1453550" y="959950"/>
                <a:ext cx="167925" cy="152975"/>
              </a:xfrm>
              <a:custGeom>
                <a:avLst/>
                <a:gdLst/>
                <a:ahLst/>
                <a:cxnLst/>
                <a:rect l="l" t="t" r="r" b="b"/>
                <a:pathLst>
                  <a:path w="6717" h="6119" extrusionOk="0">
                    <a:moveTo>
                      <a:pt x="3359" y="0"/>
                    </a:moveTo>
                    <a:cubicBezTo>
                      <a:pt x="2576" y="0"/>
                      <a:pt x="1793" y="299"/>
                      <a:pt x="1195" y="896"/>
                    </a:cubicBezTo>
                    <a:cubicBezTo>
                      <a:pt x="1" y="2091"/>
                      <a:pt x="1" y="4027"/>
                      <a:pt x="1195" y="5222"/>
                    </a:cubicBezTo>
                    <a:cubicBezTo>
                      <a:pt x="1793" y="5820"/>
                      <a:pt x="2576" y="6118"/>
                      <a:pt x="3359" y="6118"/>
                    </a:cubicBezTo>
                    <a:cubicBezTo>
                      <a:pt x="4142" y="6118"/>
                      <a:pt x="4925" y="5820"/>
                      <a:pt x="5523" y="5222"/>
                    </a:cubicBezTo>
                    <a:cubicBezTo>
                      <a:pt x="6716" y="4027"/>
                      <a:pt x="6716" y="2091"/>
                      <a:pt x="5523" y="896"/>
                    </a:cubicBezTo>
                    <a:cubicBezTo>
                      <a:pt x="4925" y="299"/>
                      <a:pt x="4142" y="0"/>
                      <a:pt x="3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5"/>
              <p:cNvSpPr/>
              <p:nvPr/>
            </p:nvSpPr>
            <p:spPr>
              <a:xfrm>
                <a:off x="1495475" y="998925"/>
                <a:ext cx="84150" cy="80175"/>
              </a:xfrm>
              <a:custGeom>
                <a:avLst/>
                <a:gdLst/>
                <a:ahLst/>
                <a:cxnLst/>
                <a:rect l="l" t="t" r="r" b="b"/>
                <a:pathLst>
                  <a:path w="3366" h="3207" extrusionOk="0">
                    <a:moveTo>
                      <a:pt x="909" y="0"/>
                    </a:moveTo>
                    <a:cubicBezTo>
                      <a:pt x="863" y="0"/>
                      <a:pt x="811" y="2"/>
                      <a:pt x="758" y="8"/>
                    </a:cubicBezTo>
                    <a:cubicBezTo>
                      <a:pt x="427" y="40"/>
                      <a:pt x="46" y="343"/>
                      <a:pt x="0" y="921"/>
                    </a:cubicBezTo>
                    <a:lnTo>
                      <a:pt x="0" y="1113"/>
                    </a:lnTo>
                    <a:cubicBezTo>
                      <a:pt x="42" y="1668"/>
                      <a:pt x="461" y="2351"/>
                      <a:pt x="1683" y="3207"/>
                    </a:cubicBezTo>
                    <a:cubicBezTo>
                      <a:pt x="2903" y="2350"/>
                      <a:pt x="3322" y="1668"/>
                      <a:pt x="3365" y="1113"/>
                    </a:cubicBezTo>
                    <a:lnTo>
                      <a:pt x="3365" y="921"/>
                    </a:lnTo>
                    <a:cubicBezTo>
                      <a:pt x="3318" y="341"/>
                      <a:pt x="2937" y="39"/>
                      <a:pt x="2606" y="8"/>
                    </a:cubicBezTo>
                    <a:cubicBezTo>
                      <a:pt x="2553" y="2"/>
                      <a:pt x="2503" y="0"/>
                      <a:pt x="2455" y="0"/>
                    </a:cubicBezTo>
                    <a:cubicBezTo>
                      <a:pt x="2076" y="0"/>
                      <a:pt x="1892" y="165"/>
                      <a:pt x="1683" y="412"/>
                    </a:cubicBezTo>
                    <a:cubicBezTo>
                      <a:pt x="1472" y="165"/>
                      <a:pt x="1291" y="0"/>
                      <a:pt x="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4" name="Google Shape;944;p45"/>
            <p:cNvSpPr/>
            <p:nvPr/>
          </p:nvSpPr>
          <p:spPr>
            <a:xfrm>
              <a:off x="5357737" y="3530855"/>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5" name="Google Shape;945;p45"/>
            <p:cNvGrpSpPr/>
            <p:nvPr/>
          </p:nvGrpSpPr>
          <p:grpSpPr>
            <a:xfrm>
              <a:off x="5118449" y="3990419"/>
              <a:ext cx="696605" cy="557919"/>
              <a:chOff x="1976200" y="925650"/>
              <a:chExt cx="197400" cy="158100"/>
            </a:xfrm>
          </p:grpSpPr>
          <p:sp>
            <p:nvSpPr>
              <p:cNvPr id="946" name="Google Shape;946;p45"/>
              <p:cNvSpPr/>
              <p:nvPr/>
            </p:nvSpPr>
            <p:spPr>
              <a:xfrm>
                <a:off x="1976200" y="963625"/>
                <a:ext cx="137000" cy="120125"/>
              </a:xfrm>
              <a:custGeom>
                <a:avLst/>
                <a:gdLst/>
                <a:ahLst/>
                <a:cxnLst/>
                <a:rect l="l" t="t" r="r" b="b"/>
                <a:pathLst>
                  <a:path w="5480" h="4805" extrusionOk="0">
                    <a:moveTo>
                      <a:pt x="3078" y="1"/>
                    </a:moveTo>
                    <a:cubicBezTo>
                      <a:pt x="1751" y="1"/>
                      <a:pt x="676" y="1076"/>
                      <a:pt x="676" y="2402"/>
                    </a:cubicBezTo>
                    <a:cubicBezTo>
                      <a:pt x="676" y="2831"/>
                      <a:pt x="789" y="3231"/>
                      <a:pt x="986" y="3580"/>
                    </a:cubicBezTo>
                    <a:lnTo>
                      <a:pt x="0" y="4690"/>
                    </a:lnTo>
                    <a:lnTo>
                      <a:pt x="1452" y="4170"/>
                    </a:lnTo>
                    <a:cubicBezTo>
                      <a:pt x="1879" y="4564"/>
                      <a:pt x="2449" y="4804"/>
                      <a:pt x="3076" y="4804"/>
                    </a:cubicBezTo>
                    <a:cubicBezTo>
                      <a:pt x="4403" y="4804"/>
                      <a:pt x="5478" y="3729"/>
                      <a:pt x="5478" y="2402"/>
                    </a:cubicBezTo>
                    <a:cubicBezTo>
                      <a:pt x="5479" y="1076"/>
                      <a:pt x="4405" y="1"/>
                      <a:pt x="30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5"/>
              <p:cNvSpPr/>
              <p:nvPr/>
            </p:nvSpPr>
            <p:spPr>
              <a:xfrm>
                <a:off x="2036600" y="925650"/>
                <a:ext cx="137000" cy="120100"/>
              </a:xfrm>
              <a:custGeom>
                <a:avLst/>
                <a:gdLst/>
                <a:ahLst/>
                <a:cxnLst/>
                <a:rect l="l" t="t" r="r" b="b"/>
                <a:pathLst>
                  <a:path w="5480" h="4804" extrusionOk="0">
                    <a:moveTo>
                      <a:pt x="2402" y="0"/>
                    </a:moveTo>
                    <a:cubicBezTo>
                      <a:pt x="1075" y="0"/>
                      <a:pt x="1" y="1075"/>
                      <a:pt x="1" y="2402"/>
                    </a:cubicBezTo>
                    <a:cubicBezTo>
                      <a:pt x="1" y="3727"/>
                      <a:pt x="1075" y="4803"/>
                      <a:pt x="2402" y="4803"/>
                    </a:cubicBezTo>
                    <a:cubicBezTo>
                      <a:pt x="3031" y="4803"/>
                      <a:pt x="3602" y="4563"/>
                      <a:pt x="4029" y="4169"/>
                    </a:cubicBezTo>
                    <a:lnTo>
                      <a:pt x="5480" y="4689"/>
                    </a:lnTo>
                    <a:lnTo>
                      <a:pt x="4496" y="3579"/>
                    </a:lnTo>
                    <a:cubicBezTo>
                      <a:pt x="4693" y="3231"/>
                      <a:pt x="4804" y="2830"/>
                      <a:pt x="4804" y="2402"/>
                    </a:cubicBezTo>
                    <a:cubicBezTo>
                      <a:pt x="4804" y="1075"/>
                      <a:pt x="3729" y="0"/>
                      <a:pt x="24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5"/>
              <p:cNvSpPr/>
              <p:nvPr/>
            </p:nvSpPr>
            <p:spPr>
              <a:xfrm>
                <a:off x="2069700" y="980425"/>
                <a:ext cx="10525" cy="10475"/>
              </a:xfrm>
              <a:custGeom>
                <a:avLst/>
                <a:gdLst/>
                <a:ahLst/>
                <a:cxnLst/>
                <a:rect l="l" t="t" r="r" b="b"/>
                <a:pathLst>
                  <a:path w="421" h="419" extrusionOk="0">
                    <a:moveTo>
                      <a:pt x="211" y="0"/>
                    </a:moveTo>
                    <a:cubicBezTo>
                      <a:pt x="94" y="0"/>
                      <a:pt x="1" y="95"/>
                      <a:pt x="1" y="209"/>
                    </a:cubicBezTo>
                    <a:cubicBezTo>
                      <a:pt x="1" y="325"/>
                      <a:pt x="95" y="418"/>
                      <a:pt x="211" y="418"/>
                    </a:cubicBezTo>
                    <a:cubicBezTo>
                      <a:pt x="325" y="418"/>
                      <a:pt x="420" y="325"/>
                      <a:pt x="420" y="209"/>
                    </a:cubicBezTo>
                    <a:cubicBezTo>
                      <a:pt x="420" y="95"/>
                      <a:pt x="325" y="0"/>
                      <a:pt x="2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5"/>
              <p:cNvSpPr/>
              <p:nvPr/>
            </p:nvSpPr>
            <p:spPr>
              <a:xfrm>
                <a:off x="2091450" y="980425"/>
                <a:ext cx="10475" cy="10475"/>
              </a:xfrm>
              <a:custGeom>
                <a:avLst/>
                <a:gdLst/>
                <a:ahLst/>
                <a:cxnLst/>
                <a:rect l="l" t="t" r="r" b="b"/>
                <a:pathLst>
                  <a:path w="419" h="419" extrusionOk="0">
                    <a:moveTo>
                      <a:pt x="210" y="0"/>
                    </a:moveTo>
                    <a:cubicBezTo>
                      <a:pt x="93" y="0"/>
                      <a:pt x="1" y="95"/>
                      <a:pt x="1" y="209"/>
                    </a:cubicBezTo>
                    <a:cubicBezTo>
                      <a:pt x="1" y="325"/>
                      <a:pt x="96" y="418"/>
                      <a:pt x="210" y="418"/>
                    </a:cubicBezTo>
                    <a:cubicBezTo>
                      <a:pt x="325" y="418"/>
                      <a:pt x="419" y="325"/>
                      <a:pt x="419" y="209"/>
                    </a:cubicBezTo>
                    <a:cubicBezTo>
                      <a:pt x="419" y="95"/>
                      <a:pt x="325" y="0"/>
                      <a:pt x="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5"/>
              <p:cNvSpPr/>
              <p:nvPr/>
            </p:nvSpPr>
            <p:spPr>
              <a:xfrm>
                <a:off x="2113125" y="980425"/>
                <a:ext cx="10500" cy="10475"/>
              </a:xfrm>
              <a:custGeom>
                <a:avLst/>
                <a:gdLst/>
                <a:ahLst/>
                <a:cxnLst/>
                <a:rect l="l" t="t" r="r" b="b"/>
                <a:pathLst>
                  <a:path w="420" h="419" extrusionOk="0">
                    <a:moveTo>
                      <a:pt x="210" y="0"/>
                    </a:moveTo>
                    <a:cubicBezTo>
                      <a:pt x="94" y="0"/>
                      <a:pt x="1" y="95"/>
                      <a:pt x="1" y="209"/>
                    </a:cubicBezTo>
                    <a:cubicBezTo>
                      <a:pt x="1" y="325"/>
                      <a:pt x="96" y="418"/>
                      <a:pt x="210" y="418"/>
                    </a:cubicBezTo>
                    <a:cubicBezTo>
                      <a:pt x="326" y="418"/>
                      <a:pt x="419" y="325"/>
                      <a:pt x="419" y="209"/>
                    </a:cubicBezTo>
                    <a:cubicBezTo>
                      <a:pt x="419" y="95"/>
                      <a:pt x="327" y="0"/>
                      <a:pt x="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51" name="Google Shape;951;p45"/>
          <p:cNvGrpSpPr/>
          <p:nvPr/>
        </p:nvGrpSpPr>
        <p:grpSpPr>
          <a:xfrm rot="-372486" flipH="1">
            <a:off x="5053685" y="360731"/>
            <a:ext cx="4332889" cy="7793018"/>
            <a:chOff x="1285726" y="2393842"/>
            <a:chExt cx="1358141" cy="2442716"/>
          </a:xfrm>
        </p:grpSpPr>
        <p:sp>
          <p:nvSpPr>
            <p:cNvPr id="952" name="Google Shape;952;p45"/>
            <p:cNvSpPr/>
            <p:nvPr/>
          </p:nvSpPr>
          <p:spPr>
            <a:xfrm rot="-326687">
              <a:off x="2217827" y="2447485"/>
              <a:ext cx="338518" cy="547080"/>
            </a:xfrm>
            <a:custGeom>
              <a:avLst/>
              <a:gdLst/>
              <a:ahLst/>
              <a:cxnLst/>
              <a:rect l="l" t="t" r="r" b="b"/>
              <a:pathLst>
                <a:path w="8867" h="14330" fill="none" extrusionOk="0">
                  <a:moveTo>
                    <a:pt x="0" y="14330"/>
                  </a:moveTo>
                  <a:lnTo>
                    <a:pt x="8867" y="0"/>
                  </a:lnTo>
                </a:path>
              </a:pathLst>
            </a:custGeom>
            <a:noFill/>
            <a:ln w="190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5"/>
            <p:cNvSpPr/>
            <p:nvPr/>
          </p:nvSpPr>
          <p:spPr>
            <a:xfrm rot="-326687">
              <a:off x="2234276" y="2793536"/>
              <a:ext cx="130070" cy="210166"/>
            </a:xfrm>
            <a:custGeom>
              <a:avLst/>
              <a:gdLst/>
              <a:ahLst/>
              <a:cxnLst/>
              <a:rect l="l" t="t" r="r" b="b"/>
              <a:pathLst>
                <a:path w="3407" h="5505" fill="none" extrusionOk="0">
                  <a:moveTo>
                    <a:pt x="0" y="5505"/>
                  </a:moveTo>
                  <a:lnTo>
                    <a:pt x="3407" y="0"/>
                  </a:lnTo>
                </a:path>
              </a:pathLst>
            </a:custGeom>
            <a:noFill/>
            <a:ln w="13675" cap="flat" cmpd="sng">
              <a:solidFill>
                <a:schemeClr val="accent3"/>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5"/>
            <p:cNvSpPr/>
            <p:nvPr/>
          </p:nvSpPr>
          <p:spPr>
            <a:xfrm rot="-326687">
              <a:off x="2406029" y="2402919"/>
              <a:ext cx="196231" cy="103269"/>
            </a:xfrm>
            <a:custGeom>
              <a:avLst/>
              <a:gdLst/>
              <a:ahLst/>
              <a:cxnLst/>
              <a:rect l="l" t="t" r="r" b="b"/>
              <a:pathLst>
                <a:path w="5140" h="2705" extrusionOk="0">
                  <a:moveTo>
                    <a:pt x="62" y="0"/>
                  </a:moveTo>
                  <a:lnTo>
                    <a:pt x="1" y="2654"/>
                  </a:lnTo>
                  <a:lnTo>
                    <a:pt x="5078" y="2704"/>
                  </a:lnTo>
                  <a:lnTo>
                    <a:pt x="5139" y="117"/>
                  </a:lnTo>
                  <a:lnTo>
                    <a:pt x="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5"/>
            <p:cNvSpPr/>
            <p:nvPr/>
          </p:nvSpPr>
          <p:spPr>
            <a:xfrm rot="-326687">
              <a:off x="2427341" y="2480685"/>
              <a:ext cx="14393" cy="14126"/>
            </a:xfrm>
            <a:custGeom>
              <a:avLst/>
              <a:gdLst/>
              <a:ahLst/>
              <a:cxnLst/>
              <a:rect l="l" t="t" r="r" b="b"/>
              <a:pathLst>
                <a:path w="377" h="370" extrusionOk="0">
                  <a:moveTo>
                    <a:pt x="185" y="0"/>
                  </a:moveTo>
                  <a:cubicBezTo>
                    <a:pt x="86" y="0"/>
                    <a:pt x="6" y="80"/>
                    <a:pt x="5" y="180"/>
                  </a:cubicBezTo>
                  <a:cubicBezTo>
                    <a:pt x="0" y="282"/>
                    <a:pt x="82" y="367"/>
                    <a:pt x="184" y="370"/>
                  </a:cubicBezTo>
                  <a:cubicBezTo>
                    <a:pt x="186" y="370"/>
                    <a:pt x="188" y="370"/>
                    <a:pt x="189" y="370"/>
                  </a:cubicBezTo>
                  <a:cubicBezTo>
                    <a:pt x="289" y="370"/>
                    <a:pt x="371" y="289"/>
                    <a:pt x="372" y="189"/>
                  </a:cubicBezTo>
                  <a:cubicBezTo>
                    <a:pt x="377" y="88"/>
                    <a:pt x="295" y="2"/>
                    <a:pt x="193" y="1"/>
                  </a:cubicBezTo>
                  <a:cubicBezTo>
                    <a:pt x="190" y="0"/>
                    <a:pt x="187" y="0"/>
                    <a:pt x="1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5"/>
            <p:cNvSpPr/>
            <p:nvPr/>
          </p:nvSpPr>
          <p:spPr>
            <a:xfrm rot="-326687">
              <a:off x="2451681" y="2478940"/>
              <a:ext cx="14393" cy="14126"/>
            </a:xfrm>
            <a:custGeom>
              <a:avLst/>
              <a:gdLst/>
              <a:ahLst/>
              <a:cxnLst/>
              <a:rect l="l" t="t" r="r" b="b"/>
              <a:pathLst>
                <a:path w="377" h="370" extrusionOk="0">
                  <a:moveTo>
                    <a:pt x="185" y="0"/>
                  </a:moveTo>
                  <a:cubicBezTo>
                    <a:pt x="88" y="0"/>
                    <a:pt x="7" y="80"/>
                    <a:pt x="4" y="180"/>
                  </a:cubicBezTo>
                  <a:cubicBezTo>
                    <a:pt x="0" y="282"/>
                    <a:pt x="82" y="365"/>
                    <a:pt x="184" y="370"/>
                  </a:cubicBezTo>
                  <a:cubicBezTo>
                    <a:pt x="186" y="370"/>
                    <a:pt x="187" y="370"/>
                    <a:pt x="189" y="370"/>
                  </a:cubicBezTo>
                  <a:cubicBezTo>
                    <a:pt x="289" y="370"/>
                    <a:pt x="371" y="289"/>
                    <a:pt x="374" y="189"/>
                  </a:cubicBezTo>
                  <a:cubicBezTo>
                    <a:pt x="377" y="88"/>
                    <a:pt x="295" y="2"/>
                    <a:pt x="193" y="0"/>
                  </a:cubicBezTo>
                  <a:cubicBezTo>
                    <a:pt x="190" y="0"/>
                    <a:pt x="187" y="0"/>
                    <a:pt x="1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5"/>
            <p:cNvSpPr/>
            <p:nvPr/>
          </p:nvSpPr>
          <p:spPr>
            <a:xfrm>
              <a:off x="1861719" y="2932584"/>
              <a:ext cx="277818" cy="343330"/>
            </a:xfrm>
            <a:custGeom>
              <a:avLst/>
              <a:gdLst/>
              <a:ahLst/>
              <a:cxnLst/>
              <a:rect l="l" t="t" r="r" b="b"/>
              <a:pathLst>
                <a:path w="7277" h="8993" extrusionOk="0">
                  <a:moveTo>
                    <a:pt x="1776" y="0"/>
                  </a:moveTo>
                  <a:cubicBezTo>
                    <a:pt x="1764" y="0"/>
                    <a:pt x="1752" y="0"/>
                    <a:pt x="1739" y="1"/>
                  </a:cubicBezTo>
                  <a:cubicBezTo>
                    <a:pt x="573" y="27"/>
                    <a:pt x="0" y="1150"/>
                    <a:pt x="705" y="3225"/>
                  </a:cubicBezTo>
                  <a:cubicBezTo>
                    <a:pt x="862" y="3683"/>
                    <a:pt x="1078" y="4186"/>
                    <a:pt x="1363" y="4736"/>
                  </a:cubicBezTo>
                  <a:cubicBezTo>
                    <a:pt x="1947" y="5852"/>
                    <a:pt x="2703" y="6669"/>
                    <a:pt x="3429" y="7254"/>
                  </a:cubicBezTo>
                  <a:cubicBezTo>
                    <a:pt x="4681" y="8265"/>
                    <a:pt x="5835" y="8596"/>
                    <a:pt x="5835" y="8596"/>
                  </a:cubicBezTo>
                  <a:cubicBezTo>
                    <a:pt x="5877" y="8925"/>
                    <a:pt x="6377" y="8992"/>
                    <a:pt x="6776" y="8992"/>
                  </a:cubicBezTo>
                  <a:cubicBezTo>
                    <a:pt x="7050" y="8992"/>
                    <a:pt x="7276" y="8961"/>
                    <a:pt x="7276" y="8961"/>
                  </a:cubicBezTo>
                  <a:cubicBezTo>
                    <a:pt x="6700" y="8077"/>
                    <a:pt x="7276" y="5693"/>
                    <a:pt x="7275" y="5693"/>
                  </a:cubicBezTo>
                  <a:cubicBezTo>
                    <a:pt x="4979" y="4362"/>
                    <a:pt x="3968" y="0"/>
                    <a:pt x="17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5"/>
            <p:cNvSpPr/>
            <p:nvPr/>
          </p:nvSpPr>
          <p:spPr>
            <a:xfrm>
              <a:off x="1888673" y="3041353"/>
              <a:ext cx="123275" cy="168210"/>
            </a:xfrm>
            <a:custGeom>
              <a:avLst/>
              <a:gdLst/>
              <a:ahLst/>
              <a:cxnLst/>
              <a:rect l="l" t="t" r="r" b="b"/>
              <a:pathLst>
                <a:path w="3229" h="4406" extrusionOk="0">
                  <a:moveTo>
                    <a:pt x="689" y="0"/>
                  </a:moveTo>
                  <a:cubicBezTo>
                    <a:pt x="406" y="0"/>
                    <a:pt x="180" y="151"/>
                    <a:pt x="0" y="376"/>
                  </a:cubicBezTo>
                  <a:cubicBezTo>
                    <a:pt x="156" y="834"/>
                    <a:pt x="372" y="1337"/>
                    <a:pt x="657" y="1887"/>
                  </a:cubicBezTo>
                  <a:cubicBezTo>
                    <a:pt x="1241" y="3003"/>
                    <a:pt x="1997" y="3820"/>
                    <a:pt x="2723" y="4405"/>
                  </a:cubicBezTo>
                  <a:cubicBezTo>
                    <a:pt x="3229" y="1670"/>
                    <a:pt x="767" y="4"/>
                    <a:pt x="765" y="4"/>
                  </a:cubicBezTo>
                  <a:cubicBezTo>
                    <a:pt x="765" y="4"/>
                    <a:pt x="765" y="4"/>
                    <a:pt x="765" y="4"/>
                  </a:cubicBezTo>
                  <a:cubicBezTo>
                    <a:pt x="739" y="2"/>
                    <a:pt x="714" y="0"/>
                    <a:pt x="6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5"/>
            <p:cNvSpPr/>
            <p:nvPr/>
          </p:nvSpPr>
          <p:spPr>
            <a:xfrm>
              <a:off x="2072767" y="3199716"/>
              <a:ext cx="4963" cy="61962"/>
            </a:xfrm>
            <a:custGeom>
              <a:avLst/>
              <a:gdLst/>
              <a:ahLst/>
              <a:cxnLst/>
              <a:rect l="l" t="t" r="r" b="b"/>
              <a:pathLst>
                <a:path w="130" h="1623" fill="none" extrusionOk="0">
                  <a:moveTo>
                    <a:pt x="130" y="1623"/>
                  </a:moveTo>
                  <a:cubicBezTo>
                    <a:pt x="29" y="1089"/>
                    <a:pt x="1" y="542"/>
                    <a:pt x="49" y="1"/>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5"/>
            <p:cNvSpPr/>
            <p:nvPr/>
          </p:nvSpPr>
          <p:spPr>
            <a:xfrm>
              <a:off x="1997786" y="3029595"/>
              <a:ext cx="94986" cy="80707"/>
            </a:xfrm>
            <a:custGeom>
              <a:avLst/>
              <a:gdLst/>
              <a:ahLst/>
              <a:cxnLst/>
              <a:rect l="l" t="t" r="r" b="b"/>
              <a:pathLst>
                <a:path w="2488" h="2114" fill="none" extrusionOk="0">
                  <a:moveTo>
                    <a:pt x="2488" y="2113"/>
                  </a:moveTo>
                  <a:cubicBezTo>
                    <a:pt x="1994" y="1351"/>
                    <a:pt x="1014" y="1090"/>
                    <a:pt x="312" y="514"/>
                  </a:cubicBezTo>
                  <a:cubicBezTo>
                    <a:pt x="156" y="386"/>
                    <a:pt x="0" y="183"/>
                    <a:pt x="88" y="1"/>
                  </a:cubicBezTo>
                  <a:cubicBezTo>
                    <a:pt x="334" y="61"/>
                    <a:pt x="567" y="183"/>
                    <a:pt x="759" y="349"/>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5"/>
            <p:cNvSpPr/>
            <p:nvPr/>
          </p:nvSpPr>
          <p:spPr>
            <a:xfrm>
              <a:off x="2084488" y="2927278"/>
              <a:ext cx="280796" cy="348026"/>
            </a:xfrm>
            <a:custGeom>
              <a:avLst/>
              <a:gdLst/>
              <a:ahLst/>
              <a:cxnLst/>
              <a:rect l="l" t="t" r="r" b="b"/>
              <a:pathLst>
                <a:path w="7355" h="9116" extrusionOk="0">
                  <a:moveTo>
                    <a:pt x="6021" y="0"/>
                  </a:moveTo>
                  <a:cubicBezTo>
                    <a:pt x="6021" y="0"/>
                    <a:pt x="2562" y="5143"/>
                    <a:pt x="1441" y="5816"/>
                  </a:cubicBezTo>
                  <a:cubicBezTo>
                    <a:pt x="432" y="6422"/>
                    <a:pt x="0" y="8719"/>
                    <a:pt x="1443" y="9085"/>
                  </a:cubicBezTo>
                  <a:cubicBezTo>
                    <a:pt x="1525" y="9106"/>
                    <a:pt x="1609" y="9116"/>
                    <a:pt x="1693" y="9116"/>
                  </a:cubicBezTo>
                  <a:cubicBezTo>
                    <a:pt x="4152" y="9116"/>
                    <a:pt x="7355" y="546"/>
                    <a:pt x="7355" y="546"/>
                  </a:cubicBezTo>
                  <a:lnTo>
                    <a:pt x="6021" y="0"/>
                  </a:lnTo>
                  <a:close/>
                </a:path>
              </a:pathLst>
            </a:custGeom>
            <a:solidFill>
              <a:srgbClr val="FE9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5"/>
            <p:cNvSpPr/>
            <p:nvPr/>
          </p:nvSpPr>
          <p:spPr>
            <a:xfrm>
              <a:off x="2293666" y="2827480"/>
              <a:ext cx="91855" cy="121214"/>
            </a:xfrm>
            <a:custGeom>
              <a:avLst/>
              <a:gdLst/>
              <a:ahLst/>
              <a:cxnLst/>
              <a:rect l="l" t="t" r="r" b="b"/>
              <a:pathLst>
                <a:path w="2406" h="3175" extrusionOk="0">
                  <a:moveTo>
                    <a:pt x="438" y="1"/>
                  </a:moveTo>
                  <a:cubicBezTo>
                    <a:pt x="416" y="1"/>
                    <a:pt x="396" y="3"/>
                    <a:pt x="379" y="8"/>
                  </a:cubicBezTo>
                  <a:cubicBezTo>
                    <a:pt x="1" y="115"/>
                    <a:pt x="595" y="819"/>
                    <a:pt x="595" y="819"/>
                  </a:cubicBezTo>
                  <a:cubicBezTo>
                    <a:pt x="595" y="819"/>
                    <a:pt x="315" y="872"/>
                    <a:pt x="253" y="1062"/>
                  </a:cubicBezTo>
                  <a:cubicBezTo>
                    <a:pt x="189" y="1252"/>
                    <a:pt x="432" y="1415"/>
                    <a:pt x="432" y="1415"/>
                  </a:cubicBezTo>
                  <a:cubicBezTo>
                    <a:pt x="432" y="1415"/>
                    <a:pt x="79" y="1492"/>
                    <a:pt x="107" y="1588"/>
                  </a:cubicBezTo>
                  <a:cubicBezTo>
                    <a:pt x="136" y="1685"/>
                    <a:pt x="460" y="1846"/>
                    <a:pt x="460" y="1846"/>
                  </a:cubicBezTo>
                  <a:cubicBezTo>
                    <a:pt x="460" y="1846"/>
                    <a:pt x="331" y="2380"/>
                    <a:pt x="542" y="2632"/>
                  </a:cubicBezTo>
                  <a:lnTo>
                    <a:pt x="1874" y="3175"/>
                  </a:lnTo>
                  <a:cubicBezTo>
                    <a:pt x="1874" y="3175"/>
                    <a:pt x="2405" y="1846"/>
                    <a:pt x="2405" y="1440"/>
                  </a:cubicBezTo>
                  <a:cubicBezTo>
                    <a:pt x="2405" y="1053"/>
                    <a:pt x="904" y="1"/>
                    <a:pt x="438" y="1"/>
                  </a:cubicBezTo>
                  <a:close/>
                </a:path>
              </a:pathLst>
            </a:custGeom>
            <a:solidFill>
              <a:srgbClr val="FE9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5"/>
            <p:cNvSpPr/>
            <p:nvPr/>
          </p:nvSpPr>
          <p:spPr>
            <a:xfrm>
              <a:off x="2355018" y="2816256"/>
              <a:ext cx="29893" cy="50623"/>
            </a:xfrm>
            <a:custGeom>
              <a:avLst/>
              <a:gdLst/>
              <a:ahLst/>
              <a:cxnLst/>
              <a:rect l="l" t="t" r="r" b="b"/>
              <a:pathLst>
                <a:path w="783" h="1326" extrusionOk="0">
                  <a:moveTo>
                    <a:pt x="745" y="0"/>
                  </a:moveTo>
                  <a:cubicBezTo>
                    <a:pt x="608" y="0"/>
                    <a:pt x="23" y="591"/>
                    <a:pt x="1" y="1023"/>
                  </a:cubicBezTo>
                  <a:lnTo>
                    <a:pt x="420" y="1325"/>
                  </a:lnTo>
                  <a:cubicBezTo>
                    <a:pt x="420" y="1325"/>
                    <a:pt x="641" y="431"/>
                    <a:pt x="761" y="87"/>
                  </a:cubicBezTo>
                  <a:cubicBezTo>
                    <a:pt x="782" y="27"/>
                    <a:pt x="774" y="0"/>
                    <a:pt x="745" y="0"/>
                  </a:cubicBezTo>
                  <a:close/>
                </a:path>
              </a:pathLst>
            </a:custGeom>
            <a:solidFill>
              <a:srgbClr val="FE9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5"/>
            <p:cNvSpPr/>
            <p:nvPr/>
          </p:nvSpPr>
          <p:spPr>
            <a:xfrm>
              <a:off x="1532662" y="3320549"/>
              <a:ext cx="469163" cy="144731"/>
            </a:xfrm>
            <a:custGeom>
              <a:avLst/>
              <a:gdLst/>
              <a:ahLst/>
              <a:cxnLst/>
              <a:rect l="l" t="t" r="r" b="b"/>
              <a:pathLst>
                <a:path w="12289" h="3791" extrusionOk="0">
                  <a:moveTo>
                    <a:pt x="12289" y="508"/>
                  </a:moveTo>
                  <a:lnTo>
                    <a:pt x="12289" y="508"/>
                  </a:lnTo>
                  <a:cubicBezTo>
                    <a:pt x="12289" y="508"/>
                    <a:pt x="12289" y="508"/>
                    <a:pt x="12289" y="508"/>
                  </a:cubicBezTo>
                  <a:lnTo>
                    <a:pt x="12289" y="508"/>
                  </a:lnTo>
                  <a:cubicBezTo>
                    <a:pt x="12289" y="508"/>
                    <a:pt x="12289" y="508"/>
                    <a:pt x="12289" y="508"/>
                  </a:cubicBezTo>
                  <a:close/>
                  <a:moveTo>
                    <a:pt x="8618" y="1"/>
                  </a:moveTo>
                  <a:cubicBezTo>
                    <a:pt x="6132" y="1"/>
                    <a:pt x="2803" y="679"/>
                    <a:pt x="0" y="3602"/>
                  </a:cubicBezTo>
                  <a:cubicBezTo>
                    <a:pt x="0" y="3602"/>
                    <a:pt x="1222" y="3791"/>
                    <a:pt x="2941" y="3791"/>
                  </a:cubicBezTo>
                  <a:cubicBezTo>
                    <a:pt x="5790" y="3791"/>
                    <a:pt x="10007" y="3271"/>
                    <a:pt x="12289" y="508"/>
                  </a:cubicBezTo>
                  <a:lnTo>
                    <a:pt x="12289" y="508"/>
                  </a:lnTo>
                  <a:cubicBezTo>
                    <a:pt x="12289" y="508"/>
                    <a:pt x="12289" y="508"/>
                    <a:pt x="12289" y="508"/>
                  </a:cubicBezTo>
                  <a:cubicBezTo>
                    <a:pt x="12287" y="508"/>
                    <a:pt x="10768" y="1"/>
                    <a:pt x="8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5"/>
            <p:cNvSpPr/>
            <p:nvPr/>
          </p:nvSpPr>
          <p:spPr>
            <a:xfrm>
              <a:off x="2182529" y="4556410"/>
              <a:ext cx="261096" cy="110333"/>
            </a:xfrm>
            <a:custGeom>
              <a:avLst/>
              <a:gdLst/>
              <a:ahLst/>
              <a:cxnLst/>
              <a:rect l="l" t="t" r="r" b="b"/>
              <a:pathLst>
                <a:path w="6839" h="2890" extrusionOk="0">
                  <a:moveTo>
                    <a:pt x="6549" y="1"/>
                  </a:moveTo>
                  <a:cubicBezTo>
                    <a:pt x="1822" y="1"/>
                    <a:pt x="0" y="2682"/>
                    <a:pt x="0" y="2682"/>
                  </a:cubicBezTo>
                  <a:cubicBezTo>
                    <a:pt x="479" y="2826"/>
                    <a:pt x="948" y="2889"/>
                    <a:pt x="1402" y="2889"/>
                  </a:cubicBezTo>
                  <a:cubicBezTo>
                    <a:pt x="4472" y="2889"/>
                    <a:pt x="6839" y="4"/>
                    <a:pt x="6839" y="4"/>
                  </a:cubicBezTo>
                  <a:cubicBezTo>
                    <a:pt x="6741" y="2"/>
                    <a:pt x="6644" y="1"/>
                    <a:pt x="65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5"/>
            <p:cNvSpPr/>
            <p:nvPr/>
          </p:nvSpPr>
          <p:spPr>
            <a:xfrm>
              <a:off x="2190203" y="4409348"/>
              <a:ext cx="206617" cy="257049"/>
            </a:xfrm>
            <a:custGeom>
              <a:avLst/>
              <a:gdLst/>
              <a:ahLst/>
              <a:cxnLst/>
              <a:rect l="l" t="t" r="r" b="b"/>
              <a:pathLst>
                <a:path w="5412" h="6733" extrusionOk="0">
                  <a:moveTo>
                    <a:pt x="3954" y="0"/>
                  </a:moveTo>
                  <a:lnTo>
                    <a:pt x="1" y="882"/>
                  </a:lnTo>
                  <a:lnTo>
                    <a:pt x="1631" y="6732"/>
                  </a:lnTo>
                  <a:lnTo>
                    <a:pt x="5412" y="5678"/>
                  </a:lnTo>
                  <a:lnTo>
                    <a:pt x="3954" y="0"/>
                  </a:lnTo>
                  <a:close/>
                </a:path>
              </a:pathLst>
            </a:custGeom>
            <a:solidFill>
              <a:srgbClr val="FE9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5"/>
            <p:cNvSpPr/>
            <p:nvPr/>
          </p:nvSpPr>
          <p:spPr>
            <a:xfrm>
              <a:off x="2252586" y="4626123"/>
              <a:ext cx="391281" cy="210434"/>
            </a:xfrm>
            <a:custGeom>
              <a:avLst/>
              <a:gdLst/>
              <a:ahLst/>
              <a:cxnLst/>
              <a:rect l="l" t="t" r="r" b="b"/>
              <a:pathLst>
                <a:path w="10249" h="5512" extrusionOk="0">
                  <a:moveTo>
                    <a:pt x="3778" y="0"/>
                  </a:moveTo>
                  <a:lnTo>
                    <a:pt x="0" y="1054"/>
                  </a:lnTo>
                  <a:lnTo>
                    <a:pt x="793" y="5512"/>
                  </a:lnTo>
                  <a:lnTo>
                    <a:pt x="10249" y="5512"/>
                  </a:lnTo>
                  <a:cubicBezTo>
                    <a:pt x="10249" y="5512"/>
                    <a:pt x="10040" y="3687"/>
                    <a:pt x="8974" y="3525"/>
                  </a:cubicBezTo>
                  <a:cubicBezTo>
                    <a:pt x="7906" y="3367"/>
                    <a:pt x="5632" y="3042"/>
                    <a:pt x="4912" y="2102"/>
                  </a:cubicBezTo>
                  <a:cubicBezTo>
                    <a:pt x="4191" y="1164"/>
                    <a:pt x="3778" y="0"/>
                    <a:pt x="37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5"/>
            <p:cNvSpPr/>
            <p:nvPr/>
          </p:nvSpPr>
          <p:spPr>
            <a:xfrm>
              <a:off x="2387164" y="4655940"/>
              <a:ext cx="115792" cy="93191"/>
            </a:xfrm>
            <a:custGeom>
              <a:avLst/>
              <a:gdLst/>
              <a:ahLst/>
              <a:cxnLst/>
              <a:rect l="l" t="t" r="r" b="b"/>
              <a:pathLst>
                <a:path w="3033" h="2441" fill="none" extrusionOk="0">
                  <a:moveTo>
                    <a:pt x="1" y="427"/>
                  </a:moveTo>
                  <a:lnTo>
                    <a:pt x="1458" y="0"/>
                  </a:lnTo>
                  <a:lnTo>
                    <a:pt x="629" y="1496"/>
                  </a:lnTo>
                  <a:lnTo>
                    <a:pt x="2155" y="1044"/>
                  </a:lnTo>
                  <a:lnTo>
                    <a:pt x="1534" y="2441"/>
                  </a:lnTo>
                  <a:lnTo>
                    <a:pt x="3032" y="1784"/>
                  </a:ln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5"/>
            <p:cNvSpPr/>
            <p:nvPr/>
          </p:nvSpPr>
          <p:spPr>
            <a:xfrm>
              <a:off x="1751690" y="4576759"/>
              <a:ext cx="269877" cy="73835"/>
            </a:xfrm>
            <a:custGeom>
              <a:avLst/>
              <a:gdLst/>
              <a:ahLst/>
              <a:cxnLst/>
              <a:rect l="l" t="t" r="r" b="b"/>
              <a:pathLst>
                <a:path w="7069" h="1934" extrusionOk="0">
                  <a:moveTo>
                    <a:pt x="2629" y="1"/>
                  </a:moveTo>
                  <a:cubicBezTo>
                    <a:pt x="1669" y="1"/>
                    <a:pt x="726" y="185"/>
                    <a:pt x="0" y="715"/>
                  </a:cubicBezTo>
                  <a:cubicBezTo>
                    <a:pt x="0" y="715"/>
                    <a:pt x="1223" y="1934"/>
                    <a:pt x="3443" y="1934"/>
                  </a:cubicBezTo>
                  <a:cubicBezTo>
                    <a:pt x="4452" y="1934"/>
                    <a:pt x="5668" y="1681"/>
                    <a:pt x="7069" y="948"/>
                  </a:cubicBezTo>
                  <a:cubicBezTo>
                    <a:pt x="7069" y="948"/>
                    <a:pt x="4807" y="1"/>
                    <a:pt x="26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5"/>
            <p:cNvSpPr/>
            <p:nvPr/>
          </p:nvSpPr>
          <p:spPr>
            <a:xfrm>
              <a:off x="1790555" y="4409348"/>
              <a:ext cx="165270" cy="257049"/>
            </a:xfrm>
            <a:custGeom>
              <a:avLst/>
              <a:gdLst/>
              <a:ahLst/>
              <a:cxnLst/>
              <a:rect l="l" t="t" r="r" b="b"/>
              <a:pathLst>
                <a:path w="4329" h="6733" extrusionOk="0">
                  <a:moveTo>
                    <a:pt x="4153" y="0"/>
                  </a:moveTo>
                  <a:lnTo>
                    <a:pt x="1" y="882"/>
                  </a:lnTo>
                  <a:lnTo>
                    <a:pt x="311" y="6732"/>
                  </a:lnTo>
                  <a:lnTo>
                    <a:pt x="4328" y="5678"/>
                  </a:lnTo>
                  <a:lnTo>
                    <a:pt x="4153" y="0"/>
                  </a:lnTo>
                  <a:close/>
                </a:path>
              </a:pathLst>
            </a:custGeom>
            <a:solidFill>
              <a:srgbClr val="FE9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5"/>
            <p:cNvSpPr/>
            <p:nvPr/>
          </p:nvSpPr>
          <p:spPr>
            <a:xfrm>
              <a:off x="1794182" y="4626123"/>
              <a:ext cx="368833" cy="210434"/>
            </a:xfrm>
            <a:custGeom>
              <a:avLst/>
              <a:gdLst/>
              <a:ahLst/>
              <a:cxnLst/>
              <a:rect l="l" t="t" r="r" b="b"/>
              <a:pathLst>
                <a:path w="9661" h="5512" extrusionOk="0">
                  <a:moveTo>
                    <a:pt x="4233" y="0"/>
                  </a:moveTo>
                  <a:lnTo>
                    <a:pt x="216" y="1054"/>
                  </a:lnTo>
                  <a:lnTo>
                    <a:pt x="1" y="5512"/>
                  </a:lnTo>
                  <a:lnTo>
                    <a:pt x="9457" y="5512"/>
                  </a:lnTo>
                  <a:cubicBezTo>
                    <a:pt x="9457" y="5512"/>
                    <a:pt x="9661" y="3687"/>
                    <a:pt x="8630" y="3525"/>
                  </a:cubicBezTo>
                  <a:cubicBezTo>
                    <a:pt x="7600" y="3367"/>
                    <a:pt x="5398" y="3042"/>
                    <a:pt x="4891" y="2102"/>
                  </a:cubicBezTo>
                  <a:cubicBezTo>
                    <a:pt x="4382" y="1164"/>
                    <a:pt x="4233" y="0"/>
                    <a:pt x="42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5"/>
            <p:cNvSpPr/>
            <p:nvPr/>
          </p:nvSpPr>
          <p:spPr>
            <a:xfrm>
              <a:off x="1935670" y="4655940"/>
              <a:ext cx="104148" cy="93191"/>
            </a:xfrm>
            <a:custGeom>
              <a:avLst/>
              <a:gdLst/>
              <a:ahLst/>
              <a:cxnLst/>
              <a:rect l="l" t="t" r="r" b="b"/>
              <a:pathLst>
                <a:path w="2728" h="2441" fill="none" extrusionOk="0">
                  <a:moveTo>
                    <a:pt x="1" y="427"/>
                  </a:moveTo>
                  <a:lnTo>
                    <a:pt x="1556" y="0"/>
                  </a:lnTo>
                  <a:lnTo>
                    <a:pt x="388" y="1496"/>
                  </a:lnTo>
                  <a:lnTo>
                    <a:pt x="2017" y="1044"/>
                  </a:lnTo>
                  <a:lnTo>
                    <a:pt x="1079" y="2441"/>
                  </a:lnTo>
                  <a:lnTo>
                    <a:pt x="2727" y="1784"/>
                  </a:ln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5"/>
            <p:cNvSpPr/>
            <p:nvPr/>
          </p:nvSpPr>
          <p:spPr>
            <a:xfrm>
              <a:off x="1542054" y="3335668"/>
              <a:ext cx="901562" cy="1323118"/>
            </a:xfrm>
            <a:custGeom>
              <a:avLst/>
              <a:gdLst/>
              <a:ahLst/>
              <a:cxnLst/>
              <a:rect l="l" t="t" r="r" b="b"/>
              <a:pathLst>
                <a:path w="23615" h="34657" extrusionOk="0">
                  <a:moveTo>
                    <a:pt x="10914" y="1"/>
                  </a:moveTo>
                  <a:lnTo>
                    <a:pt x="2309" y="492"/>
                  </a:lnTo>
                  <a:cubicBezTo>
                    <a:pt x="1007" y="2078"/>
                    <a:pt x="0" y="6284"/>
                    <a:pt x="708" y="8764"/>
                  </a:cubicBezTo>
                  <a:cubicBezTo>
                    <a:pt x="1416" y="11242"/>
                    <a:pt x="5493" y="33220"/>
                    <a:pt x="5493" y="33220"/>
                  </a:cubicBezTo>
                  <a:cubicBezTo>
                    <a:pt x="5927" y="32849"/>
                    <a:pt x="6725" y="32718"/>
                    <a:pt x="7632" y="32718"/>
                  </a:cubicBezTo>
                  <a:cubicBezTo>
                    <a:pt x="9787" y="32718"/>
                    <a:pt x="12561" y="33454"/>
                    <a:pt x="12561" y="33454"/>
                  </a:cubicBezTo>
                  <a:cubicBezTo>
                    <a:pt x="12287" y="32024"/>
                    <a:pt x="11079" y="30403"/>
                    <a:pt x="10950" y="29858"/>
                  </a:cubicBezTo>
                  <a:cubicBezTo>
                    <a:pt x="10818" y="29311"/>
                    <a:pt x="11473" y="28301"/>
                    <a:pt x="11048" y="26894"/>
                  </a:cubicBezTo>
                  <a:cubicBezTo>
                    <a:pt x="10622" y="25487"/>
                    <a:pt x="7007" y="8351"/>
                    <a:pt x="7007" y="8350"/>
                  </a:cubicBezTo>
                  <a:lnTo>
                    <a:pt x="7007" y="8350"/>
                  </a:lnTo>
                  <a:cubicBezTo>
                    <a:pt x="7007" y="8351"/>
                    <a:pt x="13927" y="25929"/>
                    <a:pt x="14269" y="27800"/>
                  </a:cubicBezTo>
                  <a:cubicBezTo>
                    <a:pt x="14612" y="29674"/>
                    <a:pt x="16680" y="30136"/>
                    <a:pt x="16354" y="32003"/>
                  </a:cubicBezTo>
                  <a:cubicBezTo>
                    <a:pt x="16026" y="33869"/>
                    <a:pt x="16776" y="34657"/>
                    <a:pt x="16776" y="34657"/>
                  </a:cubicBezTo>
                  <a:cubicBezTo>
                    <a:pt x="18508" y="32454"/>
                    <a:pt x="23615" y="31979"/>
                    <a:pt x="23615" y="31979"/>
                  </a:cubicBezTo>
                  <a:lnTo>
                    <a:pt x="109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5"/>
            <p:cNvSpPr/>
            <p:nvPr/>
          </p:nvSpPr>
          <p:spPr>
            <a:xfrm>
              <a:off x="1578323" y="3355253"/>
              <a:ext cx="222689" cy="1234660"/>
            </a:xfrm>
            <a:custGeom>
              <a:avLst/>
              <a:gdLst/>
              <a:ahLst/>
              <a:cxnLst/>
              <a:rect l="l" t="t" r="r" b="b"/>
              <a:pathLst>
                <a:path w="5833" h="32340" fill="none" extrusionOk="0">
                  <a:moveTo>
                    <a:pt x="1778" y="1"/>
                  </a:moveTo>
                  <a:cubicBezTo>
                    <a:pt x="1345" y="1746"/>
                    <a:pt x="609" y="3928"/>
                    <a:pt x="302" y="5701"/>
                  </a:cubicBezTo>
                  <a:cubicBezTo>
                    <a:pt x="142" y="6616"/>
                    <a:pt x="1" y="7549"/>
                    <a:pt x="143" y="8473"/>
                  </a:cubicBezTo>
                  <a:cubicBezTo>
                    <a:pt x="316" y="9580"/>
                    <a:pt x="887" y="10587"/>
                    <a:pt x="1359" y="11611"/>
                  </a:cubicBezTo>
                  <a:cubicBezTo>
                    <a:pt x="2700" y="14520"/>
                    <a:pt x="3292" y="17690"/>
                    <a:pt x="3871" y="20822"/>
                  </a:cubicBezTo>
                  <a:cubicBezTo>
                    <a:pt x="4091" y="22004"/>
                    <a:pt x="4309" y="23190"/>
                    <a:pt x="4381" y="24387"/>
                  </a:cubicBezTo>
                  <a:cubicBezTo>
                    <a:pt x="4427" y="25161"/>
                    <a:pt x="4413" y="25940"/>
                    <a:pt x="4484" y="26713"/>
                  </a:cubicBezTo>
                  <a:cubicBezTo>
                    <a:pt x="4573" y="27696"/>
                    <a:pt x="4284" y="26873"/>
                    <a:pt x="4509" y="27840"/>
                  </a:cubicBezTo>
                  <a:cubicBezTo>
                    <a:pt x="4857" y="29324"/>
                    <a:pt x="5833" y="31327"/>
                    <a:pt x="5357" y="32339"/>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5"/>
            <p:cNvSpPr/>
            <p:nvPr/>
          </p:nvSpPr>
          <p:spPr>
            <a:xfrm>
              <a:off x="1809491" y="3566187"/>
              <a:ext cx="113845" cy="213069"/>
            </a:xfrm>
            <a:custGeom>
              <a:avLst/>
              <a:gdLst/>
              <a:ahLst/>
              <a:cxnLst/>
              <a:rect l="l" t="t" r="r" b="b"/>
              <a:pathLst>
                <a:path w="2982" h="5581" extrusionOk="0">
                  <a:moveTo>
                    <a:pt x="1333" y="1"/>
                  </a:moveTo>
                  <a:lnTo>
                    <a:pt x="1333" y="1"/>
                  </a:lnTo>
                  <a:cubicBezTo>
                    <a:pt x="913" y="1498"/>
                    <a:pt x="0" y="2314"/>
                    <a:pt x="0" y="2314"/>
                  </a:cubicBezTo>
                  <a:lnTo>
                    <a:pt x="1278" y="5581"/>
                  </a:lnTo>
                  <a:cubicBezTo>
                    <a:pt x="2981" y="2950"/>
                    <a:pt x="1333" y="1"/>
                    <a:pt x="13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5"/>
            <p:cNvSpPr/>
            <p:nvPr/>
          </p:nvSpPr>
          <p:spPr>
            <a:xfrm>
              <a:off x="1869469" y="3386750"/>
              <a:ext cx="11988" cy="142631"/>
            </a:xfrm>
            <a:custGeom>
              <a:avLst/>
              <a:gdLst/>
              <a:ahLst/>
              <a:cxnLst/>
              <a:rect l="l" t="t" r="r" b="b"/>
              <a:pathLst>
                <a:path w="314" h="3736" fill="none" extrusionOk="0">
                  <a:moveTo>
                    <a:pt x="1" y="0"/>
                  </a:moveTo>
                  <a:cubicBezTo>
                    <a:pt x="214" y="1232"/>
                    <a:pt x="313" y="2485"/>
                    <a:pt x="297" y="3736"/>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5"/>
            <p:cNvSpPr/>
            <p:nvPr/>
          </p:nvSpPr>
          <p:spPr>
            <a:xfrm>
              <a:off x="1834727" y="3629257"/>
              <a:ext cx="402925" cy="983681"/>
            </a:xfrm>
            <a:custGeom>
              <a:avLst/>
              <a:gdLst/>
              <a:ahLst/>
              <a:cxnLst/>
              <a:rect l="l" t="t" r="r" b="b"/>
              <a:pathLst>
                <a:path w="10554" h="25766" fill="none" extrusionOk="0">
                  <a:moveTo>
                    <a:pt x="0" y="0"/>
                  </a:moveTo>
                  <a:cubicBezTo>
                    <a:pt x="965" y="1802"/>
                    <a:pt x="1933" y="3601"/>
                    <a:pt x="2898" y="5403"/>
                  </a:cubicBezTo>
                  <a:cubicBezTo>
                    <a:pt x="4193" y="7813"/>
                    <a:pt x="5499" y="10252"/>
                    <a:pt x="6190" y="12899"/>
                  </a:cubicBezTo>
                  <a:cubicBezTo>
                    <a:pt x="6971" y="15887"/>
                    <a:pt x="7109" y="19366"/>
                    <a:pt x="9438" y="21392"/>
                  </a:cubicBezTo>
                  <a:cubicBezTo>
                    <a:pt x="9785" y="21695"/>
                    <a:pt x="10213" y="22043"/>
                    <a:pt x="10161" y="22498"/>
                  </a:cubicBezTo>
                  <a:cubicBezTo>
                    <a:pt x="10134" y="22725"/>
                    <a:pt x="9992" y="22918"/>
                    <a:pt x="9887" y="23118"/>
                  </a:cubicBezTo>
                  <a:cubicBezTo>
                    <a:pt x="9420" y="24000"/>
                    <a:pt x="9725" y="25210"/>
                    <a:pt x="10554" y="25766"/>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5"/>
            <p:cNvSpPr/>
            <p:nvPr/>
          </p:nvSpPr>
          <p:spPr>
            <a:xfrm>
              <a:off x="1610011" y="3364149"/>
              <a:ext cx="100979" cy="121824"/>
            </a:xfrm>
            <a:custGeom>
              <a:avLst/>
              <a:gdLst/>
              <a:ahLst/>
              <a:cxnLst/>
              <a:rect l="l" t="t" r="r" b="b"/>
              <a:pathLst>
                <a:path w="2645" h="3191" fill="none" extrusionOk="0">
                  <a:moveTo>
                    <a:pt x="2526" y="1"/>
                  </a:moveTo>
                  <a:cubicBezTo>
                    <a:pt x="2526" y="1"/>
                    <a:pt x="2644" y="3088"/>
                    <a:pt x="1" y="3191"/>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5"/>
            <p:cNvSpPr/>
            <p:nvPr/>
          </p:nvSpPr>
          <p:spPr>
            <a:xfrm>
              <a:off x="2165769" y="4511398"/>
              <a:ext cx="259874" cy="108424"/>
            </a:xfrm>
            <a:custGeom>
              <a:avLst/>
              <a:gdLst/>
              <a:ahLst/>
              <a:cxnLst/>
              <a:rect l="l" t="t" r="r" b="b"/>
              <a:pathLst>
                <a:path w="6807" h="2840" fill="none" extrusionOk="0">
                  <a:moveTo>
                    <a:pt x="0" y="2839"/>
                  </a:moveTo>
                  <a:cubicBezTo>
                    <a:pt x="0" y="2839"/>
                    <a:pt x="1647" y="362"/>
                    <a:pt x="6806" y="0"/>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5"/>
            <p:cNvSpPr/>
            <p:nvPr/>
          </p:nvSpPr>
          <p:spPr>
            <a:xfrm>
              <a:off x="1740160" y="4490439"/>
              <a:ext cx="263310" cy="70208"/>
            </a:xfrm>
            <a:custGeom>
              <a:avLst/>
              <a:gdLst/>
              <a:ahLst/>
              <a:cxnLst/>
              <a:rect l="l" t="t" r="r" b="b"/>
              <a:pathLst>
                <a:path w="6897" h="1839" fill="none" extrusionOk="0">
                  <a:moveTo>
                    <a:pt x="0" y="1416"/>
                  </a:moveTo>
                  <a:cubicBezTo>
                    <a:pt x="0" y="1416"/>
                    <a:pt x="1812" y="1"/>
                    <a:pt x="6897" y="1839"/>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5"/>
            <p:cNvSpPr/>
            <p:nvPr/>
          </p:nvSpPr>
          <p:spPr>
            <a:xfrm>
              <a:off x="1493873" y="2826411"/>
              <a:ext cx="507913" cy="631723"/>
            </a:xfrm>
            <a:custGeom>
              <a:avLst/>
              <a:gdLst/>
              <a:ahLst/>
              <a:cxnLst/>
              <a:rect l="l" t="t" r="r" b="b"/>
              <a:pathLst>
                <a:path w="13304" h="16547" extrusionOk="0">
                  <a:moveTo>
                    <a:pt x="6624" y="0"/>
                  </a:moveTo>
                  <a:cubicBezTo>
                    <a:pt x="6444" y="0"/>
                    <a:pt x="6267" y="10"/>
                    <a:pt x="6095" y="30"/>
                  </a:cubicBezTo>
                  <a:cubicBezTo>
                    <a:pt x="4294" y="245"/>
                    <a:pt x="3240" y="936"/>
                    <a:pt x="2828" y="1742"/>
                  </a:cubicBezTo>
                  <a:cubicBezTo>
                    <a:pt x="2414" y="2549"/>
                    <a:pt x="4115" y="2782"/>
                    <a:pt x="4115" y="2782"/>
                  </a:cubicBezTo>
                  <a:cubicBezTo>
                    <a:pt x="4115" y="2782"/>
                    <a:pt x="1766" y="3676"/>
                    <a:pt x="1517" y="3868"/>
                  </a:cubicBezTo>
                  <a:cubicBezTo>
                    <a:pt x="1270" y="4061"/>
                    <a:pt x="1777" y="10488"/>
                    <a:pt x="1737" y="11178"/>
                  </a:cubicBezTo>
                  <a:cubicBezTo>
                    <a:pt x="1695" y="11869"/>
                    <a:pt x="2150" y="12216"/>
                    <a:pt x="2150" y="12216"/>
                  </a:cubicBezTo>
                  <a:cubicBezTo>
                    <a:pt x="2150" y="12216"/>
                    <a:pt x="1655" y="12658"/>
                    <a:pt x="1777" y="12947"/>
                  </a:cubicBezTo>
                  <a:cubicBezTo>
                    <a:pt x="1901" y="13233"/>
                    <a:pt x="2226" y="13854"/>
                    <a:pt x="2226" y="13854"/>
                  </a:cubicBezTo>
                  <a:cubicBezTo>
                    <a:pt x="2226" y="13854"/>
                    <a:pt x="1" y="15982"/>
                    <a:pt x="1013" y="16546"/>
                  </a:cubicBezTo>
                  <a:cubicBezTo>
                    <a:pt x="1013" y="16546"/>
                    <a:pt x="4621" y="13450"/>
                    <a:pt x="12870" y="13450"/>
                  </a:cubicBezTo>
                  <a:cubicBezTo>
                    <a:pt x="13013" y="13450"/>
                    <a:pt x="13157" y="13451"/>
                    <a:pt x="13303" y="13452"/>
                  </a:cubicBezTo>
                  <a:cubicBezTo>
                    <a:pt x="13303" y="13452"/>
                    <a:pt x="13303" y="12662"/>
                    <a:pt x="12495" y="12413"/>
                  </a:cubicBezTo>
                  <a:cubicBezTo>
                    <a:pt x="12495" y="12413"/>
                    <a:pt x="11589" y="11353"/>
                    <a:pt x="11612" y="9509"/>
                  </a:cubicBezTo>
                  <a:cubicBezTo>
                    <a:pt x="11634" y="7665"/>
                    <a:pt x="11376" y="2782"/>
                    <a:pt x="11376" y="2782"/>
                  </a:cubicBezTo>
                  <a:lnTo>
                    <a:pt x="9151" y="2544"/>
                  </a:lnTo>
                  <a:cubicBezTo>
                    <a:pt x="9151" y="2544"/>
                    <a:pt x="10375" y="1974"/>
                    <a:pt x="9720" y="1066"/>
                  </a:cubicBezTo>
                  <a:cubicBezTo>
                    <a:pt x="9297" y="481"/>
                    <a:pt x="7892" y="0"/>
                    <a:pt x="66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5"/>
            <p:cNvSpPr/>
            <p:nvPr/>
          </p:nvSpPr>
          <p:spPr>
            <a:xfrm>
              <a:off x="1551713" y="3117213"/>
              <a:ext cx="96436" cy="144540"/>
            </a:xfrm>
            <a:custGeom>
              <a:avLst/>
              <a:gdLst/>
              <a:ahLst/>
              <a:cxnLst/>
              <a:rect l="l" t="t" r="r" b="b"/>
              <a:pathLst>
                <a:path w="2526" h="3786" extrusionOk="0">
                  <a:moveTo>
                    <a:pt x="1528" y="0"/>
                  </a:moveTo>
                  <a:lnTo>
                    <a:pt x="1" y="685"/>
                  </a:lnTo>
                  <a:lnTo>
                    <a:pt x="217" y="3785"/>
                  </a:lnTo>
                  <a:cubicBezTo>
                    <a:pt x="2526" y="3173"/>
                    <a:pt x="1547" y="146"/>
                    <a:pt x="15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5"/>
            <p:cNvSpPr/>
            <p:nvPr/>
          </p:nvSpPr>
          <p:spPr>
            <a:xfrm>
              <a:off x="1760852" y="3144434"/>
              <a:ext cx="170615" cy="166530"/>
            </a:xfrm>
            <a:custGeom>
              <a:avLst/>
              <a:gdLst/>
              <a:ahLst/>
              <a:cxnLst/>
              <a:rect l="l" t="t" r="r" b="b"/>
              <a:pathLst>
                <a:path w="4469" h="4362" fill="none" extrusionOk="0">
                  <a:moveTo>
                    <a:pt x="4469" y="1"/>
                  </a:moveTo>
                  <a:cubicBezTo>
                    <a:pt x="3719" y="760"/>
                    <a:pt x="3219" y="1728"/>
                    <a:pt x="2580" y="2583"/>
                  </a:cubicBezTo>
                  <a:cubicBezTo>
                    <a:pt x="1941" y="3440"/>
                    <a:pt x="1081" y="4227"/>
                    <a:pt x="21" y="4362"/>
                  </a:cubicBezTo>
                  <a:cubicBezTo>
                    <a:pt x="1" y="4140"/>
                    <a:pt x="64" y="3910"/>
                    <a:pt x="193" y="3727"/>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5"/>
            <p:cNvSpPr/>
            <p:nvPr/>
          </p:nvSpPr>
          <p:spPr>
            <a:xfrm>
              <a:off x="1579812" y="3333683"/>
              <a:ext cx="113883" cy="25426"/>
            </a:xfrm>
            <a:custGeom>
              <a:avLst/>
              <a:gdLst/>
              <a:ahLst/>
              <a:cxnLst/>
              <a:rect l="l" t="t" r="r" b="b"/>
              <a:pathLst>
                <a:path w="2983" h="666" fill="none" extrusionOk="0">
                  <a:moveTo>
                    <a:pt x="0" y="665"/>
                  </a:moveTo>
                  <a:cubicBezTo>
                    <a:pt x="488" y="432"/>
                    <a:pt x="1011" y="272"/>
                    <a:pt x="1545" y="194"/>
                  </a:cubicBezTo>
                  <a:cubicBezTo>
                    <a:pt x="2022" y="123"/>
                    <a:pt x="2513" y="115"/>
                    <a:pt x="2983" y="1"/>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5"/>
            <p:cNvSpPr/>
            <p:nvPr/>
          </p:nvSpPr>
          <p:spPr>
            <a:xfrm>
              <a:off x="1920704" y="3302949"/>
              <a:ext cx="46767" cy="38"/>
            </a:xfrm>
            <a:custGeom>
              <a:avLst/>
              <a:gdLst/>
              <a:ahLst/>
              <a:cxnLst/>
              <a:rect l="l" t="t" r="r" b="b"/>
              <a:pathLst>
                <a:path w="1225" h="1" fill="none" extrusionOk="0">
                  <a:moveTo>
                    <a:pt x="0" y="1"/>
                  </a:moveTo>
                  <a:lnTo>
                    <a:pt x="1225" y="1"/>
                  </a:ln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5"/>
            <p:cNvSpPr/>
            <p:nvPr/>
          </p:nvSpPr>
          <p:spPr>
            <a:xfrm>
              <a:off x="1636697" y="3052463"/>
              <a:ext cx="277054" cy="100445"/>
            </a:xfrm>
            <a:custGeom>
              <a:avLst/>
              <a:gdLst/>
              <a:ahLst/>
              <a:cxnLst/>
              <a:rect l="l" t="t" r="r" b="b"/>
              <a:pathLst>
                <a:path w="7257" h="2631" extrusionOk="0">
                  <a:moveTo>
                    <a:pt x="7114" y="1"/>
                  </a:moveTo>
                  <a:lnTo>
                    <a:pt x="0" y="831"/>
                  </a:lnTo>
                  <a:lnTo>
                    <a:pt x="184" y="2630"/>
                  </a:lnTo>
                  <a:lnTo>
                    <a:pt x="7257" y="1596"/>
                  </a:lnTo>
                  <a:lnTo>
                    <a:pt x="71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5"/>
            <p:cNvSpPr/>
            <p:nvPr/>
          </p:nvSpPr>
          <p:spPr>
            <a:xfrm>
              <a:off x="1285726" y="2973817"/>
              <a:ext cx="353333" cy="346728"/>
            </a:xfrm>
            <a:custGeom>
              <a:avLst/>
              <a:gdLst/>
              <a:ahLst/>
              <a:cxnLst/>
              <a:rect l="l" t="t" r="r" b="b"/>
              <a:pathLst>
                <a:path w="9255" h="9082" extrusionOk="0">
                  <a:moveTo>
                    <a:pt x="7093" y="1"/>
                  </a:moveTo>
                  <a:cubicBezTo>
                    <a:pt x="7053" y="1"/>
                    <a:pt x="7011" y="2"/>
                    <a:pt x="6969" y="4"/>
                  </a:cubicBezTo>
                  <a:cubicBezTo>
                    <a:pt x="4892" y="123"/>
                    <a:pt x="1668" y="7233"/>
                    <a:pt x="1228" y="7233"/>
                  </a:cubicBezTo>
                  <a:cubicBezTo>
                    <a:pt x="1227" y="7233"/>
                    <a:pt x="1225" y="7233"/>
                    <a:pt x="1223" y="7233"/>
                  </a:cubicBezTo>
                  <a:cubicBezTo>
                    <a:pt x="1211" y="7231"/>
                    <a:pt x="1199" y="7231"/>
                    <a:pt x="1187" y="7231"/>
                  </a:cubicBezTo>
                  <a:cubicBezTo>
                    <a:pt x="760" y="7231"/>
                    <a:pt x="1" y="8124"/>
                    <a:pt x="361" y="8794"/>
                  </a:cubicBezTo>
                  <a:cubicBezTo>
                    <a:pt x="361" y="8794"/>
                    <a:pt x="1501" y="8432"/>
                    <a:pt x="2633" y="8432"/>
                  </a:cubicBezTo>
                  <a:cubicBezTo>
                    <a:pt x="3364" y="8432"/>
                    <a:pt x="4093" y="8583"/>
                    <a:pt x="4507" y="9082"/>
                  </a:cubicBezTo>
                  <a:cubicBezTo>
                    <a:pt x="4507" y="9082"/>
                    <a:pt x="6894" y="6670"/>
                    <a:pt x="8086" y="4765"/>
                  </a:cubicBezTo>
                  <a:cubicBezTo>
                    <a:pt x="9254" y="2897"/>
                    <a:pt x="9110" y="1"/>
                    <a:pt x="70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5"/>
            <p:cNvSpPr/>
            <p:nvPr/>
          </p:nvSpPr>
          <p:spPr>
            <a:xfrm>
              <a:off x="1332418" y="3249195"/>
              <a:ext cx="98918" cy="19165"/>
            </a:xfrm>
            <a:custGeom>
              <a:avLst/>
              <a:gdLst/>
              <a:ahLst/>
              <a:cxnLst/>
              <a:rect l="l" t="t" r="r" b="b"/>
              <a:pathLst>
                <a:path w="2591" h="502" fill="none" extrusionOk="0">
                  <a:moveTo>
                    <a:pt x="0" y="21"/>
                  </a:moveTo>
                  <a:cubicBezTo>
                    <a:pt x="429" y="1"/>
                    <a:pt x="871" y="69"/>
                    <a:pt x="1283" y="186"/>
                  </a:cubicBezTo>
                  <a:cubicBezTo>
                    <a:pt x="1707" y="306"/>
                    <a:pt x="2141" y="502"/>
                    <a:pt x="2571" y="402"/>
                  </a:cubicBezTo>
                  <a:cubicBezTo>
                    <a:pt x="2590" y="279"/>
                    <a:pt x="2564" y="149"/>
                    <a:pt x="2495" y="44"/>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5"/>
            <p:cNvSpPr/>
            <p:nvPr/>
          </p:nvSpPr>
          <p:spPr>
            <a:xfrm>
              <a:off x="1290308" y="3290503"/>
              <a:ext cx="400749" cy="193827"/>
            </a:xfrm>
            <a:custGeom>
              <a:avLst/>
              <a:gdLst/>
              <a:ahLst/>
              <a:cxnLst/>
              <a:rect l="l" t="t" r="r" b="b"/>
              <a:pathLst>
                <a:path w="10497" h="5077" extrusionOk="0">
                  <a:moveTo>
                    <a:pt x="2119" y="1"/>
                  </a:moveTo>
                  <a:cubicBezTo>
                    <a:pt x="1247" y="1"/>
                    <a:pt x="449" y="224"/>
                    <a:pt x="242" y="500"/>
                  </a:cubicBezTo>
                  <a:cubicBezTo>
                    <a:pt x="115" y="674"/>
                    <a:pt x="0" y="1913"/>
                    <a:pt x="1480" y="2579"/>
                  </a:cubicBezTo>
                  <a:cubicBezTo>
                    <a:pt x="2958" y="3244"/>
                    <a:pt x="8431" y="5077"/>
                    <a:pt x="8431" y="5077"/>
                  </a:cubicBezTo>
                  <a:cubicBezTo>
                    <a:pt x="9966" y="5056"/>
                    <a:pt x="10496" y="3711"/>
                    <a:pt x="10496" y="3711"/>
                  </a:cubicBezTo>
                  <a:cubicBezTo>
                    <a:pt x="10150" y="3421"/>
                    <a:pt x="9812" y="3334"/>
                    <a:pt x="9532" y="3334"/>
                  </a:cubicBezTo>
                  <a:cubicBezTo>
                    <a:pt x="9115" y="3334"/>
                    <a:pt x="8826" y="3526"/>
                    <a:pt x="8826" y="3526"/>
                  </a:cubicBezTo>
                  <a:lnTo>
                    <a:pt x="4389" y="788"/>
                  </a:lnTo>
                  <a:cubicBezTo>
                    <a:pt x="3879" y="211"/>
                    <a:pt x="2964" y="1"/>
                    <a:pt x="2119" y="1"/>
                  </a:cubicBezTo>
                  <a:close/>
                </a:path>
              </a:pathLst>
            </a:custGeom>
            <a:solidFill>
              <a:srgbClr val="FE9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5"/>
            <p:cNvSpPr/>
            <p:nvPr/>
          </p:nvSpPr>
          <p:spPr>
            <a:xfrm>
              <a:off x="1632421" y="2632200"/>
              <a:ext cx="251590" cy="251666"/>
            </a:xfrm>
            <a:custGeom>
              <a:avLst/>
              <a:gdLst/>
              <a:ahLst/>
              <a:cxnLst/>
              <a:rect l="l" t="t" r="r" b="b"/>
              <a:pathLst>
                <a:path w="6590" h="6592" extrusionOk="0">
                  <a:moveTo>
                    <a:pt x="3906" y="0"/>
                  </a:moveTo>
                  <a:cubicBezTo>
                    <a:pt x="3775" y="0"/>
                    <a:pt x="3645" y="36"/>
                    <a:pt x="3535" y="98"/>
                  </a:cubicBezTo>
                  <a:cubicBezTo>
                    <a:pt x="3326" y="213"/>
                    <a:pt x="3240" y="459"/>
                    <a:pt x="3027" y="568"/>
                  </a:cubicBezTo>
                  <a:cubicBezTo>
                    <a:pt x="2945" y="609"/>
                    <a:pt x="2864" y="646"/>
                    <a:pt x="2778" y="671"/>
                  </a:cubicBezTo>
                  <a:cubicBezTo>
                    <a:pt x="2644" y="711"/>
                    <a:pt x="2505" y="723"/>
                    <a:pt x="2364" y="723"/>
                  </a:cubicBezTo>
                  <a:cubicBezTo>
                    <a:pt x="2148" y="723"/>
                    <a:pt x="1927" y="695"/>
                    <a:pt x="1709" y="695"/>
                  </a:cubicBezTo>
                  <a:cubicBezTo>
                    <a:pt x="1683" y="695"/>
                    <a:pt x="1657" y="696"/>
                    <a:pt x="1632" y="696"/>
                  </a:cubicBezTo>
                  <a:cubicBezTo>
                    <a:pt x="1248" y="708"/>
                    <a:pt x="825" y="892"/>
                    <a:pt x="763" y="1297"/>
                  </a:cubicBezTo>
                  <a:cubicBezTo>
                    <a:pt x="717" y="1583"/>
                    <a:pt x="868" y="1891"/>
                    <a:pt x="828" y="2179"/>
                  </a:cubicBezTo>
                  <a:cubicBezTo>
                    <a:pt x="770" y="2584"/>
                    <a:pt x="366" y="2781"/>
                    <a:pt x="173" y="3122"/>
                  </a:cubicBezTo>
                  <a:cubicBezTo>
                    <a:pt x="1" y="3426"/>
                    <a:pt x="14" y="3854"/>
                    <a:pt x="207" y="4180"/>
                  </a:cubicBezTo>
                  <a:cubicBezTo>
                    <a:pt x="320" y="4373"/>
                    <a:pt x="484" y="4526"/>
                    <a:pt x="603" y="4715"/>
                  </a:cubicBezTo>
                  <a:cubicBezTo>
                    <a:pt x="720" y="4904"/>
                    <a:pt x="781" y="5163"/>
                    <a:pt x="665" y="5331"/>
                  </a:cubicBezTo>
                  <a:cubicBezTo>
                    <a:pt x="622" y="5391"/>
                    <a:pt x="557" y="5436"/>
                    <a:pt x="532" y="5509"/>
                  </a:cubicBezTo>
                  <a:cubicBezTo>
                    <a:pt x="487" y="5633"/>
                    <a:pt x="572" y="5777"/>
                    <a:pt x="658" y="5890"/>
                  </a:cubicBezTo>
                  <a:cubicBezTo>
                    <a:pt x="859" y="6159"/>
                    <a:pt x="1094" y="6422"/>
                    <a:pt x="1390" y="6539"/>
                  </a:cubicBezTo>
                  <a:cubicBezTo>
                    <a:pt x="1478" y="6574"/>
                    <a:pt x="1572" y="6591"/>
                    <a:pt x="1665" y="6591"/>
                  </a:cubicBezTo>
                  <a:cubicBezTo>
                    <a:pt x="1882" y="6591"/>
                    <a:pt x="2089" y="6493"/>
                    <a:pt x="2177" y="6290"/>
                  </a:cubicBezTo>
                  <a:lnTo>
                    <a:pt x="2087" y="6238"/>
                  </a:lnTo>
                  <a:lnTo>
                    <a:pt x="2087" y="6238"/>
                  </a:lnTo>
                  <a:cubicBezTo>
                    <a:pt x="2301" y="6354"/>
                    <a:pt x="2537" y="6412"/>
                    <a:pt x="2767" y="6412"/>
                  </a:cubicBezTo>
                  <a:cubicBezTo>
                    <a:pt x="3033" y="6412"/>
                    <a:pt x="3293" y="6335"/>
                    <a:pt x="3505" y="6182"/>
                  </a:cubicBezTo>
                  <a:cubicBezTo>
                    <a:pt x="3634" y="6087"/>
                    <a:pt x="3750" y="5967"/>
                    <a:pt x="3863" y="5845"/>
                  </a:cubicBezTo>
                  <a:cubicBezTo>
                    <a:pt x="3947" y="5865"/>
                    <a:pt x="4033" y="5874"/>
                    <a:pt x="4119" y="5874"/>
                  </a:cubicBezTo>
                  <a:cubicBezTo>
                    <a:pt x="4608" y="5874"/>
                    <a:pt x="5111" y="5578"/>
                    <a:pt x="5443" y="5258"/>
                  </a:cubicBezTo>
                  <a:cubicBezTo>
                    <a:pt x="5692" y="5015"/>
                    <a:pt x="5898" y="4711"/>
                    <a:pt x="5932" y="4360"/>
                  </a:cubicBezTo>
                  <a:cubicBezTo>
                    <a:pt x="5968" y="4014"/>
                    <a:pt x="5866" y="3648"/>
                    <a:pt x="5725" y="3316"/>
                  </a:cubicBezTo>
                  <a:lnTo>
                    <a:pt x="5725" y="3316"/>
                  </a:lnTo>
                  <a:cubicBezTo>
                    <a:pt x="5810" y="3323"/>
                    <a:pt x="5895" y="3331"/>
                    <a:pt x="5979" y="3331"/>
                  </a:cubicBezTo>
                  <a:cubicBezTo>
                    <a:pt x="6046" y="3331"/>
                    <a:pt x="6112" y="3326"/>
                    <a:pt x="6175" y="3313"/>
                  </a:cubicBezTo>
                  <a:cubicBezTo>
                    <a:pt x="6321" y="3282"/>
                    <a:pt x="6460" y="3206"/>
                    <a:pt x="6524" y="3079"/>
                  </a:cubicBezTo>
                  <a:cubicBezTo>
                    <a:pt x="6582" y="2966"/>
                    <a:pt x="6589" y="2747"/>
                    <a:pt x="6553" y="2619"/>
                  </a:cubicBezTo>
                  <a:lnTo>
                    <a:pt x="6553" y="2619"/>
                  </a:lnTo>
                  <a:cubicBezTo>
                    <a:pt x="6540" y="2622"/>
                    <a:pt x="6526" y="2624"/>
                    <a:pt x="6512" y="2624"/>
                  </a:cubicBezTo>
                  <a:cubicBezTo>
                    <a:pt x="6384" y="2624"/>
                    <a:pt x="6260" y="2501"/>
                    <a:pt x="6232" y="2373"/>
                  </a:cubicBezTo>
                  <a:cubicBezTo>
                    <a:pt x="6201" y="2229"/>
                    <a:pt x="6254" y="2091"/>
                    <a:pt x="6322" y="1968"/>
                  </a:cubicBezTo>
                  <a:cubicBezTo>
                    <a:pt x="6390" y="1847"/>
                    <a:pt x="6473" y="1731"/>
                    <a:pt x="6507" y="1595"/>
                  </a:cubicBezTo>
                  <a:cubicBezTo>
                    <a:pt x="6562" y="1365"/>
                    <a:pt x="6462" y="1101"/>
                    <a:pt x="6279" y="923"/>
                  </a:cubicBezTo>
                  <a:cubicBezTo>
                    <a:pt x="6098" y="745"/>
                    <a:pt x="5846" y="649"/>
                    <a:pt x="5599" y="630"/>
                  </a:cubicBezTo>
                  <a:cubicBezTo>
                    <a:pt x="5531" y="624"/>
                    <a:pt x="5462" y="623"/>
                    <a:pt x="5393" y="623"/>
                  </a:cubicBezTo>
                  <a:cubicBezTo>
                    <a:pt x="5345" y="623"/>
                    <a:pt x="5297" y="623"/>
                    <a:pt x="5249" y="623"/>
                  </a:cubicBezTo>
                  <a:cubicBezTo>
                    <a:pt x="5040" y="623"/>
                    <a:pt x="4835" y="612"/>
                    <a:pt x="4662" y="493"/>
                  </a:cubicBezTo>
                  <a:cubicBezTo>
                    <a:pt x="4503" y="385"/>
                    <a:pt x="4404" y="203"/>
                    <a:pt x="4245" y="98"/>
                  </a:cubicBezTo>
                  <a:cubicBezTo>
                    <a:pt x="4143" y="30"/>
                    <a:pt x="4025" y="0"/>
                    <a:pt x="3906" y="0"/>
                  </a:cubicBezTo>
                  <a:close/>
                </a:path>
              </a:pathLst>
            </a:custGeom>
            <a:solidFill>
              <a:srgbClr val="8A52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5"/>
            <p:cNvSpPr/>
            <p:nvPr/>
          </p:nvSpPr>
          <p:spPr>
            <a:xfrm>
              <a:off x="1702440" y="2819386"/>
              <a:ext cx="90099" cy="138088"/>
            </a:xfrm>
            <a:custGeom>
              <a:avLst/>
              <a:gdLst/>
              <a:ahLst/>
              <a:cxnLst/>
              <a:rect l="l" t="t" r="r" b="b"/>
              <a:pathLst>
                <a:path w="2360" h="3617" extrusionOk="0">
                  <a:moveTo>
                    <a:pt x="174" y="1"/>
                  </a:moveTo>
                  <a:lnTo>
                    <a:pt x="1" y="2964"/>
                  </a:lnTo>
                  <a:cubicBezTo>
                    <a:pt x="1" y="2964"/>
                    <a:pt x="635" y="3616"/>
                    <a:pt x="1362" y="3616"/>
                  </a:cubicBezTo>
                  <a:cubicBezTo>
                    <a:pt x="1692" y="3616"/>
                    <a:pt x="2041" y="3482"/>
                    <a:pt x="2359" y="3093"/>
                  </a:cubicBezTo>
                  <a:lnTo>
                    <a:pt x="2359" y="103"/>
                  </a:lnTo>
                  <a:lnTo>
                    <a:pt x="174" y="1"/>
                  </a:lnTo>
                  <a:close/>
                </a:path>
              </a:pathLst>
            </a:custGeom>
            <a:solidFill>
              <a:srgbClr val="FE9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5"/>
            <p:cNvSpPr/>
            <p:nvPr/>
          </p:nvSpPr>
          <p:spPr>
            <a:xfrm>
              <a:off x="1726569" y="2848211"/>
              <a:ext cx="65971" cy="75401"/>
            </a:xfrm>
            <a:custGeom>
              <a:avLst/>
              <a:gdLst/>
              <a:ahLst/>
              <a:cxnLst/>
              <a:rect l="l" t="t" r="r" b="b"/>
              <a:pathLst>
                <a:path w="1728" h="1975" extrusionOk="0">
                  <a:moveTo>
                    <a:pt x="0" y="0"/>
                  </a:moveTo>
                  <a:cubicBezTo>
                    <a:pt x="0" y="0"/>
                    <a:pt x="0" y="1974"/>
                    <a:pt x="1470" y="1974"/>
                  </a:cubicBezTo>
                  <a:cubicBezTo>
                    <a:pt x="1551" y="1974"/>
                    <a:pt x="1637" y="1968"/>
                    <a:pt x="1727" y="1956"/>
                  </a:cubicBezTo>
                  <a:lnTo>
                    <a:pt x="1727" y="113"/>
                  </a:lnTo>
                  <a:lnTo>
                    <a:pt x="0" y="0"/>
                  </a:lnTo>
                  <a:close/>
                </a:path>
              </a:pathLst>
            </a:custGeom>
            <a:solidFill>
              <a:srgbClr val="332C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5"/>
            <p:cNvSpPr/>
            <p:nvPr/>
          </p:nvSpPr>
          <p:spPr>
            <a:xfrm>
              <a:off x="1701486" y="2713290"/>
              <a:ext cx="139539" cy="184703"/>
            </a:xfrm>
            <a:custGeom>
              <a:avLst/>
              <a:gdLst/>
              <a:ahLst/>
              <a:cxnLst/>
              <a:rect l="l" t="t" r="r" b="b"/>
              <a:pathLst>
                <a:path w="3655" h="4838" extrusionOk="0">
                  <a:moveTo>
                    <a:pt x="1850" y="1"/>
                  </a:moveTo>
                  <a:cubicBezTo>
                    <a:pt x="1076" y="1"/>
                    <a:pt x="179" y="330"/>
                    <a:pt x="97" y="897"/>
                  </a:cubicBezTo>
                  <a:cubicBezTo>
                    <a:pt x="1" y="1583"/>
                    <a:pt x="57" y="2175"/>
                    <a:pt x="199" y="3085"/>
                  </a:cubicBezTo>
                  <a:cubicBezTo>
                    <a:pt x="405" y="4406"/>
                    <a:pt x="1067" y="4837"/>
                    <a:pt x="1799" y="4837"/>
                  </a:cubicBezTo>
                  <a:cubicBezTo>
                    <a:pt x="1854" y="4837"/>
                    <a:pt x="1909" y="4835"/>
                    <a:pt x="1965" y="4830"/>
                  </a:cubicBezTo>
                  <a:cubicBezTo>
                    <a:pt x="2761" y="4763"/>
                    <a:pt x="3398" y="4528"/>
                    <a:pt x="3550" y="3986"/>
                  </a:cubicBezTo>
                  <a:cubicBezTo>
                    <a:pt x="3655" y="3616"/>
                    <a:pt x="3566" y="3122"/>
                    <a:pt x="3489" y="2674"/>
                  </a:cubicBezTo>
                  <a:cubicBezTo>
                    <a:pt x="3465" y="2534"/>
                    <a:pt x="3443" y="2394"/>
                    <a:pt x="3428" y="2268"/>
                  </a:cubicBezTo>
                  <a:cubicBezTo>
                    <a:pt x="3422" y="2213"/>
                    <a:pt x="3418" y="2162"/>
                    <a:pt x="3415" y="2110"/>
                  </a:cubicBezTo>
                  <a:cubicBezTo>
                    <a:pt x="3384" y="1570"/>
                    <a:pt x="3287" y="642"/>
                    <a:pt x="2785" y="245"/>
                  </a:cubicBezTo>
                  <a:cubicBezTo>
                    <a:pt x="2575" y="79"/>
                    <a:pt x="2227" y="1"/>
                    <a:pt x="1850" y="1"/>
                  </a:cubicBezTo>
                  <a:close/>
                </a:path>
              </a:pathLst>
            </a:custGeom>
            <a:solidFill>
              <a:srgbClr val="FE9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5"/>
            <p:cNvSpPr/>
            <p:nvPr/>
          </p:nvSpPr>
          <p:spPr>
            <a:xfrm>
              <a:off x="1675639" y="2684389"/>
              <a:ext cx="167599" cy="135339"/>
            </a:xfrm>
            <a:custGeom>
              <a:avLst/>
              <a:gdLst/>
              <a:ahLst/>
              <a:cxnLst/>
              <a:rect l="l" t="t" r="r" b="b"/>
              <a:pathLst>
                <a:path w="4390" h="3545" extrusionOk="0">
                  <a:moveTo>
                    <a:pt x="2964" y="1"/>
                  </a:moveTo>
                  <a:cubicBezTo>
                    <a:pt x="2409" y="1"/>
                    <a:pt x="1664" y="212"/>
                    <a:pt x="1275" y="446"/>
                  </a:cubicBezTo>
                  <a:cubicBezTo>
                    <a:pt x="989" y="618"/>
                    <a:pt x="43" y="1697"/>
                    <a:pt x="22" y="2219"/>
                  </a:cubicBezTo>
                  <a:cubicBezTo>
                    <a:pt x="0" y="2742"/>
                    <a:pt x="215" y="3270"/>
                    <a:pt x="636" y="3509"/>
                  </a:cubicBezTo>
                  <a:cubicBezTo>
                    <a:pt x="667" y="3527"/>
                    <a:pt x="703" y="3544"/>
                    <a:pt x="739" y="3544"/>
                  </a:cubicBezTo>
                  <a:cubicBezTo>
                    <a:pt x="752" y="3544"/>
                    <a:pt x="765" y="3542"/>
                    <a:pt x="778" y="3537"/>
                  </a:cubicBezTo>
                  <a:cubicBezTo>
                    <a:pt x="927" y="3482"/>
                    <a:pt x="817" y="3233"/>
                    <a:pt x="901" y="3091"/>
                  </a:cubicBezTo>
                  <a:cubicBezTo>
                    <a:pt x="949" y="3015"/>
                    <a:pt x="1039" y="2988"/>
                    <a:pt x="1113" y="2942"/>
                  </a:cubicBezTo>
                  <a:cubicBezTo>
                    <a:pt x="1314" y="2816"/>
                    <a:pt x="1373" y="2527"/>
                    <a:pt x="1308" y="2308"/>
                  </a:cubicBezTo>
                  <a:cubicBezTo>
                    <a:pt x="1242" y="2090"/>
                    <a:pt x="1075" y="1900"/>
                    <a:pt x="919" y="1746"/>
                  </a:cubicBezTo>
                  <a:lnTo>
                    <a:pt x="919" y="1746"/>
                  </a:lnTo>
                  <a:cubicBezTo>
                    <a:pt x="1106" y="1799"/>
                    <a:pt x="1297" y="1853"/>
                    <a:pt x="1494" y="1853"/>
                  </a:cubicBezTo>
                  <a:cubicBezTo>
                    <a:pt x="1693" y="1853"/>
                    <a:pt x="1905" y="1793"/>
                    <a:pt x="2061" y="1650"/>
                  </a:cubicBezTo>
                  <a:cubicBezTo>
                    <a:pt x="2132" y="1584"/>
                    <a:pt x="2190" y="1501"/>
                    <a:pt x="2270" y="1446"/>
                  </a:cubicBezTo>
                  <a:cubicBezTo>
                    <a:pt x="2342" y="1399"/>
                    <a:pt x="2422" y="1380"/>
                    <a:pt x="2503" y="1380"/>
                  </a:cubicBezTo>
                  <a:cubicBezTo>
                    <a:pt x="2594" y="1380"/>
                    <a:pt x="2686" y="1404"/>
                    <a:pt x="2768" y="1442"/>
                  </a:cubicBezTo>
                  <a:cubicBezTo>
                    <a:pt x="2922" y="1512"/>
                    <a:pt x="3055" y="1623"/>
                    <a:pt x="3213" y="1687"/>
                  </a:cubicBezTo>
                  <a:cubicBezTo>
                    <a:pt x="3361" y="1746"/>
                    <a:pt x="3597" y="1790"/>
                    <a:pt x="3828" y="1790"/>
                  </a:cubicBezTo>
                  <a:cubicBezTo>
                    <a:pt x="4047" y="1790"/>
                    <a:pt x="4261" y="1750"/>
                    <a:pt x="4390" y="1647"/>
                  </a:cubicBezTo>
                  <a:cubicBezTo>
                    <a:pt x="4344" y="1091"/>
                    <a:pt x="3939" y="385"/>
                    <a:pt x="3497" y="111"/>
                  </a:cubicBezTo>
                  <a:cubicBezTo>
                    <a:pt x="3371" y="34"/>
                    <a:pt x="3183" y="1"/>
                    <a:pt x="2964" y="1"/>
                  </a:cubicBezTo>
                  <a:close/>
                </a:path>
              </a:pathLst>
            </a:custGeom>
            <a:solidFill>
              <a:srgbClr val="8A52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5"/>
            <p:cNvSpPr/>
            <p:nvPr/>
          </p:nvSpPr>
          <p:spPr>
            <a:xfrm>
              <a:off x="1660864" y="2794762"/>
              <a:ext cx="72461" cy="55205"/>
            </a:xfrm>
            <a:custGeom>
              <a:avLst/>
              <a:gdLst/>
              <a:ahLst/>
              <a:cxnLst/>
              <a:rect l="l" t="t" r="r" b="b"/>
              <a:pathLst>
                <a:path w="1898" h="1446" extrusionOk="0">
                  <a:moveTo>
                    <a:pt x="443" y="0"/>
                  </a:moveTo>
                  <a:cubicBezTo>
                    <a:pt x="176" y="0"/>
                    <a:pt x="0" y="149"/>
                    <a:pt x="16" y="572"/>
                  </a:cubicBezTo>
                  <a:cubicBezTo>
                    <a:pt x="37" y="1117"/>
                    <a:pt x="458" y="1445"/>
                    <a:pt x="895" y="1445"/>
                  </a:cubicBezTo>
                  <a:cubicBezTo>
                    <a:pt x="1052" y="1445"/>
                    <a:pt x="1211" y="1403"/>
                    <a:pt x="1354" y="1313"/>
                  </a:cubicBezTo>
                  <a:cubicBezTo>
                    <a:pt x="1898" y="969"/>
                    <a:pt x="1598" y="391"/>
                    <a:pt x="1156" y="198"/>
                  </a:cubicBezTo>
                  <a:cubicBezTo>
                    <a:pt x="896" y="84"/>
                    <a:pt x="643" y="0"/>
                    <a:pt x="443" y="0"/>
                  </a:cubicBezTo>
                  <a:close/>
                </a:path>
              </a:pathLst>
            </a:custGeom>
            <a:solidFill>
              <a:srgbClr val="FE9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5"/>
            <p:cNvSpPr/>
            <p:nvPr/>
          </p:nvSpPr>
          <p:spPr>
            <a:xfrm>
              <a:off x="1676708" y="2808353"/>
              <a:ext cx="24663" cy="26190"/>
            </a:xfrm>
            <a:custGeom>
              <a:avLst/>
              <a:gdLst/>
              <a:ahLst/>
              <a:cxnLst/>
              <a:rect l="l" t="t" r="r" b="b"/>
              <a:pathLst>
                <a:path w="646" h="686" fill="none" extrusionOk="0">
                  <a:moveTo>
                    <a:pt x="0" y="48"/>
                  </a:moveTo>
                  <a:cubicBezTo>
                    <a:pt x="0" y="48"/>
                    <a:pt x="645" y="1"/>
                    <a:pt x="553" y="686"/>
                  </a:cubicBezTo>
                </a:path>
              </a:pathLst>
            </a:custGeom>
            <a:noFill/>
            <a:ln w="1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5"/>
            <p:cNvSpPr/>
            <p:nvPr/>
          </p:nvSpPr>
          <p:spPr>
            <a:xfrm>
              <a:off x="1686100" y="2819386"/>
              <a:ext cx="9773" cy="6337"/>
            </a:xfrm>
            <a:custGeom>
              <a:avLst/>
              <a:gdLst/>
              <a:ahLst/>
              <a:cxnLst/>
              <a:rect l="l" t="t" r="r" b="b"/>
              <a:pathLst>
                <a:path w="256" h="166" fill="none" extrusionOk="0">
                  <a:moveTo>
                    <a:pt x="255" y="1"/>
                  </a:moveTo>
                  <a:lnTo>
                    <a:pt x="0" y="165"/>
                  </a:lnTo>
                </a:path>
              </a:pathLst>
            </a:custGeom>
            <a:noFill/>
            <a:ln w="1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5"/>
            <p:cNvSpPr/>
            <p:nvPr/>
          </p:nvSpPr>
          <p:spPr>
            <a:xfrm>
              <a:off x="1789601" y="2790715"/>
              <a:ext cx="23594" cy="49325"/>
            </a:xfrm>
            <a:custGeom>
              <a:avLst/>
              <a:gdLst/>
              <a:ahLst/>
              <a:cxnLst/>
              <a:rect l="l" t="t" r="r" b="b"/>
              <a:pathLst>
                <a:path w="618" h="1292" fill="none" extrusionOk="0">
                  <a:moveTo>
                    <a:pt x="1" y="0"/>
                  </a:moveTo>
                  <a:cubicBezTo>
                    <a:pt x="60" y="362"/>
                    <a:pt x="256" y="658"/>
                    <a:pt x="573" y="844"/>
                  </a:cubicBezTo>
                  <a:cubicBezTo>
                    <a:pt x="604" y="861"/>
                    <a:pt x="617" y="910"/>
                    <a:pt x="588" y="937"/>
                  </a:cubicBezTo>
                  <a:cubicBezTo>
                    <a:pt x="426" y="1096"/>
                    <a:pt x="247" y="1210"/>
                    <a:pt x="38" y="129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5"/>
            <p:cNvSpPr/>
            <p:nvPr/>
          </p:nvSpPr>
          <p:spPr>
            <a:xfrm>
              <a:off x="1724392" y="2809498"/>
              <a:ext cx="24052" cy="17829"/>
            </a:xfrm>
            <a:custGeom>
              <a:avLst/>
              <a:gdLst/>
              <a:ahLst/>
              <a:cxnLst/>
              <a:rect l="l" t="t" r="r" b="b"/>
              <a:pathLst>
                <a:path w="630" h="467" extrusionOk="0">
                  <a:moveTo>
                    <a:pt x="343" y="1"/>
                  </a:moveTo>
                  <a:cubicBezTo>
                    <a:pt x="320" y="1"/>
                    <a:pt x="296" y="3"/>
                    <a:pt x="272" y="8"/>
                  </a:cubicBezTo>
                  <a:cubicBezTo>
                    <a:pt x="112" y="37"/>
                    <a:pt x="1" y="163"/>
                    <a:pt x="26" y="289"/>
                  </a:cubicBezTo>
                  <a:cubicBezTo>
                    <a:pt x="46" y="395"/>
                    <a:pt x="156" y="467"/>
                    <a:pt x="288" y="467"/>
                  </a:cubicBezTo>
                  <a:cubicBezTo>
                    <a:pt x="311" y="467"/>
                    <a:pt x="335" y="465"/>
                    <a:pt x="360" y="460"/>
                  </a:cubicBezTo>
                  <a:cubicBezTo>
                    <a:pt x="518" y="429"/>
                    <a:pt x="630" y="303"/>
                    <a:pt x="606" y="178"/>
                  </a:cubicBezTo>
                  <a:cubicBezTo>
                    <a:pt x="586" y="73"/>
                    <a:pt x="475" y="1"/>
                    <a:pt x="343" y="1"/>
                  </a:cubicBezTo>
                  <a:close/>
                </a:path>
              </a:pathLst>
            </a:custGeom>
            <a:solidFill>
              <a:srgbClr val="FF7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5"/>
            <p:cNvSpPr/>
            <p:nvPr/>
          </p:nvSpPr>
          <p:spPr>
            <a:xfrm>
              <a:off x="1816440" y="2799534"/>
              <a:ext cx="18325" cy="17905"/>
            </a:xfrm>
            <a:custGeom>
              <a:avLst/>
              <a:gdLst/>
              <a:ahLst/>
              <a:cxnLst/>
              <a:rect l="l" t="t" r="r" b="b"/>
              <a:pathLst>
                <a:path w="480" h="469" extrusionOk="0">
                  <a:moveTo>
                    <a:pt x="339" y="0"/>
                  </a:moveTo>
                  <a:cubicBezTo>
                    <a:pt x="317" y="0"/>
                    <a:pt x="294" y="2"/>
                    <a:pt x="272" y="8"/>
                  </a:cubicBezTo>
                  <a:cubicBezTo>
                    <a:pt x="112" y="39"/>
                    <a:pt x="0" y="165"/>
                    <a:pt x="26" y="289"/>
                  </a:cubicBezTo>
                  <a:cubicBezTo>
                    <a:pt x="46" y="397"/>
                    <a:pt x="156" y="468"/>
                    <a:pt x="288" y="468"/>
                  </a:cubicBezTo>
                  <a:cubicBezTo>
                    <a:pt x="311" y="468"/>
                    <a:pt x="335" y="466"/>
                    <a:pt x="359" y="461"/>
                  </a:cubicBezTo>
                  <a:cubicBezTo>
                    <a:pt x="404" y="453"/>
                    <a:pt x="444" y="438"/>
                    <a:pt x="479" y="415"/>
                  </a:cubicBezTo>
                  <a:cubicBezTo>
                    <a:pt x="454" y="273"/>
                    <a:pt x="433" y="135"/>
                    <a:pt x="417" y="9"/>
                  </a:cubicBezTo>
                  <a:cubicBezTo>
                    <a:pt x="393" y="4"/>
                    <a:pt x="366" y="0"/>
                    <a:pt x="339" y="0"/>
                  </a:cubicBezTo>
                  <a:close/>
                </a:path>
              </a:pathLst>
            </a:custGeom>
            <a:solidFill>
              <a:srgbClr val="FF7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5"/>
            <p:cNvSpPr/>
            <p:nvPr/>
          </p:nvSpPr>
          <p:spPr>
            <a:xfrm>
              <a:off x="1757073" y="2777887"/>
              <a:ext cx="9812" cy="12560"/>
            </a:xfrm>
            <a:custGeom>
              <a:avLst/>
              <a:gdLst/>
              <a:ahLst/>
              <a:cxnLst/>
              <a:rect l="l" t="t" r="r" b="b"/>
              <a:pathLst>
                <a:path w="257" h="329" extrusionOk="0">
                  <a:moveTo>
                    <a:pt x="125" y="1"/>
                  </a:moveTo>
                  <a:cubicBezTo>
                    <a:pt x="123" y="1"/>
                    <a:pt x="121" y="1"/>
                    <a:pt x="119" y="1"/>
                  </a:cubicBezTo>
                  <a:cubicBezTo>
                    <a:pt x="49" y="4"/>
                    <a:pt x="0" y="80"/>
                    <a:pt x="5" y="170"/>
                  </a:cubicBezTo>
                  <a:cubicBezTo>
                    <a:pt x="11" y="260"/>
                    <a:pt x="68" y="329"/>
                    <a:pt x="134" y="329"/>
                  </a:cubicBezTo>
                  <a:cubicBezTo>
                    <a:pt x="135" y="329"/>
                    <a:pt x="137" y="329"/>
                    <a:pt x="138" y="329"/>
                  </a:cubicBezTo>
                  <a:cubicBezTo>
                    <a:pt x="206" y="324"/>
                    <a:pt x="257" y="249"/>
                    <a:pt x="251" y="158"/>
                  </a:cubicBezTo>
                  <a:cubicBezTo>
                    <a:pt x="247" y="70"/>
                    <a:pt x="191" y="1"/>
                    <a:pt x="1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5"/>
            <p:cNvSpPr/>
            <p:nvPr/>
          </p:nvSpPr>
          <p:spPr>
            <a:xfrm>
              <a:off x="1812087" y="2777047"/>
              <a:ext cx="9888" cy="12560"/>
            </a:xfrm>
            <a:custGeom>
              <a:avLst/>
              <a:gdLst/>
              <a:ahLst/>
              <a:cxnLst/>
              <a:rect l="l" t="t" r="r" b="b"/>
              <a:pathLst>
                <a:path w="259" h="329" extrusionOk="0">
                  <a:moveTo>
                    <a:pt x="125" y="1"/>
                  </a:moveTo>
                  <a:cubicBezTo>
                    <a:pt x="123" y="1"/>
                    <a:pt x="121" y="1"/>
                    <a:pt x="119" y="1"/>
                  </a:cubicBezTo>
                  <a:cubicBezTo>
                    <a:pt x="52" y="2"/>
                    <a:pt x="0" y="79"/>
                    <a:pt x="6" y="171"/>
                  </a:cubicBezTo>
                  <a:cubicBezTo>
                    <a:pt x="12" y="260"/>
                    <a:pt x="69" y="329"/>
                    <a:pt x="135" y="329"/>
                  </a:cubicBezTo>
                  <a:cubicBezTo>
                    <a:pt x="137" y="329"/>
                    <a:pt x="138" y="329"/>
                    <a:pt x="140" y="328"/>
                  </a:cubicBezTo>
                  <a:cubicBezTo>
                    <a:pt x="208" y="324"/>
                    <a:pt x="258" y="248"/>
                    <a:pt x="252" y="158"/>
                  </a:cubicBezTo>
                  <a:cubicBezTo>
                    <a:pt x="247" y="70"/>
                    <a:pt x="191" y="1"/>
                    <a:pt x="1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5"/>
            <p:cNvSpPr/>
            <p:nvPr/>
          </p:nvSpPr>
          <p:spPr>
            <a:xfrm>
              <a:off x="1746421" y="2754751"/>
              <a:ext cx="20196" cy="21227"/>
            </a:xfrm>
            <a:custGeom>
              <a:avLst/>
              <a:gdLst/>
              <a:ahLst/>
              <a:cxnLst/>
              <a:rect l="l" t="t" r="r" b="b"/>
              <a:pathLst>
                <a:path w="529" h="556" fill="none" extrusionOk="0">
                  <a:moveTo>
                    <a:pt x="528" y="382"/>
                  </a:moveTo>
                  <a:cubicBezTo>
                    <a:pt x="223" y="1"/>
                    <a:pt x="1" y="555"/>
                    <a:pt x="73" y="43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5"/>
            <p:cNvSpPr/>
            <p:nvPr/>
          </p:nvSpPr>
          <p:spPr>
            <a:xfrm>
              <a:off x="1802505" y="2749597"/>
              <a:ext cx="20234" cy="21150"/>
            </a:xfrm>
            <a:custGeom>
              <a:avLst/>
              <a:gdLst/>
              <a:ahLst/>
              <a:cxnLst/>
              <a:rect l="l" t="t" r="r" b="b"/>
              <a:pathLst>
                <a:path w="530" h="554" fill="none" extrusionOk="0">
                  <a:moveTo>
                    <a:pt x="530" y="382"/>
                  </a:moveTo>
                  <a:cubicBezTo>
                    <a:pt x="223" y="1"/>
                    <a:pt x="1" y="554"/>
                    <a:pt x="73" y="43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5"/>
            <p:cNvSpPr/>
            <p:nvPr/>
          </p:nvSpPr>
          <p:spPr>
            <a:xfrm>
              <a:off x="1766694" y="2841644"/>
              <a:ext cx="72194" cy="34474"/>
            </a:xfrm>
            <a:custGeom>
              <a:avLst/>
              <a:gdLst/>
              <a:ahLst/>
              <a:cxnLst/>
              <a:rect l="l" t="t" r="r" b="b"/>
              <a:pathLst>
                <a:path w="1891" h="903" extrusionOk="0">
                  <a:moveTo>
                    <a:pt x="1638" y="0"/>
                  </a:moveTo>
                  <a:cubicBezTo>
                    <a:pt x="1117" y="40"/>
                    <a:pt x="0" y="276"/>
                    <a:pt x="0" y="276"/>
                  </a:cubicBezTo>
                  <a:cubicBezTo>
                    <a:pt x="0" y="276"/>
                    <a:pt x="71" y="903"/>
                    <a:pt x="761" y="903"/>
                  </a:cubicBezTo>
                  <a:cubicBezTo>
                    <a:pt x="833" y="903"/>
                    <a:pt x="912" y="896"/>
                    <a:pt x="998" y="881"/>
                  </a:cubicBezTo>
                  <a:cubicBezTo>
                    <a:pt x="1890" y="721"/>
                    <a:pt x="1638" y="0"/>
                    <a:pt x="1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6" name="Google Shape;1006;p45"/>
          <p:cNvSpPr txBox="1"/>
          <p:nvPr/>
        </p:nvSpPr>
        <p:spPr>
          <a:xfrm>
            <a:off x="2221800" y="1502454"/>
            <a:ext cx="1841700" cy="951900"/>
          </a:xfrm>
          <a:prstGeom prst="rect">
            <a:avLst/>
          </a:prstGeom>
          <a:solidFill>
            <a:srgbClr val="46847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0">
                <a:solidFill>
                  <a:srgbClr val="FFF6F7"/>
                </a:solidFill>
                <a:latin typeface="Bowlby One"/>
                <a:ea typeface="Bowlby One"/>
                <a:cs typeface="Bowlby One"/>
                <a:sym typeface="Bowlby One"/>
              </a:rPr>
              <a:t>03</a:t>
            </a:r>
            <a:endParaRPr sz="6000">
              <a:solidFill>
                <a:srgbClr val="FFF6F7"/>
              </a:solidFill>
              <a:latin typeface="Bowlby One"/>
              <a:ea typeface="Bowlby One"/>
              <a:cs typeface="Bowlby One"/>
              <a:sym typeface="Bowlby One"/>
            </a:endParaRPr>
          </a:p>
        </p:txBody>
      </p:sp>
      <p:sp>
        <p:nvSpPr>
          <p:cNvPr id="1007" name="Google Shape;1007;p45"/>
          <p:cNvSpPr txBox="1">
            <a:spLocks noGrp="1"/>
          </p:cNvSpPr>
          <p:nvPr>
            <p:ph type="title"/>
          </p:nvPr>
        </p:nvSpPr>
        <p:spPr>
          <a:xfrm>
            <a:off x="837910" y="2606645"/>
            <a:ext cx="4609500" cy="78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RESULTS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938"/>
                                        </p:tgtEl>
                                        <p:attrNameLst>
                                          <p:attrName>style.visibility</p:attrName>
                                        </p:attrNameLst>
                                      </p:cBhvr>
                                      <p:to>
                                        <p:strVal val="visible"/>
                                      </p:to>
                                    </p:set>
                                    <p:anim calcmode="lin" valueType="num">
                                      <p:cBhvr additive="base">
                                        <p:cTn id="7" dur="800"/>
                                        <p:tgtEl>
                                          <p:spTgt spid="938"/>
                                        </p:tgtEl>
                                        <p:attrNameLst>
                                          <p:attrName>ppt_w</p:attrName>
                                        </p:attrNameLst>
                                      </p:cBhvr>
                                      <p:tavLst>
                                        <p:tav tm="0">
                                          <p:val>
                                            <p:strVal val="0"/>
                                          </p:val>
                                        </p:tav>
                                        <p:tav tm="100000">
                                          <p:val>
                                            <p:strVal val="#ppt_w"/>
                                          </p:val>
                                        </p:tav>
                                      </p:tavLst>
                                    </p:anim>
                                    <p:anim calcmode="lin" valueType="num">
                                      <p:cBhvr additive="base">
                                        <p:cTn id="8" dur="800"/>
                                        <p:tgtEl>
                                          <p:spTgt spid="938"/>
                                        </p:tgtEl>
                                        <p:attrNameLst>
                                          <p:attrName>ppt_h</p:attrName>
                                        </p:attrNameLst>
                                      </p:cBhvr>
                                      <p:tavLst>
                                        <p:tav tm="0">
                                          <p:val>
                                            <p:strVal val="0"/>
                                          </p:val>
                                        </p:tav>
                                        <p:tav tm="100000">
                                          <p:val>
                                            <p:strVal val="#ppt_h"/>
                                          </p:val>
                                        </p:tav>
                                      </p:tavLst>
                                    </p:anim>
                                  </p:childTnLst>
                                </p:cTn>
                              </p:par>
                              <p:par>
                                <p:cTn id="9" presetID="2" presetClass="entr" presetSubtype="2" fill="hold" nodeType="withEffect">
                                  <p:stCondLst>
                                    <p:cond delay="0"/>
                                  </p:stCondLst>
                                  <p:childTnLst>
                                    <p:set>
                                      <p:cBhvr>
                                        <p:cTn id="10" dur="1" fill="hold">
                                          <p:stCondLst>
                                            <p:cond delay="0"/>
                                          </p:stCondLst>
                                        </p:cTn>
                                        <p:tgtEl>
                                          <p:spTgt spid="951"/>
                                        </p:tgtEl>
                                        <p:attrNameLst>
                                          <p:attrName>style.visibility</p:attrName>
                                        </p:attrNameLst>
                                      </p:cBhvr>
                                      <p:to>
                                        <p:strVal val="visible"/>
                                      </p:to>
                                    </p:set>
                                    <p:anim calcmode="lin" valueType="num">
                                      <p:cBhvr additive="base">
                                        <p:cTn id="11" dur="1000"/>
                                        <p:tgtEl>
                                          <p:spTgt spid="951"/>
                                        </p:tgtEl>
                                        <p:attrNameLst>
                                          <p:attrName>ppt_x</p:attrName>
                                        </p:attrNameLst>
                                      </p:cBhvr>
                                      <p:tavLst>
                                        <p:tav tm="0">
                                          <p:val>
                                            <p:strVal val="#ppt_x+1"/>
                                          </p:val>
                                        </p:tav>
                                        <p:tav tm="100000">
                                          <p:val>
                                            <p:strVal val="#ppt_x"/>
                                          </p:val>
                                        </p:tav>
                                      </p:tavLst>
                                    </p:anim>
                                  </p:childTnLst>
                                </p:cTn>
                              </p:par>
                              <p:par>
                                <p:cTn id="12" presetID="23" presetClass="entr" presetSubtype="16" fill="hold" nodeType="withEffect">
                                  <p:stCondLst>
                                    <p:cond delay="0"/>
                                  </p:stCondLst>
                                  <p:childTnLst>
                                    <p:set>
                                      <p:cBhvr>
                                        <p:cTn id="13" dur="1" fill="hold">
                                          <p:stCondLst>
                                            <p:cond delay="0"/>
                                          </p:stCondLst>
                                        </p:cTn>
                                        <p:tgtEl>
                                          <p:spTgt spid="915"/>
                                        </p:tgtEl>
                                        <p:attrNameLst>
                                          <p:attrName>style.visibility</p:attrName>
                                        </p:attrNameLst>
                                      </p:cBhvr>
                                      <p:to>
                                        <p:strVal val="visible"/>
                                      </p:to>
                                    </p:set>
                                    <p:anim calcmode="lin" valueType="num">
                                      <p:cBhvr additive="base">
                                        <p:cTn id="14" dur="800"/>
                                        <p:tgtEl>
                                          <p:spTgt spid="915"/>
                                        </p:tgtEl>
                                        <p:attrNameLst>
                                          <p:attrName>ppt_w</p:attrName>
                                        </p:attrNameLst>
                                      </p:cBhvr>
                                      <p:tavLst>
                                        <p:tav tm="0">
                                          <p:val>
                                            <p:strVal val="0"/>
                                          </p:val>
                                        </p:tav>
                                        <p:tav tm="100000">
                                          <p:val>
                                            <p:strVal val="#ppt_w"/>
                                          </p:val>
                                        </p:tav>
                                      </p:tavLst>
                                    </p:anim>
                                    <p:anim calcmode="lin" valueType="num">
                                      <p:cBhvr additive="base">
                                        <p:cTn id="15" dur="800"/>
                                        <p:tgtEl>
                                          <p:spTgt spid="91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CLUSTERING METHOD OVERVIEW</a:t>
            </a:r>
            <a:endParaRPr/>
          </a:p>
        </p:txBody>
      </p:sp>
      <p:sp>
        <p:nvSpPr>
          <p:cNvPr id="1013" name="Google Shape;1013;p46"/>
          <p:cNvSpPr txBox="1">
            <a:spLocks noGrp="1"/>
          </p:cNvSpPr>
          <p:nvPr>
            <p:ph type="body" idx="1"/>
          </p:nvPr>
        </p:nvSpPr>
        <p:spPr>
          <a:xfrm>
            <a:off x="494000" y="1144925"/>
            <a:ext cx="7845900" cy="17436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Data Preparation &amp; Method</a:t>
            </a:r>
            <a:endParaRPr sz="1400"/>
          </a:p>
          <a:p>
            <a:pPr marL="914400" lvl="1" indent="-317500" algn="l" rtl="0">
              <a:lnSpc>
                <a:spcPct val="115000"/>
              </a:lnSpc>
              <a:spcBef>
                <a:spcPts val="0"/>
              </a:spcBef>
              <a:spcAft>
                <a:spcPts val="0"/>
              </a:spcAft>
              <a:buSzPts val="1400"/>
              <a:buChar char="○"/>
            </a:pPr>
            <a:r>
              <a:rPr lang="en" sz="1400"/>
              <a:t>Removed non-usage variables (demographics, outcomes, well-being)</a:t>
            </a:r>
            <a:endParaRPr sz="1400"/>
          </a:p>
          <a:p>
            <a:pPr marL="914400" lvl="1" indent="-317500" algn="l" rtl="0">
              <a:lnSpc>
                <a:spcPct val="115000"/>
              </a:lnSpc>
              <a:spcBef>
                <a:spcPts val="0"/>
              </a:spcBef>
              <a:spcAft>
                <a:spcPts val="0"/>
              </a:spcAft>
              <a:buSzPts val="1400"/>
              <a:buChar char="○"/>
            </a:pPr>
            <a:r>
              <a:rPr lang="en" sz="1400"/>
              <a:t>Retained smartphone usage features; dummy-coded “Phone_Usage_Purpose”</a:t>
            </a:r>
            <a:endParaRPr sz="1400"/>
          </a:p>
          <a:p>
            <a:pPr marL="914400" lvl="1" indent="-317500" algn="l" rtl="0">
              <a:lnSpc>
                <a:spcPct val="115000"/>
              </a:lnSpc>
              <a:spcBef>
                <a:spcPts val="0"/>
              </a:spcBef>
              <a:spcAft>
                <a:spcPts val="0"/>
              </a:spcAft>
              <a:buSzPts val="1400"/>
              <a:buChar char="○"/>
            </a:pPr>
            <a:r>
              <a:rPr lang="en" sz="1400"/>
              <a:t>Tested k = 1–10 clusters using the elbow method → selected 4 clusters</a:t>
            </a:r>
            <a:endParaRPr sz="1400"/>
          </a:p>
          <a:p>
            <a:pPr marL="914400" lvl="1" indent="-317500" algn="l" rtl="0">
              <a:lnSpc>
                <a:spcPct val="115000"/>
              </a:lnSpc>
              <a:spcBef>
                <a:spcPts val="0"/>
              </a:spcBef>
              <a:spcAft>
                <a:spcPts val="0"/>
              </a:spcAft>
              <a:buSzPts val="1400"/>
              <a:buChar char="○"/>
            </a:pPr>
            <a:r>
              <a:rPr lang="en" sz="1400"/>
              <a:t>Applied K-means (k = 4)</a:t>
            </a:r>
            <a:endParaRPr sz="1400"/>
          </a:p>
          <a:p>
            <a:pPr marL="457200" lvl="0" indent="-317500" algn="l" rtl="0">
              <a:lnSpc>
                <a:spcPct val="115000"/>
              </a:lnSpc>
              <a:spcBef>
                <a:spcPts val="0"/>
              </a:spcBef>
              <a:spcAft>
                <a:spcPts val="0"/>
              </a:spcAft>
              <a:buSzPts val="1400"/>
              <a:buChar char="●"/>
            </a:pPr>
            <a:r>
              <a:rPr lang="en" sz="1400"/>
              <a:t>Result: Identified four distinct smartphone usage profiles</a:t>
            </a:r>
            <a:endParaRPr sz="1400"/>
          </a:p>
          <a:p>
            <a:pPr marL="457200" lvl="0" indent="-317500" algn="l" rtl="0">
              <a:lnSpc>
                <a:spcPct val="115000"/>
              </a:lnSpc>
              <a:spcBef>
                <a:spcPts val="0"/>
              </a:spcBef>
              <a:spcAft>
                <a:spcPts val="0"/>
              </a:spcAft>
              <a:buSzPts val="1400"/>
              <a:buChar char="●"/>
            </a:pPr>
            <a:r>
              <a:rPr lang="en" sz="1400"/>
              <a:t>See Figure 6 for full cluster feature values (discussed next)</a:t>
            </a:r>
            <a:endParaRPr sz="1400"/>
          </a:p>
        </p:txBody>
      </p:sp>
      <p:pic>
        <p:nvPicPr>
          <p:cNvPr id="1014" name="Google Shape;1014;p46"/>
          <p:cNvPicPr preferRelativeResize="0"/>
          <p:nvPr/>
        </p:nvPicPr>
        <p:blipFill>
          <a:blip r:embed="rId3">
            <a:alphaModFix/>
          </a:blip>
          <a:stretch>
            <a:fillRect/>
          </a:stretch>
        </p:blipFill>
        <p:spPr>
          <a:xfrm>
            <a:off x="2438400" y="3137738"/>
            <a:ext cx="4267200" cy="1209675"/>
          </a:xfrm>
          <a:prstGeom prst="rect">
            <a:avLst/>
          </a:prstGeom>
          <a:noFill/>
          <a:ln>
            <a:noFill/>
          </a:ln>
        </p:spPr>
      </p:pic>
      <p:grpSp>
        <p:nvGrpSpPr>
          <p:cNvPr id="1015" name="Google Shape;1015;p46"/>
          <p:cNvGrpSpPr/>
          <p:nvPr/>
        </p:nvGrpSpPr>
        <p:grpSpPr>
          <a:xfrm>
            <a:off x="7211173" y="2400315"/>
            <a:ext cx="1128739" cy="996634"/>
            <a:chOff x="7578298" y="3743309"/>
            <a:chExt cx="1245161" cy="1099189"/>
          </a:xfrm>
        </p:grpSpPr>
        <p:grpSp>
          <p:nvGrpSpPr>
            <p:cNvPr id="1016" name="Google Shape;1016;p46"/>
            <p:cNvGrpSpPr/>
            <p:nvPr/>
          </p:nvGrpSpPr>
          <p:grpSpPr>
            <a:xfrm rot="-345667">
              <a:off x="7905607" y="3960915"/>
              <a:ext cx="479073" cy="859709"/>
              <a:chOff x="1288925" y="1226700"/>
              <a:chExt cx="116950" cy="209875"/>
            </a:xfrm>
          </p:grpSpPr>
          <p:sp>
            <p:nvSpPr>
              <p:cNvPr id="1017" name="Google Shape;1017;p46"/>
              <p:cNvSpPr/>
              <p:nvPr/>
            </p:nvSpPr>
            <p:spPr>
              <a:xfrm>
                <a:off x="1288925" y="1226700"/>
                <a:ext cx="116950" cy="209875"/>
              </a:xfrm>
              <a:custGeom>
                <a:avLst/>
                <a:gdLst/>
                <a:ahLst/>
                <a:cxnLst/>
                <a:rect l="l" t="t" r="r" b="b"/>
                <a:pathLst>
                  <a:path w="4678" h="8395" extrusionOk="0">
                    <a:moveTo>
                      <a:pt x="281" y="0"/>
                    </a:moveTo>
                    <a:cubicBezTo>
                      <a:pt x="126" y="0"/>
                      <a:pt x="0" y="125"/>
                      <a:pt x="0" y="281"/>
                    </a:cubicBezTo>
                    <a:lnTo>
                      <a:pt x="0" y="8115"/>
                    </a:lnTo>
                    <a:cubicBezTo>
                      <a:pt x="0" y="8268"/>
                      <a:pt x="125" y="8394"/>
                      <a:pt x="281" y="8394"/>
                    </a:cubicBezTo>
                    <a:lnTo>
                      <a:pt x="4397" y="8394"/>
                    </a:lnTo>
                    <a:cubicBezTo>
                      <a:pt x="4552" y="8394"/>
                      <a:pt x="4678" y="8271"/>
                      <a:pt x="4678" y="8115"/>
                    </a:cubicBezTo>
                    <a:lnTo>
                      <a:pt x="4678" y="281"/>
                    </a:lnTo>
                    <a:cubicBezTo>
                      <a:pt x="4678" y="126"/>
                      <a:pt x="4553" y="0"/>
                      <a:pt x="4397" y="0"/>
                    </a:cubicBezTo>
                    <a:close/>
                  </a:path>
                </a:pathLst>
              </a:custGeom>
              <a:solidFill>
                <a:schemeClr val="accent1"/>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18" name="Google Shape;1018;p46"/>
              <p:cNvSpPr/>
              <p:nvPr/>
            </p:nvSpPr>
            <p:spPr>
              <a:xfrm>
                <a:off x="1293625" y="1244750"/>
                <a:ext cx="107500" cy="173800"/>
              </a:xfrm>
              <a:custGeom>
                <a:avLst/>
                <a:gdLst/>
                <a:ahLst/>
                <a:cxnLst/>
                <a:rect l="l" t="t" r="r" b="b"/>
                <a:pathLst>
                  <a:path w="4300" h="6952" extrusionOk="0">
                    <a:moveTo>
                      <a:pt x="1" y="0"/>
                    </a:moveTo>
                    <a:lnTo>
                      <a:pt x="1" y="6952"/>
                    </a:lnTo>
                    <a:lnTo>
                      <a:pt x="4300" y="6952"/>
                    </a:lnTo>
                    <a:lnTo>
                      <a:pt x="4300" y="0"/>
                    </a:lnTo>
                    <a:close/>
                  </a:path>
                </a:pathLst>
              </a:custGeom>
              <a:solidFill>
                <a:schemeClr val="accent4"/>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19" name="Google Shape;1019;p46"/>
              <p:cNvSpPr/>
              <p:nvPr/>
            </p:nvSpPr>
            <p:spPr>
              <a:xfrm>
                <a:off x="1293675" y="1244750"/>
                <a:ext cx="107500" cy="173800"/>
              </a:xfrm>
              <a:custGeom>
                <a:avLst/>
                <a:gdLst/>
                <a:ahLst/>
                <a:cxnLst/>
                <a:rect l="l" t="t" r="r" b="b"/>
                <a:pathLst>
                  <a:path w="4300" h="6952" extrusionOk="0">
                    <a:moveTo>
                      <a:pt x="4299" y="0"/>
                    </a:moveTo>
                    <a:lnTo>
                      <a:pt x="0" y="6952"/>
                    </a:lnTo>
                    <a:lnTo>
                      <a:pt x="4299" y="6952"/>
                    </a:lnTo>
                    <a:lnTo>
                      <a:pt x="4299" y="0"/>
                    </a:lnTo>
                    <a:close/>
                  </a:path>
                </a:pathLst>
              </a:custGeom>
              <a:solidFill>
                <a:schemeClr val="accent5"/>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20" name="Google Shape;1020;p46"/>
              <p:cNvSpPr/>
              <p:nvPr/>
            </p:nvSpPr>
            <p:spPr>
              <a:xfrm>
                <a:off x="1293625" y="1244750"/>
                <a:ext cx="107500" cy="9950"/>
              </a:xfrm>
              <a:custGeom>
                <a:avLst/>
                <a:gdLst/>
                <a:ahLst/>
                <a:cxnLst/>
                <a:rect l="l" t="t" r="r" b="b"/>
                <a:pathLst>
                  <a:path w="4300" h="398" extrusionOk="0">
                    <a:moveTo>
                      <a:pt x="1" y="0"/>
                    </a:moveTo>
                    <a:lnTo>
                      <a:pt x="1" y="398"/>
                    </a:lnTo>
                    <a:lnTo>
                      <a:pt x="4300" y="398"/>
                    </a:lnTo>
                    <a:lnTo>
                      <a:pt x="4300" y="0"/>
                    </a:lnTo>
                    <a:close/>
                  </a:path>
                </a:pathLst>
              </a:custGeom>
              <a:solidFill>
                <a:schemeClr val="accent3"/>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21" name="Google Shape;1021;p46"/>
              <p:cNvSpPr/>
              <p:nvPr/>
            </p:nvSpPr>
            <p:spPr>
              <a:xfrm>
                <a:off x="1309050" y="1424825"/>
                <a:ext cx="24225" cy="4475"/>
              </a:xfrm>
              <a:custGeom>
                <a:avLst/>
                <a:gdLst/>
                <a:ahLst/>
                <a:cxnLst/>
                <a:rect l="l" t="t" r="r" b="b"/>
                <a:pathLst>
                  <a:path w="969" h="179" extrusionOk="0">
                    <a:moveTo>
                      <a:pt x="89" y="1"/>
                    </a:moveTo>
                    <a:cubicBezTo>
                      <a:pt x="39" y="1"/>
                      <a:pt x="0" y="42"/>
                      <a:pt x="0" y="90"/>
                    </a:cubicBezTo>
                    <a:cubicBezTo>
                      <a:pt x="0" y="140"/>
                      <a:pt x="40" y="179"/>
                      <a:pt x="89" y="179"/>
                    </a:cubicBezTo>
                    <a:lnTo>
                      <a:pt x="879" y="179"/>
                    </a:lnTo>
                    <a:cubicBezTo>
                      <a:pt x="930" y="179"/>
                      <a:pt x="968" y="139"/>
                      <a:pt x="968" y="90"/>
                    </a:cubicBezTo>
                    <a:cubicBezTo>
                      <a:pt x="968" y="42"/>
                      <a:pt x="928" y="2"/>
                      <a:pt x="879" y="1"/>
                    </a:cubicBezTo>
                    <a:close/>
                  </a:path>
                </a:pathLst>
              </a:custGeom>
              <a:solidFill>
                <a:schemeClr val="accent2"/>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22" name="Google Shape;1022;p46"/>
              <p:cNvSpPr/>
              <p:nvPr/>
            </p:nvSpPr>
            <p:spPr>
              <a:xfrm>
                <a:off x="1361500" y="1424825"/>
                <a:ext cx="24225" cy="4475"/>
              </a:xfrm>
              <a:custGeom>
                <a:avLst/>
                <a:gdLst/>
                <a:ahLst/>
                <a:cxnLst/>
                <a:rect l="l" t="t" r="r" b="b"/>
                <a:pathLst>
                  <a:path w="969" h="179" extrusionOk="0">
                    <a:moveTo>
                      <a:pt x="89" y="1"/>
                    </a:moveTo>
                    <a:cubicBezTo>
                      <a:pt x="39" y="1"/>
                      <a:pt x="0" y="42"/>
                      <a:pt x="0" y="90"/>
                    </a:cubicBezTo>
                    <a:cubicBezTo>
                      <a:pt x="0" y="140"/>
                      <a:pt x="40" y="179"/>
                      <a:pt x="89" y="179"/>
                    </a:cubicBezTo>
                    <a:lnTo>
                      <a:pt x="879" y="179"/>
                    </a:lnTo>
                    <a:cubicBezTo>
                      <a:pt x="930" y="179"/>
                      <a:pt x="968" y="139"/>
                      <a:pt x="968" y="90"/>
                    </a:cubicBezTo>
                    <a:cubicBezTo>
                      <a:pt x="968" y="42"/>
                      <a:pt x="930" y="2"/>
                      <a:pt x="879" y="1"/>
                    </a:cubicBezTo>
                    <a:close/>
                  </a:path>
                </a:pathLst>
              </a:custGeom>
              <a:solidFill>
                <a:schemeClr val="accent2"/>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23" name="Google Shape;1023;p46"/>
              <p:cNvSpPr/>
              <p:nvPr/>
            </p:nvSpPr>
            <p:spPr>
              <a:xfrm>
                <a:off x="1333550" y="1232150"/>
                <a:ext cx="27775" cy="3900"/>
              </a:xfrm>
              <a:custGeom>
                <a:avLst/>
                <a:gdLst/>
                <a:ahLst/>
                <a:cxnLst/>
                <a:rect l="l" t="t" r="r" b="b"/>
                <a:pathLst>
                  <a:path w="1111" h="156" extrusionOk="0">
                    <a:moveTo>
                      <a:pt x="77" y="0"/>
                    </a:moveTo>
                    <a:cubicBezTo>
                      <a:pt x="36" y="0"/>
                      <a:pt x="0" y="36"/>
                      <a:pt x="0" y="79"/>
                    </a:cubicBezTo>
                    <a:cubicBezTo>
                      <a:pt x="0" y="120"/>
                      <a:pt x="36" y="156"/>
                      <a:pt x="77" y="156"/>
                    </a:cubicBezTo>
                    <a:lnTo>
                      <a:pt x="1032" y="156"/>
                    </a:lnTo>
                    <a:cubicBezTo>
                      <a:pt x="1075" y="156"/>
                      <a:pt x="1111" y="122"/>
                      <a:pt x="1111" y="79"/>
                    </a:cubicBezTo>
                    <a:cubicBezTo>
                      <a:pt x="1111" y="36"/>
                      <a:pt x="1075" y="0"/>
                      <a:pt x="1032" y="0"/>
                    </a:cubicBezTo>
                    <a:close/>
                  </a:path>
                </a:pathLst>
              </a:custGeom>
              <a:solidFill>
                <a:schemeClr val="accent2"/>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grpSp>
        <p:grpSp>
          <p:nvGrpSpPr>
            <p:cNvPr id="1024" name="Google Shape;1024;p46"/>
            <p:cNvGrpSpPr/>
            <p:nvPr/>
          </p:nvGrpSpPr>
          <p:grpSpPr>
            <a:xfrm>
              <a:off x="8182702" y="3743309"/>
              <a:ext cx="640757" cy="429249"/>
              <a:chOff x="2568593" y="4127352"/>
              <a:chExt cx="831936" cy="557322"/>
            </a:xfrm>
          </p:grpSpPr>
          <p:sp>
            <p:nvSpPr>
              <p:cNvPr id="1025" name="Google Shape;1025;p46"/>
              <p:cNvSpPr/>
              <p:nvPr/>
            </p:nvSpPr>
            <p:spPr>
              <a:xfrm>
                <a:off x="2568593" y="4127352"/>
                <a:ext cx="831936" cy="557322"/>
              </a:xfrm>
              <a:custGeom>
                <a:avLst/>
                <a:gdLst/>
                <a:ahLst/>
                <a:cxnLst/>
                <a:rect l="l" t="t" r="r" b="b"/>
                <a:pathLst>
                  <a:path w="10033" h="6721" extrusionOk="0">
                    <a:moveTo>
                      <a:pt x="921" y="1"/>
                    </a:moveTo>
                    <a:cubicBezTo>
                      <a:pt x="413" y="1"/>
                      <a:pt x="1" y="411"/>
                      <a:pt x="1" y="921"/>
                    </a:cubicBezTo>
                    <a:lnTo>
                      <a:pt x="1" y="3679"/>
                    </a:lnTo>
                    <a:cubicBezTo>
                      <a:pt x="1" y="4186"/>
                      <a:pt x="411" y="4599"/>
                      <a:pt x="921" y="4599"/>
                    </a:cubicBezTo>
                    <a:lnTo>
                      <a:pt x="1720" y="4599"/>
                    </a:lnTo>
                    <a:lnTo>
                      <a:pt x="383" y="6721"/>
                    </a:lnTo>
                    <a:lnTo>
                      <a:pt x="3404" y="4599"/>
                    </a:lnTo>
                    <a:lnTo>
                      <a:pt x="9112" y="4599"/>
                    </a:lnTo>
                    <a:cubicBezTo>
                      <a:pt x="9619" y="4599"/>
                      <a:pt x="10033" y="4189"/>
                      <a:pt x="10033" y="3679"/>
                    </a:cubicBezTo>
                    <a:lnTo>
                      <a:pt x="10033" y="921"/>
                    </a:lnTo>
                    <a:cubicBezTo>
                      <a:pt x="10030" y="413"/>
                      <a:pt x="9617" y="1"/>
                      <a:pt x="9108" y="1"/>
                    </a:cubicBezTo>
                    <a:close/>
                  </a:path>
                </a:pathLst>
              </a:custGeom>
              <a:solidFill>
                <a:schemeClr val="dk2"/>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26" name="Google Shape;1026;p46"/>
              <p:cNvSpPr/>
              <p:nvPr/>
            </p:nvSpPr>
            <p:spPr>
              <a:xfrm>
                <a:off x="3000440" y="4247424"/>
                <a:ext cx="148178" cy="141134"/>
              </a:xfrm>
              <a:custGeom>
                <a:avLst/>
                <a:gdLst/>
                <a:ahLst/>
                <a:cxnLst/>
                <a:rect l="l" t="t" r="r" b="b"/>
                <a:pathLst>
                  <a:path w="1787" h="1702" extrusionOk="0">
                    <a:moveTo>
                      <a:pt x="484" y="1"/>
                    </a:moveTo>
                    <a:cubicBezTo>
                      <a:pt x="459" y="1"/>
                      <a:pt x="432" y="2"/>
                      <a:pt x="402" y="4"/>
                    </a:cubicBezTo>
                    <a:cubicBezTo>
                      <a:pt x="227" y="22"/>
                      <a:pt x="24" y="180"/>
                      <a:pt x="1" y="489"/>
                    </a:cubicBezTo>
                    <a:lnTo>
                      <a:pt x="1" y="590"/>
                    </a:lnTo>
                    <a:cubicBezTo>
                      <a:pt x="23" y="885"/>
                      <a:pt x="245" y="1246"/>
                      <a:pt x="895" y="1701"/>
                    </a:cubicBezTo>
                    <a:cubicBezTo>
                      <a:pt x="1542" y="1246"/>
                      <a:pt x="1765" y="885"/>
                      <a:pt x="1787" y="590"/>
                    </a:cubicBezTo>
                    <a:lnTo>
                      <a:pt x="1787" y="489"/>
                    </a:lnTo>
                    <a:cubicBezTo>
                      <a:pt x="1763" y="182"/>
                      <a:pt x="1562" y="22"/>
                      <a:pt x="1385" y="4"/>
                    </a:cubicBezTo>
                    <a:cubicBezTo>
                      <a:pt x="1356" y="2"/>
                      <a:pt x="1330" y="1"/>
                      <a:pt x="1304" y="1"/>
                    </a:cubicBezTo>
                    <a:cubicBezTo>
                      <a:pt x="1102" y="1"/>
                      <a:pt x="1004" y="88"/>
                      <a:pt x="895" y="222"/>
                    </a:cubicBezTo>
                    <a:cubicBezTo>
                      <a:pt x="783" y="88"/>
                      <a:pt x="687" y="1"/>
                      <a:pt x="484" y="1"/>
                    </a:cubicBezTo>
                    <a:close/>
                  </a:path>
                </a:pathLst>
              </a:custGeom>
              <a:solidFill>
                <a:schemeClr val="accent2"/>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grpSp>
            <p:nvGrpSpPr>
              <p:cNvPr id="1027" name="Google Shape;1027;p46"/>
              <p:cNvGrpSpPr/>
              <p:nvPr/>
            </p:nvGrpSpPr>
            <p:grpSpPr>
              <a:xfrm>
                <a:off x="2811963" y="4290958"/>
                <a:ext cx="515928" cy="98927"/>
                <a:chOff x="2811963" y="4290958"/>
                <a:chExt cx="515928" cy="98927"/>
              </a:xfrm>
            </p:grpSpPr>
            <p:sp>
              <p:nvSpPr>
                <p:cNvPr id="1028" name="Google Shape;1028;p46"/>
                <p:cNvSpPr/>
                <p:nvPr/>
              </p:nvSpPr>
              <p:spPr>
                <a:xfrm>
                  <a:off x="2811963" y="4290958"/>
                  <a:ext cx="45357" cy="97683"/>
                </a:xfrm>
                <a:custGeom>
                  <a:avLst/>
                  <a:gdLst/>
                  <a:ahLst/>
                  <a:cxnLst/>
                  <a:rect l="l" t="t" r="r" b="b"/>
                  <a:pathLst>
                    <a:path w="547" h="1178" extrusionOk="0">
                      <a:moveTo>
                        <a:pt x="275" y="1"/>
                      </a:moveTo>
                      <a:cubicBezTo>
                        <a:pt x="94" y="1"/>
                        <a:pt x="2" y="106"/>
                        <a:pt x="2" y="293"/>
                      </a:cubicBezTo>
                      <a:lnTo>
                        <a:pt x="2" y="406"/>
                      </a:lnTo>
                      <a:lnTo>
                        <a:pt x="174" y="406"/>
                      </a:lnTo>
                      <a:lnTo>
                        <a:pt x="174" y="282"/>
                      </a:lnTo>
                      <a:cubicBezTo>
                        <a:pt x="174" y="199"/>
                        <a:pt x="212" y="167"/>
                        <a:pt x="269" y="167"/>
                      </a:cubicBezTo>
                      <a:cubicBezTo>
                        <a:pt x="327" y="167"/>
                        <a:pt x="364" y="195"/>
                        <a:pt x="364" y="299"/>
                      </a:cubicBezTo>
                      <a:cubicBezTo>
                        <a:pt x="364" y="634"/>
                        <a:pt x="1" y="692"/>
                        <a:pt x="1" y="1034"/>
                      </a:cubicBezTo>
                      <a:lnTo>
                        <a:pt x="1" y="1178"/>
                      </a:lnTo>
                      <a:lnTo>
                        <a:pt x="530" y="1178"/>
                      </a:lnTo>
                      <a:lnTo>
                        <a:pt x="530" y="1010"/>
                      </a:lnTo>
                      <a:lnTo>
                        <a:pt x="183" y="1010"/>
                      </a:lnTo>
                      <a:cubicBezTo>
                        <a:pt x="182" y="1003"/>
                        <a:pt x="182" y="994"/>
                        <a:pt x="182" y="987"/>
                      </a:cubicBezTo>
                      <a:cubicBezTo>
                        <a:pt x="182" y="795"/>
                        <a:pt x="547" y="660"/>
                        <a:pt x="547" y="293"/>
                      </a:cubicBezTo>
                      <a:cubicBezTo>
                        <a:pt x="547" y="106"/>
                        <a:pt x="455" y="1"/>
                        <a:pt x="275" y="1"/>
                      </a:cubicBezTo>
                      <a:close/>
                    </a:path>
                  </a:pathLst>
                </a:custGeom>
                <a:solidFill>
                  <a:schemeClr val="accent4"/>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29" name="Google Shape;1029;p46"/>
                <p:cNvSpPr/>
                <p:nvPr/>
              </p:nvSpPr>
              <p:spPr>
                <a:xfrm>
                  <a:off x="2865446" y="4290958"/>
                  <a:ext cx="46186" cy="98927"/>
                </a:xfrm>
                <a:custGeom>
                  <a:avLst/>
                  <a:gdLst/>
                  <a:ahLst/>
                  <a:cxnLst/>
                  <a:rect l="l" t="t" r="r" b="b"/>
                  <a:pathLst>
                    <a:path w="557" h="1193" extrusionOk="0">
                      <a:moveTo>
                        <a:pt x="278" y="167"/>
                      </a:moveTo>
                      <a:cubicBezTo>
                        <a:pt x="336" y="167"/>
                        <a:pt x="373" y="199"/>
                        <a:pt x="373" y="282"/>
                      </a:cubicBezTo>
                      <a:lnTo>
                        <a:pt x="373" y="911"/>
                      </a:lnTo>
                      <a:cubicBezTo>
                        <a:pt x="373" y="994"/>
                        <a:pt x="336" y="1025"/>
                        <a:pt x="278" y="1025"/>
                      </a:cubicBezTo>
                      <a:cubicBezTo>
                        <a:pt x="220" y="1025"/>
                        <a:pt x="183" y="994"/>
                        <a:pt x="183" y="911"/>
                      </a:cubicBezTo>
                      <a:lnTo>
                        <a:pt x="183" y="282"/>
                      </a:lnTo>
                      <a:cubicBezTo>
                        <a:pt x="183" y="199"/>
                        <a:pt x="220" y="167"/>
                        <a:pt x="278" y="167"/>
                      </a:cubicBezTo>
                      <a:close/>
                      <a:moveTo>
                        <a:pt x="278" y="1"/>
                      </a:moveTo>
                      <a:cubicBezTo>
                        <a:pt x="99" y="1"/>
                        <a:pt x="1" y="106"/>
                        <a:pt x="1" y="293"/>
                      </a:cubicBezTo>
                      <a:lnTo>
                        <a:pt x="1" y="899"/>
                      </a:lnTo>
                      <a:cubicBezTo>
                        <a:pt x="1" y="1086"/>
                        <a:pt x="99" y="1193"/>
                        <a:pt x="278" y="1193"/>
                      </a:cubicBezTo>
                      <a:cubicBezTo>
                        <a:pt x="457" y="1193"/>
                        <a:pt x="557" y="1086"/>
                        <a:pt x="557" y="899"/>
                      </a:cubicBezTo>
                      <a:lnTo>
                        <a:pt x="557" y="293"/>
                      </a:lnTo>
                      <a:cubicBezTo>
                        <a:pt x="557" y="106"/>
                        <a:pt x="457" y="1"/>
                        <a:pt x="278" y="1"/>
                      </a:cubicBezTo>
                      <a:close/>
                    </a:path>
                  </a:pathLst>
                </a:custGeom>
                <a:solidFill>
                  <a:schemeClr val="accent4"/>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30" name="Google Shape;1030;p46"/>
                <p:cNvSpPr/>
                <p:nvPr/>
              </p:nvSpPr>
              <p:spPr>
                <a:xfrm>
                  <a:off x="2919925" y="4290958"/>
                  <a:ext cx="46186" cy="98927"/>
                </a:xfrm>
                <a:custGeom>
                  <a:avLst/>
                  <a:gdLst/>
                  <a:ahLst/>
                  <a:cxnLst/>
                  <a:rect l="l" t="t" r="r" b="b"/>
                  <a:pathLst>
                    <a:path w="557" h="1193" extrusionOk="0">
                      <a:moveTo>
                        <a:pt x="279" y="167"/>
                      </a:moveTo>
                      <a:cubicBezTo>
                        <a:pt x="337" y="167"/>
                        <a:pt x="374" y="199"/>
                        <a:pt x="374" y="282"/>
                      </a:cubicBezTo>
                      <a:lnTo>
                        <a:pt x="374" y="911"/>
                      </a:lnTo>
                      <a:cubicBezTo>
                        <a:pt x="374" y="994"/>
                        <a:pt x="337" y="1025"/>
                        <a:pt x="279" y="1025"/>
                      </a:cubicBezTo>
                      <a:cubicBezTo>
                        <a:pt x="221" y="1025"/>
                        <a:pt x="184" y="994"/>
                        <a:pt x="184" y="911"/>
                      </a:cubicBezTo>
                      <a:lnTo>
                        <a:pt x="184" y="282"/>
                      </a:lnTo>
                      <a:cubicBezTo>
                        <a:pt x="184" y="199"/>
                        <a:pt x="221" y="167"/>
                        <a:pt x="279" y="167"/>
                      </a:cubicBezTo>
                      <a:close/>
                      <a:moveTo>
                        <a:pt x="279" y="1"/>
                      </a:moveTo>
                      <a:cubicBezTo>
                        <a:pt x="100" y="1"/>
                        <a:pt x="1" y="106"/>
                        <a:pt x="1" y="293"/>
                      </a:cubicBezTo>
                      <a:lnTo>
                        <a:pt x="1" y="899"/>
                      </a:lnTo>
                      <a:cubicBezTo>
                        <a:pt x="1" y="1086"/>
                        <a:pt x="100" y="1193"/>
                        <a:pt x="279" y="1193"/>
                      </a:cubicBezTo>
                      <a:cubicBezTo>
                        <a:pt x="459" y="1193"/>
                        <a:pt x="557" y="1086"/>
                        <a:pt x="557" y="899"/>
                      </a:cubicBezTo>
                      <a:lnTo>
                        <a:pt x="557" y="293"/>
                      </a:lnTo>
                      <a:cubicBezTo>
                        <a:pt x="557" y="106"/>
                        <a:pt x="459" y="1"/>
                        <a:pt x="279" y="1"/>
                      </a:cubicBezTo>
                      <a:close/>
                    </a:path>
                  </a:pathLst>
                </a:custGeom>
                <a:solidFill>
                  <a:schemeClr val="accent4"/>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31" name="Google Shape;1031;p46"/>
                <p:cNvSpPr/>
                <p:nvPr/>
              </p:nvSpPr>
              <p:spPr>
                <a:xfrm>
                  <a:off x="3172582" y="4290958"/>
                  <a:ext cx="46269" cy="98927"/>
                </a:xfrm>
                <a:custGeom>
                  <a:avLst/>
                  <a:gdLst/>
                  <a:ahLst/>
                  <a:cxnLst/>
                  <a:rect l="l" t="t" r="r" b="b"/>
                  <a:pathLst>
                    <a:path w="558" h="1193" extrusionOk="0">
                      <a:moveTo>
                        <a:pt x="279" y="586"/>
                      </a:moveTo>
                      <a:cubicBezTo>
                        <a:pt x="337" y="586"/>
                        <a:pt x="374" y="617"/>
                        <a:pt x="374" y="701"/>
                      </a:cubicBezTo>
                      <a:lnTo>
                        <a:pt x="374" y="911"/>
                      </a:lnTo>
                      <a:cubicBezTo>
                        <a:pt x="374" y="994"/>
                        <a:pt x="337" y="1024"/>
                        <a:pt x="279" y="1024"/>
                      </a:cubicBezTo>
                      <a:cubicBezTo>
                        <a:pt x="221" y="1024"/>
                        <a:pt x="184" y="994"/>
                        <a:pt x="184" y="911"/>
                      </a:cubicBezTo>
                      <a:lnTo>
                        <a:pt x="184" y="701"/>
                      </a:lnTo>
                      <a:cubicBezTo>
                        <a:pt x="184" y="617"/>
                        <a:pt x="221" y="586"/>
                        <a:pt x="279" y="586"/>
                      </a:cubicBezTo>
                      <a:close/>
                      <a:moveTo>
                        <a:pt x="280" y="1"/>
                      </a:moveTo>
                      <a:cubicBezTo>
                        <a:pt x="89" y="1"/>
                        <a:pt x="0" y="106"/>
                        <a:pt x="0" y="303"/>
                      </a:cubicBezTo>
                      <a:lnTo>
                        <a:pt x="2" y="303"/>
                      </a:lnTo>
                      <a:lnTo>
                        <a:pt x="2" y="899"/>
                      </a:lnTo>
                      <a:cubicBezTo>
                        <a:pt x="2" y="1086"/>
                        <a:pt x="101" y="1193"/>
                        <a:pt x="280" y="1193"/>
                      </a:cubicBezTo>
                      <a:cubicBezTo>
                        <a:pt x="460" y="1193"/>
                        <a:pt x="557" y="1086"/>
                        <a:pt x="557" y="899"/>
                      </a:cubicBezTo>
                      <a:lnTo>
                        <a:pt x="557" y="686"/>
                      </a:lnTo>
                      <a:cubicBezTo>
                        <a:pt x="557" y="514"/>
                        <a:pt x="489" y="419"/>
                        <a:pt x="354" y="419"/>
                      </a:cubicBezTo>
                      <a:cubicBezTo>
                        <a:pt x="273" y="419"/>
                        <a:pt x="215" y="456"/>
                        <a:pt x="184" y="523"/>
                      </a:cubicBezTo>
                      <a:lnTo>
                        <a:pt x="184" y="311"/>
                      </a:lnTo>
                      <a:cubicBezTo>
                        <a:pt x="184" y="199"/>
                        <a:pt x="221" y="167"/>
                        <a:pt x="286" y="167"/>
                      </a:cubicBezTo>
                      <a:cubicBezTo>
                        <a:pt x="343" y="167"/>
                        <a:pt x="380" y="199"/>
                        <a:pt x="380" y="282"/>
                      </a:cubicBezTo>
                      <a:lnTo>
                        <a:pt x="380" y="322"/>
                      </a:lnTo>
                      <a:lnTo>
                        <a:pt x="553" y="322"/>
                      </a:lnTo>
                      <a:lnTo>
                        <a:pt x="553" y="293"/>
                      </a:lnTo>
                      <a:cubicBezTo>
                        <a:pt x="553" y="106"/>
                        <a:pt x="460" y="1"/>
                        <a:pt x="280" y="1"/>
                      </a:cubicBezTo>
                      <a:close/>
                    </a:path>
                  </a:pathLst>
                </a:custGeom>
                <a:solidFill>
                  <a:schemeClr val="accent4"/>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32" name="Google Shape;1032;p46"/>
                <p:cNvSpPr/>
                <p:nvPr/>
              </p:nvSpPr>
              <p:spPr>
                <a:xfrm>
                  <a:off x="3226977" y="4290958"/>
                  <a:ext cx="46186" cy="98927"/>
                </a:xfrm>
                <a:custGeom>
                  <a:avLst/>
                  <a:gdLst/>
                  <a:ahLst/>
                  <a:cxnLst/>
                  <a:rect l="l" t="t" r="r" b="b"/>
                  <a:pathLst>
                    <a:path w="557" h="1193" extrusionOk="0">
                      <a:moveTo>
                        <a:pt x="278" y="167"/>
                      </a:moveTo>
                      <a:cubicBezTo>
                        <a:pt x="336" y="167"/>
                        <a:pt x="373" y="199"/>
                        <a:pt x="373" y="282"/>
                      </a:cubicBezTo>
                      <a:lnTo>
                        <a:pt x="373" y="911"/>
                      </a:lnTo>
                      <a:cubicBezTo>
                        <a:pt x="373" y="994"/>
                        <a:pt x="336" y="1025"/>
                        <a:pt x="278" y="1025"/>
                      </a:cubicBezTo>
                      <a:cubicBezTo>
                        <a:pt x="220" y="1025"/>
                        <a:pt x="183" y="994"/>
                        <a:pt x="183" y="911"/>
                      </a:cubicBezTo>
                      <a:lnTo>
                        <a:pt x="183" y="282"/>
                      </a:lnTo>
                      <a:cubicBezTo>
                        <a:pt x="183" y="199"/>
                        <a:pt x="220" y="167"/>
                        <a:pt x="278" y="167"/>
                      </a:cubicBezTo>
                      <a:close/>
                      <a:moveTo>
                        <a:pt x="278" y="1"/>
                      </a:moveTo>
                      <a:cubicBezTo>
                        <a:pt x="99" y="1"/>
                        <a:pt x="1" y="106"/>
                        <a:pt x="1" y="293"/>
                      </a:cubicBezTo>
                      <a:lnTo>
                        <a:pt x="1" y="899"/>
                      </a:lnTo>
                      <a:cubicBezTo>
                        <a:pt x="1" y="1086"/>
                        <a:pt x="99" y="1193"/>
                        <a:pt x="278" y="1193"/>
                      </a:cubicBezTo>
                      <a:cubicBezTo>
                        <a:pt x="459" y="1193"/>
                        <a:pt x="557" y="1086"/>
                        <a:pt x="557" y="899"/>
                      </a:cubicBezTo>
                      <a:lnTo>
                        <a:pt x="557" y="293"/>
                      </a:lnTo>
                      <a:cubicBezTo>
                        <a:pt x="557" y="106"/>
                        <a:pt x="459" y="1"/>
                        <a:pt x="278" y="1"/>
                      </a:cubicBezTo>
                      <a:close/>
                    </a:path>
                  </a:pathLst>
                </a:custGeom>
                <a:solidFill>
                  <a:schemeClr val="accent4"/>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33" name="Google Shape;1033;p46"/>
                <p:cNvSpPr/>
                <p:nvPr/>
              </p:nvSpPr>
              <p:spPr>
                <a:xfrm>
                  <a:off x="3281705" y="4290958"/>
                  <a:ext cx="46186" cy="98927"/>
                </a:xfrm>
                <a:custGeom>
                  <a:avLst/>
                  <a:gdLst/>
                  <a:ahLst/>
                  <a:cxnLst/>
                  <a:rect l="l" t="t" r="r" b="b"/>
                  <a:pathLst>
                    <a:path w="557" h="1193" extrusionOk="0">
                      <a:moveTo>
                        <a:pt x="278" y="167"/>
                      </a:moveTo>
                      <a:cubicBezTo>
                        <a:pt x="336" y="167"/>
                        <a:pt x="373" y="199"/>
                        <a:pt x="373" y="282"/>
                      </a:cubicBezTo>
                      <a:lnTo>
                        <a:pt x="373" y="911"/>
                      </a:lnTo>
                      <a:cubicBezTo>
                        <a:pt x="373" y="994"/>
                        <a:pt x="336" y="1025"/>
                        <a:pt x="278" y="1025"/>
                      </a:cubicBezTo>
                      <a:cubicBezTo>
                        <a:pt x="221" y="1025"/>
                        <a:pt x="184" y="994"/>
                        <a:pt x="184" y="911"/>
                      </a:cubicBezTo>
                      <a:lnTo>
                        <a:pt x="184" y="282"/>
                      </a:lnTo>
                      <a:cubicBezTo>
                        <a:pt x="184" y="199"/>
                        <a:pt x="221" y="167"/>
                        <a:pt x="278" y="167"/>
                      </a:cubicBezTo>
                      <a:close/>
                      <a:moveTo>
                        <a:pt x="278" y="1"/>
                      </a:moveTo>
                      <a:cubicBezTo>
                        <a:pt x="98" y="1"/>
                        <a:pt x="1" y="106"/>
                        <a:pt x="1" y="293"/>
                      </a:cubicBezTo>
                      <a:lnTo>
                        <a:pt x="1" y="899"/>
                      </a:lnTo>
                      <a:cubicBezTo>
                        <a:pt x="1" y="1086"/>
                        <a:pt x="98" y="1193"/>
                        <a:pt x="278" y="1193"/>
                      </a:cubicBezTo>
                      <a:cubicBezTo>
                        <a:pt x="459" y="1193"/>
                        <a:pt x="556" y="1086"/>
                        <a:pt x="556" y="899"/>
                      </a:cubicBezTo>
                      <a:lnTo>
                        <a:pt x="556" y="293"/>
                      </a:lnTo>
                      <a:cubicBezTo>
                        <a:pt x="556" y="106"/>
                        <a:pt x="459" y="1"/>
                        <a:pt x="278" y="1"/>
                      </a:cubicBezTo>
                      <a:close/>
                    </a:path>
                  </a:pathLst>
                </a:custGeom>
                <a:solidFill>
                  <a:schemeClr val="accent4"/>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grpSp>
          <p:sp>
            <p:nvSpPr>
              <p:cNvPr id="1034" name="Google Shape;1034;p46"/>
              <p:cNvSpPr/>
              <p:nvPr/>
            </p:nvSpPr>
            <p:spPr>
              <a:xfrm>
                <a:off x="2668511" y="4225864"/>
                <a:ext cx="89637" cy="89390"/>
              </a:xfrm>
              <a:custGeom>
                <a:avLst/>
                <a:gdLst/>
                <a:ahLst/>
                <a:cxnLst/>
                <a:rect l="l" t="t" r="r" b="b"/>
                <a:pathLst>
                  <a:path w="1081" h="1078" extrusionOk="0">
                    <a:moveTo>
                      <a:pt x="541" y="0"/>
                    </a:moveTo>
                    <a:cubicBezTo>
                      <a:pt x="243" y="0"/>
                      <a:pt x="1" y="240"/>
                      <a:pt x="1" y="540"/>
                    </a:cubicBezTo>
                    <a:cubicBezTo>
                      <a:pt x="1" y="838"/>
                      <a:pt x="243" y="1078"/>
                      <a:pt x="541" y="1078"/>
                    </a:cubicBezTo>
                    <a:cubicBezTo>
                      <a:pt x="839" y="1078"/>
                      <a:pt x="1080" y="838"/>
                      <a:pt x="1080" y="540"/>
                    </a:cubicBezTo>
                    <a:cubicBezTo>
                      <a:pt x="1080" y="243"/>
                      <a:pt x="837" y="0"/>
                      <a:pt x="541" y="0"/>
                    </a:cubicBezTo>
                    <a:close/>
                  </a:path>
                </a:pathLst>
              </a:custGeom>
              <a:solidFill>
                <a:schemeClr val="accent2"/>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sp>
            <p:nvSpPr>
              <p:cNvPr id="1035" name="Google Shape;1035;p46"/>
              <p:cNvSpPr/>
              <p:nvPr/>
            </p:nvSpPr>
            <p:spPr>
              <a:xfrm>
                <a:off x="2636587" y="4309533"/>
                <a:ext cx="153153" cy="100917"/>
              </a:xfrm>
              <a:custGeom>
                <a:avLst/>
                <a:gdLst/>
                <a:ahLst/>
                <a:cxnLst/>
                <a:rect l="l" t="t" r="r" b="b"/>
                <a:pathLst>
                  <a:path w="1847" h="1217" extrusionOk="0">
                    <a:moveTo>
                      <a:pt x="886" y="1"/>
                    </a:moveTo>
                    <a:cubicBezTo>
                      <a:pt x="398" y="1"/>
                      <a:pt x="1" y="543"/>
                      <a:pt x="1" y="1216"/>
                    </a:cubicBezTo>
                    <a:lnTo>
                      <a:pt x="1846" y="1216"/>
                    </a:lnTo>
                    <a:cubicBezTo>
                      <a:pt x="1846" y="543"/>
                      <a:pt x="1452" y="1"/>
                      <a:pt x="964" y="1"/>
                    </a:cubicBezTo>
                    <a:close/>
                  </a:path>
                </a:pathLst>
              </a:custGeom>
              <a:solidFill>
                <a:schemeClr val="accent2"/>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grpSp>
        <p:sp>
          <p:nvSpPr>
            <p:cNvPr id="1036" name="Google Shape;1036;p46"/>
            <p:cNvSpPr/>
            <p:nvPr/>
          </p:nvSpPr>
          <p:spPr>
            <a:xfrm>
              <a:off x="7578298" y="4302823"/>
              <a:ext cx="144969" cy="144901"/>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2"/>
            </a:solidFill>
            <a:ln>
              <a:noFill/>
            </a:ln>
          </p:spPr>
          <p:txBody>
            <a:bodyPr spcFirstLastPara="1" wrap="square" lIns="82900" tIns="82900" rIns="82900" bIns="82900"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013"/>
                                        </p:tgtEl>
                                        <p:attrNameLst>
                                          <p:attrName>style.visibility</p:attrName>
                                        </p:attrNameLst>
                                      </p:cBhvr>
                                      <p:to>
                                        <p:strVal val="visible"/>
                                      </p:to>
                                    </p:set>
                                    <p:anim calcmode="lin" valueType="num">
                                      <p:cBhvr additive="base">
                                        <p:cTn id="7" dur="1000"/>
                                        <p:tgtEl>
                                          <p:spTgt spid="1013"/>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015"/>
                                        </p:tgtEl>
                                        <p:attrNameLst>
                                          <p:attrName>style.visibility</p:attrName>
                                        </p:attrNameLst>
                                      </p:cBhvr>
                                      <p:to>
                                        <p:strVal val="visible"/>
                                      </p:to>
                                    </p:set>
                                    <p:anim calcmode="lin" valueType="num">
                                      <p:cBhvr additive="base">
                                        <p:cTn id="10" dur="1000"/>
                                        <p:tgtEl>
                                          <p:spTgt spid="1015"/>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1014"/>
                                        </p:tgtEl>
                                        <p:attrNameLst>
                                          <p:attrName>style.visibility</p:attrName>
                                        </p:attrNameLst>
                                      </p:cBhvr>
                                      <p:to>
                                        <p:strVal val="visible"/>
                                      </p:to>
                                    </p:set>
                                    <p:anim calcmode="lin" valueType="num">
                                      <p:cBhvr additive="base">
                                        <p:cTn id="13" dur="1000"/>
                                        <p:tgtEl>
                                          <p:spTgt spid="10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PROFILE INSIGHTS</a:t>
            </a:r>
            <a:endParaRPr/>
          </a:p>
        </p:txBody>
      </p:sp>
      <p:sp>
        <p:nvSpPr>
          <p:cNvPr id="1042" name="Google Shape;1042;p47"/>
          <p:cNvSpPr txBox="1">
            <a:spLocks noGrp="1"/>
          </p:cNvSpPr>
          <p:nvPr>
            <p:ph type="subTitle" idx="1"/>
          </p:nvPr>
        </p:nvSpPr>
        <p:spPr>
          <a:xfrm>
            <a:off x="1238625" y="1583588"/>
            <a:ext cx="3208200" cy="11643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sz="1100"/>
              <a:t>Usage: ~5.1 hrs/day; ~6.0 weekend</a:t>
            </a:r>
            <a:endParaRPr sz="1100"/>
          </a:p>
          <a:p>
            <a:pPr marL="457200" lvl="0" indent="-311150" algn="l" rtl="0">
              <a:spcBef>
                <a:spcPts val="0"/>
              </a:spcBef>
              <a:spcAft>
                <a:spcPts val="0"/>
              </a:spcAft>
              <a:buSzPts val="1300"/>
              <a:buChar char="●"/>
            </a:pPr>
            <a:r>
              <a:rPr lang="en" sz="1100"/>
              <a:t>Outcomes: Best academics (75.6), lowest anxiety/depression</a:t>
            </a:r>
            <a:endParaRPr sz="1100"/>
          </a:p>
          <a:p>
            <a:pPr marL="457200" lvl="0" indent="-311150" algn="l" rtl="0">
              <a:spcBef>
                <a:spcPts val="0"/>
              </a:spcBef>
              <a:spcAft>
                <a:spcPts val="0"/>
              </a:spcAft>
              <a:buSzPts val="1300"/>
              <a:buChar char="●"/>
            </a:pPr>
            <a:r>
              <a:rPr lang="en" sz="1100"/>
              <a:t>Takeaway: Gaming used as healthy recreation; strong emotional stability</a:t>
            </a:r>
            <a:endParaRPr sz="1100"/>
          </a:p>
        </p:txBody>
      </p:sp>
      <p:sp>
        <p:nvSpPr>
          <p:cNvPr id="1043" name="Google Shape;1043;p47"/>
          <p:cNvSpPr txBox="1">
            <a:spLocks noGrp="1"/>
          </p:cNvSpPr>
          <p:nvPr>
            <p:ph type="subTitle" idx="2"/>
          </p:nvPr>
        </p:nvSpPr>
        <p:spPr>
          <a:xfrm>
            <a:off x="1439625" y="1017713"/>
            <a:ext cx="2652300" cy="69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468478"/>
                </a:solidFill>
              </a:rPr>
              <a:t>Cluster 0 – Gaming-Focused</a:t>
            </a:r>
            <a:endParaRPr>
              <a:solidFill>
                <a:srgbClr val="468478"/>
              </a:solidFill>
            </a:endParaRPr>
          </a:p>
        </p:txBody>
      </p:sp>
      <p:sp>
        <p:nvSpPr>
          <p:cNvPr id="1044" name="Google Shape;1044;p47"/>
          <p:cNvSpPr txBox="1">
            <a:spLocks noGrp="1"/>
          </p:cNvSpPr>
          <p:nvPr>
            <p:ph type="subTitle" idx="1"/>
          </p:nvPr>
        </p:nvSpPr>
        <p:spPr>
          <a:xfrm>
            <a:off x="4697175" y="1583588"/>
            <a:ext cx="3208200" cy="11643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sz="1100"/>
              <a:t>Usage: ~4.87 hrs/day; ~6.03 weekend</a:t>
            </a:r>
            <a:endParaRPr sz="1100"/>
          </a:p>
          <a:p>
            <a:pPr marL="457200" lvl="0" indent="-311150" algn="l" rtl="0">
              <a:spcBef>
                <a:spcPts val="0"/>
              </a:spcBef>
              <a:spcAft>
                <a:spcPts val="0"/>
              </a:spcAft>
              <a:buSzPts val="1300"/>
              <a:buChar char="●"/>
            </a:pPr>
            <a:r>
              <a:rPr lang="en" sz="1100"/>
              <a:t>Outcomes: Lowest academics (68.2), highest depression</a:t>
            </a:r>
            <a:endParaRPr sz="1100"/>
          </a:p>
          <a:p>
            <a:pPr marL="457200" lvl="0" indent="-311150" algn="l" rtl="0">
              <a:spcBef>
                <a:spcPts val="0"/>
              </a:spcBef>
              <a:spcAft>
                <a:spcPts val="0"/>
              </a:spcAft>
              <a:buSzPts val="1300"/>
              <a:buChar char="●"/>
            </a:pPr>
            <a:r>
              <a:rPr lang="en" sz="1100"/>
              <a:t>Takeaway: High social media tied to stress, comparison, compulsive use</a:t>
            </a:r>
            <a:endParaRPr sz="1100"/>
          </a:p>
        </p:txBody>
      </p:sp>
      <p:sp>
        <p:nvSpPr>
          <p:cNvPr id="1045" name="Google Shape;1045;p47"/>
          <p:cNvSpPr txBox="1">
            <a:spLocks noGrp="1"/>
          </p:cNvSpPr>
          <p:nvPr>
            <p:ph type="subTitle" idx="2"/>
          </p:nvPr>
        </p:nvSpPr>
        <p:spPr>
          <a:xfrm>
            <a:off x="4898175" y="1017713"/>
            <a:ext cx="2652300" cy="69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468478"/>
                </a:solidFill>
              </a:rPr>
              <a:t>Cluster 1 – Social Media-Focused</a:t>
            </a:r>
            <a:endParaRPr>
              <a:solidFill>
                <a:srgbClr val="468478"/>
              </a:solidFill>
            </a:endParaRPr>
          </a:p>
        </p:txBody>
      </p:sp>
      <p:sp>
        <p:nvSpPr>
          <p:cNvPr id="1046" name="Google Shape;1046;p47"/>
          <p:cNvSpPr txBox="1">
            <a:spLocks noGrp="1"/>
          </p:cNvSpPr>
          <p:nvPr>
            <p:ph type="subTitle" idx="1"/>
          </p:nvPr>
        </p:nvSpPr>
        <p:spPr>
          <a:xfrm>
            <a:off x="1238625" y="3278891"/>
            <a:ext cx="3208200" cy="11643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sz="1100"/>
              <a:t>Usage: ~4.94 hrs/day; ~6.05 weekend</a:t>
            </a:r>
            <a:endParaRPr sz="1100"/>
          </a:p>
          <a:p>
            <a:pPr marL="457200" lvl="0" indent="-311150" algn="l" rtl="0">
              <a:spcBef>
                <a:spcPts val="0"/>
              </a:spcBef>
              <a:spcAft>
                <a:spcPts val="0"/>
              </a:spcAft>
              <a:buSzPts val="1300"/>
              <a:buChar char="●"/>
            </a:pPr>
            <a:r>
              <a:rPr lang="en" sz="1100"/>
              <a:t>Outcomes: High academics (74.9) but highest anxiety</a:t>
            </a:r>
            <a:endParaRPr sz="1100"/>
          </a:p>
          <a:p>
            <a:pPr marL="457200" lvl="0" indent="-311150" algn="l" rtl="0">
              <a:spcBef>
                <a:spcPts val="0"/>
              </a:spcBef>
              <a:spcAft>
                <a:spcPts val="0"/>
              </a:spcAft>
              <a:buSzPts val="1300"/>
              <a:buChar char="●"/>
            </a:pPr>
            <a:r>
              <a:rPr lang="en" sz="1100"/>
              <a:t>Takeaway: Strong academic engagement but emotional cost from pressure</a:t>
            </a:r>
            <a:endParaRPr sz="1100"/>
          </a:p>
        </p:txBody>
      </p:sp>
      <p:sp>
        <p:nvSpPr>
          <p:cNvPr id="1047" name="Google Shape;1047;p47"/>
          <p:cNvSpPr txBox="1">
            <a:spLocks noGrp="1"/>
          </p:cNvSpPr>
          <p:nvPr>
            <p:ph type="subTitle" idx="2"/>
          </p:nvPr>
        </p:nvSpPr>
        <p:spPr>
          <a:xfrm>
            <a:off x="1453425" y="2713029"/>
            <a:ext cx="2778600" cy="69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468478"/>
                </a:solidFill>
              </a:rPr>
              <a:t>Cluster 2 – Education-Focused</a:t>
            </a:r>
            <a:endParaRPr>
              <a:solidFill>
                <a:srgbClr val="468478"/>
              </a:solidFill>
            </a:endParaRPr>
          </a:p>
        </p:txBody>
      </p:sp>
      <p:sp>
        <p:nvSpPr>
          <p:cNvPr id="1048" name="Google Shape;1048;p47"/>
          <p:cNvSpPr txBox="1">
            <a:spLocks noGrp="1"/>
          </p:cNvSpPr>
          <p:nvPr>
            <p:ph type="subTitle" idx="1"/>
          </p:nvPr>
        </p:nvSpPr>
        <p:spPr>
          <a:xfrm>
            <a:off x="4697175" y="3278891"/>
            <a:ext cx="3208200" cy="11643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sz="1100"/>
              <a:t>Usage: ~5.10 hrs/day; balanced usage</a:t>
            </a:r>
            <a:endParaRPr sz="1100"/>
          </a:p>
          <a:p>
            <a:pPr marL="457200" lvl="0" indent="-311150" algn="l" rtl="0">
              <a:spcBef>
                <a:spcPts val="0"/>
              </a:spcBef>
              <a:spcAft>
                <a:spcPts val="0"/>
              </a:spcAft>
              <a:buSzPts val="1300"/>
              <a:buChar char="●"/>
            </a:pPr>
            <a:r>
              <a:rPr lang="en" sz="1100"/>
              <a:t>Outcomes: Moderate academics, highest self-esteem</a:t>
            </a:r>
            <a:endParaRPr sz="1100"/>
          </a:p>
          <a:p>
            <a:pPr marL="457200" lvl="0" indent="-311150" algn="l" rtl="0">
              <a:spcBef>
                <a:spcPts val="0"/>
              </a:spcBef>
              <a:spcAft>
                <a:spcPts val="0"/>
              </a:spcAft>
              <a:buSzPts val="1300"/>
              <a:buChar char="●"/>
            </a:pPr>
            <a:r>
              <a:rPr lang="en" sz="1100"/>
              <a:t>Takeaway: Variety supports emotional regulation; protective pattern overall</a:t>
            </a:r>
            <a:endParaRPr sz="1100"/>
          </a:p>
        </p:txBody>
      </p:sp>
      <p:sp>
        <p:nvSpPr>
          <p:cNvPr id="1049" name="Google Shape;1049;p47"/>
          <p:cNvSpPr txBox="1">
            <a:spLocks noGrp="1"/>
          </p:cNvSpPr>
          <p:nvPr>
            <p:ph type="subTitle" idx="2"/>
          </p:nvPr>
        </p:nvSpPr>
        <p:spPr>
          <a:xfrm>
            <a:off x="4898175" y="2713016"/>
            <a:ext cx="2652300" cy="69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468478"/>
                </a:solidFill>
              </a:rPr>
              <a:t>Cluster 3 – Mixed/General</a:t>
            </a:r>
            <a:endParaRPr>
              <a:solidFill>
                <a:srgbClr val="46847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42"/>
                                        </p:tgtEl>
                                        <p:attrNameLst>
                                          <p:attrName>style.visibility</p:attrName>
                                        </p:attrNameLst>
                                      </p:cBhvr>
                                      <p:to>
                                        <p:strVal val="visible"/>
                                      </p:to>
                                    </p:set>
                                    <p:anim calcmode="lin" valueType="num">
                                      <p:cBhvr additive="base">
                                        <p:cTn id="7" dur="1000"/>
                                        <p:tgtEl>
                                          <p:spTgt spid="1042"/>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1043"/>
                                        </p:tgtEl>
                                        <p:attrNameLst>
                                          <p:attrName>style.visibility</p:attrName>
                                        </p:attrNameLst>
                                      </p:cBhvr>
                                      <p:to>
                                        <p:strVal val="visible"/>
                                      </p:to>
                                    </p:set>
                                    <p:anim calcmode="lin" valueType="num">
                                      <p:cBhvr additive="base">
                                        <p:cTn id="10" dur="1000"/>
                                        <p:tgtEl>
                                          <p:spTgt spid="1043"/>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1044"/>
                                        </p:tgtEl>
                                        <p:attrNameLst>
                                          <p:attrName>style.visibility</p:attrName>
                                        </p:attrNameLst>
                                      </p:cBhvr>
                                      <p:to>
                                        <p:strVal val="visible"/>
                                      </p:to>
                                    </p:set>
                                    <p:anim calcmode="lin" valueType="num">
                                      <p:cBhvr additive="base">
                                        <p:cTn id="15" dur="1000"/>
                                        <p:tgtEl>
                                          <p:spTgt spid="1044"/>
                                        </p:tgtEl>
                                        <p:attrNameLst>
                                          <p:attrName>ppt_x</p:attrName>
                                        </p:attrNameLst>
                                      </p:cBhvr>
                                      <p:tavLst>
                                        <p:tav tm="0">
                                          <p:val>
                                            <p:strVal val="#ppt_x+1"/>
                                          </p:val>
                                        </p:tav>
                                        <p:tav tm="100000">
                                          <p:val>
                                            <p:strVal val="#ppt_x"/>
                                          </p:val>
                                        </p:tav>
                                      </p:tavLst>
                                    </p:anim>
                                  </p:childTnLst>
                                </p:cTn>
                              </p:par>
                              <p:par>
                                <p:cTn id="16" presetID="2" presetClass="entr" presetSubtype="2" fill="hold" nodeType="withEffect">
                                  <p:stCondLst>
                                    <p:cond delay="0"/>
                                  </p:stCondLst>
                                  <p:childTnLst>
                                    <p:set>
                                      <p:cBhvr>
                                        <p:cTn id="17" dur="1" fill="hold">
                                          <p:stCondLst>
                                            <p:cond delay="0"/>
                                          </p:stCondLst>
                                        </p:cTn>
                                        <p:tgtEl>
                                          <p:spTgt spid="1045"/>
                                        </p:tgtEl>
                                        <p:attrNameLst>
                                          <p:attrName>style.visibility</p:attrName>
                                        </p:attrNameLst>
                                      </p:cBhvr>
                                      <p:to>
                                        <p:strVal val="visible"/>
                                      </p:to>
                                    </p:set>
                                    <p:anim calcmode="lin" valueType="num">
                                      <p:cBhvr additive="base">
                                        <p:cTn id="18" dur="1000"/>
                                        <p:tgtEl>
                                          <p:spTgt spid="1045"/>
                                        </p:tgtEl>
                                        <p:attrNameLst>
                                          <p:attrName>ppt_x</p:attrName>
                                        </p:attrNameLst>
                                      </p:cBhvr>
                                      <p:tavLst>
                                        <p:tav tm="0">
                                          <p:val>
                                            <p:strVal val="#ppt_x+1"/>
                                          </p:val>
                                        </p:tav>
                                        <p:tav tm="100000">
                                          <p:val>
                                            <p:strVal val="#ppt_x"/>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046"/>
                                        </p:tgtEl>
                                        <p:attrNameLst>
                                          <p:attrName>style.visibility</p:attrName>
                                        </p:attrNameLst>
                                      </p:cBhvr>
                                      <p:to>
                                        <p:strVal val="visible"/>
                                      </p:to>
                                    </p:set>
                                    <p:anim calcmode="lin" valueType="num">
                                      <p:cBhvr additive="base">
                                        <p:cTn id="23" dur="1000"/>
                                        <p:tgtEl>
                                          <p:spTgt spid="1046"/>
                                        </p:tgtEl>
                                        <p:attrNameLst>
                                          <p:attrName>ppt_x</p:attrName>
                                        </p:attrNameLst>
                                      </p:cBhvr>
                                      <p:tavLst>
                                        <p:tav tm="0">
                                          <p:val>
                                            <p:strVal val="#ppt_x-1"/>
                                          </p:val>
                                        </p:tav>
                                        <p:tav tm="100000">
                                          <p:val>
                                            <p:strVal val="#ppt_x"/>
                                          </p:val>
                                        </p:tav>
                                      </p:tavLst>
                                    </p:anim>
                                  </p:childTnLst>
                                </p:cTn>
                              </p:par>
                              <p:par>
                                <p:cTn id="24" presetID="2" presetClass="entr" presetSubtype="8" fill="hold" nodeType="withEffect">
                                  <p:stCondLst>
                                    <p:cond delay="0"/>
                                  </p:stCondLst>
                                  <p:childTnLst>
                                    <p:set>
                                      <p:cBhvr>
                                        <p:cTn id="25" dur="1" fill="hold">
                                          <p:stCondLst>
                                            <p:cond delay="0"/>
                                          </p:stCondLst>
                                        </p:cTn>
                                        <p:tgtEl>
                                          <p:spTgt spid="1047"/>
                                        </p:tgtEl>
                                        <p:attrNameLst>
                                          <p:attrName>style.visibility</p:attrName>
                                        </p:attrNameLst>
                                      </p:cBhvr>
                                      <p:to>
                                        <p:strVal val="visible"/>
                                      </p:to>
                                    </p:set>
                                    <p:anim calcmode="lin" valueType="num">
                                      <p:cBhvr additive="base">
                                        <p:cTn id="26" dur="1000"/>
                                        <p:tgtEl>
                                          <p:spTgt spid="1047"/>
                                        </p:tgtEl>
                                        <p:attrNameLst>
                                          <p:attrName>ppt_x</p:attrName>
                                        </p:attrNameLst>
                                      </p:cBhvr>
                                      <p:tavLst>
                                        <p:tav tm="0">
                                          <p:val>
                                            <p:strVal val="#ppt_x-1"/>
                                          </p:val>
                                        </p:tav>
                                        <p:tav tm="100000">
                                          <p:val>
                                            <p:strVal val="#ppt_x"/>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1048"/>
                                        </p:tgtEl>
                                        <p:attrNameLst>
                                          <p:attrName>style.visibility</p:attrName>
                                        </p:attrNameLst>
                                      </p:cBhvr>
                                      <p:to>
                                        <p:strVal val="visible"/>
                                      </p:to>
                                    </p:set>
                                    <p:anim calcmode="lin" valueType="num">
                                      <p:cBhvr additive="base">
                                        <p:cTn id="31" dur="1000"/>
                                        <p:tgtEl>
                                          <p:spTgt spid="1048"/>
                                        </p:tgtEl>
                                        <p:attrNameLst>
                                          <p:attrName>ppt_x</p:attrName>
                                        </p:attrNameLst>
                                      </p:cBhvr>
                                      <p:tavLst>
                                        <p:tav tm="0">
                                          <p:val>
                                            <p:strVal val="#ppt_x+1"/>
                                          </p:val>
                                        </p:tav>
                                        <p:tav tm="100000">
                                          <p:val>
                                            <p:strVal val="#ppt_x"/>
                                          </p:val>
                                        </p:tav>
                                      </p:tavLst>
                                    </p:anim>
                                  </p:childTnLst>
                                </p:cTn>
                              </p:par>
                              <p:par>
                                <p:cTn id="32" presetID="2" presetClass="entr" presetSubtype="2" fill="hold" nodeType="withEffect">
                                  <p:stCondLst>
                                    <p:cond delay="0"/>
                                  </p:stCondLst>
                                  <p:childTnLst>
                                    <p:set>
                                      <p:cBhvr>
                                        <p:cTn id="33" dur="1" fill="hold">
                                          <p:stCondLst>
                                            <p:cond delay="0"/>
                                          </p:stCondLst>
                                        </p:cTn>
                                        <p:tgtEl>
                                          <p:spTgt spid="1049"/>
                                        </p:tgtEl>
                                        <p:attrNameLst>
                                          <p:attrName>style.visibility</p:attrName>
                                        </p:attrNameLst>
                                      </p:cBhvr>
                                      <p:to>
                                        <p:strVal val="visible"/>
                                      </p:to>
                                    </p:set>
                                    <p:anim calcmode="lin" valueType="num">
                                      <p:cBhvr additive="base">
                                        <p:cTn id="34" dur="1000"/>
                                        <p:tgtEl>
                                          <p:spTgt spid="104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PAIRWISE CORRELATION ANALYSIS</a:t>
            </a:r>
            <a:endParaRPr/>
          </a:p>
        </p:txBody>
      </p:sp>
      <p:sp>
        <p:nvSpPr>
          <p:cNvPr id="1055" name="Google Shape;1055;p48"/>
          <p:cNvSpPr txBox="1">
            <a:spLocks noGrp="1"/>
          </p:cNvSpPr>
          <p:nvPr>
            <p:ph type="body" idx="1"/>
          </p:nvPr>
        </p:nvSpPr>
        <p:spPr>
          <a:xfrm>
            <a:off x="720000" y="1144925"/>
            <a:ext cx="5806800" cy="3278100"/>
          </a:xfrm>
          <a:prstGeom prst="rect">
            <a:avLst/>
          </a:prstGeom>
        </p:spPr>
        <p:txBody>
          <a:bodyPr spcFirstLastPara="1" wrap="square" lIns="91425" tIns="91425" rIns="91425" bIns="91425" anchor="t" anchorCtr="0">
            <a:noAutofit/>
          </a:bodyPr>
          <a:lstStyle/>
          <a:p>
            <a:pPr marL="457200" lvl="0" indent="-320675" algn="l" rtl="0">
              <a:lnSpc>
                <a:spcPct val="150000"/>
              </a:lnSpc>
              <a:spcBef>
                <a:spcPts val="0"/>
              </a:spcBef>
              <a:spcAft>
                <a:spcPts val="0"/>
              </a:spcAft>
              <a:buSzPts val="1450"/>
              <a:buChar char="●"/>
            </a:pPr>
            <a:r>
              <a:rPr lang="en" sz="1450"/>
              <a:t>Addiction Levels Categorized: </a:t>
            </a:r>
            <a:endParaRPr sz="1450"/>
          </a:p>
          <a:p>
            <a:pPr marL="914400" lvl="1" indent="-320675" algn="l" rtl="0">
              <a:lnSpc>
                <a:spcPct val="150000"/>
              </a:lnSpc>
              <a:spcBef>
                <a:spcPts val="0"/>
              </a:spcBef>
              <a:spcAft>
                <a:spcPts val="0"/>
              </a:spcAft>
              <a:buSzPts val="1450"/>
              <a:buChar char="○"/>
            </a:pPr>
            <a:r>
              <a:rPr lang="en" sz="1450"/>
              <a:t>Low (0–3.5)</a:t>
            </a:r>
            <a:endParaRPr sz="1450"/>
          </a:p>
          <a:p>
            <a:pPr marL="914400" lvl="1" indent="-320675" algn="l" rtl="0">
              <a:lnSpc>
                <a:spcPct val="150000"/>
              </a:lnSpc>
              <a:spcBef>
                <a:spcPts val="0"/>
              </a:spcBef>
              <a:spcAft>
                <a:spcPts val="0"/>
              </a:spcAft>
              <a:buSzPts val="1450"/>
              <a:buChar char="○"/>
            </a:pPr>
            <a:r>
              <a:rPr lang="en" sz="1450"/>
              <a:t>Medium (3.6–6.5)</a:t>
            </a:r>
            <a:endParaRPr sz="1450"/>
          </a:p>
          <a:p>
            <a:pPr marL="914400" lvl="1" indent="-320675" algn="l" rtl="0">
              <a:lnSpc>
                <a:spcPct val="150000"/>
              </a:lnSpc>
              <a:spcBef>
                <a:spcPts val="0"/>
              </a:spcBef>
              <a:spcAft>
                <a:spcPts val="0"/>
              </a:spcAft>
              <a:buSzPts val="1450"/>
              <a:buChar char="○"/>
            </a:pPr>
            <a:r>
              <a:rPr lang="en" sz="1450"/>
              <a:t>High (6.6–10)</a:t>
            </a:r>
            <a:endParaRPr sz="1450"/>
          </a:p>
          <a:p>
            <a:pPr marL="457200" lvl="0" indent="-320675" algn="l" rtl="0">
              <a:lnSpc>
                <a:spcPct val="150000"/>
              </a:lnSpc>
              <a:spcBef>
                <a:spcPts val="0"/>
              </a:spcBef>
              <a:spcAft>
                <a:spcPts val="0"/>
              </a:spcAft>
              <a:buSzPts val="1450"/>
              <a:buChar char="●"/>
            </a:pPr>
            <a:r>
              <a:rPr lang="en" sz="1450"/>
              <a:t>One-Way ANOVA: F = 0.707, p = 0.493 → no significant difference</a:t>
            </a:r>
            <a:endParaRPr sz="1450"/>
          </a:p>
          <a:p>
            <a:pPr marL="457200" lvl="0" indent="-320675" algn="l" rtl="0">
              <a:lnSpc>
                <a:spcPct val="150000"/>
              </a:lnSpc>
              <a:spcBef>
                <a:spcPts val="0"/>
              </a:spcBef>
              <a:spcAft>
                <a:spcPts val="0"/>
              </a:spcAft>
              <a:buSzPts val="1450"/>
              <a:buChar char="●"/>
            </a:pPr>
            <a:r>
              <a:rPr lang="en" sz="1450"/>
              <a:t>Kruskal-Wallis &amp; Dunn-Bonferroni: confirmed no significant differences</a:t>
            </a:r>
            <a:endParaRPr sz="1450"/>
          </a:p>
          <a:p>
            <a:pPr marL="457200" lvl="0" indent="-320675" algn="l" rtl="0">
              <a:lnSpc>
                <a:spcPct val="150000"/>
              </a:lnSpc>
              <a:spcBef>
                <a:spcPts val="0"/>
              </a:spcBef>
              <a:spcAft>
                <a:spcPts val="0"/>
              </a:spcAft>
              <a:buSzPts val="1450"/>
              <a:buChar char="●"/>
            </a:pPr>
            <a:r>
              <a:rPr lang="en" sz="1450"/>
              <a:t>Conclusion: Addiction levels do not significantly affect academic performance</a:t>
            </a:r>
            <a:endParaRPr sz="1450"/>
          </a:p>
        </p:txBody>
      </p:sp>
      <p:grpSp>
        <p:nvGrpSpPr>
          <p:cNvPr id="1056" name="Google Shape;1056;p48"/>
          <p:cNvGrpSpPr/>
          <p:nvPr/>
        </p:nvGrpSpPr>
        <p:grpSpPr>
          <a:xfrm flipH="1">
            <a:off x="6657372" y="1766175"/>
            <a:ext cx="1883694" cy="3377336"/>
            <a:chOff x="2871987" y="2724476"/>
            <a:chExt cx="1179964" cy="2115595"/>
          </a:xfrm>
        </p:grpSpPr>
        <p:sp>
          <p:nvSpPr>
            <p:cNvPr id="1057" name="Google Shape;1057;p48"/>
            <p:cNvSpPr/>
            <p:nvPr/>
          </p:nvSpPr>
          <p:spPr>
            <a:xfrm>
              <a:off x="3568355" y="4561412"/>
              <a:ext cx="358029" cy="148510"/>
            </a:xfrm>
            <a:custGeom>
              <a:avLst/>
              <a:gdLst/>
              <a:ahLst/>
              <a:cxnLst/>
              <a:rect l="l" t="t" r="r" b="b"/>
              <a:pathLst>
                <a:path w="9378" h="3890" extrusionOk="0">
                  <a:moveTo>
                    <a:pt x="7324" y="1"/>
                  </a:moveTo>
                  <a:cubicBezTo>
                    <a:pt x="5882" y="1"/>
                    <a:pt x="3562" y="679"/>
                    <a:pt x="1" y="3333"/>
                  </a:cubicBezTo>
                  <a:cubicBezTo>
                    <a:pt x="1" y="3333"/>
                    <a:pt x="1494" y="3889"/>
                    <a:pt x="3382" y="3889"/>
                  </a:cubicBezTo>
                  <a:cubicBezTo>
                    <a:pt x="5370" y="3889"/>
                    <a:pt x="7795" y="3273"/>
                    <a:pt x="9377" y="742"/>
                  </a:cubicBezTo>
                  <a:cubicBezTo>
                    <a:pt x="9377" y="742"/>
                    <a:pt x="8831" y="1"/>
                    <a:pt x="7324" y="1"/>
                  </a:cubicBezTo>
                  <a:close/>
                </a:path>
              </a:pathLst>
            </a:custGeom>
            <a:solidFill>
              <a:schemeClr val="dk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58" name="Google Shape;1058;p48"/>
            <p:cNvSpPr/>
            <p:nvPr/>
          </p:nvSpPr>
          <p:spPr>
            <a:xfrm>
              <a:off x="3686020" y="4523157"/>
              <a:ext cx="167790" cy="272511"/>
            </a:xfrm>
            <a:custGeom>
              <a:avLst/>
              <a:gdLst/>
              <a:ahLst/>
              <a:cxnLst/>
              <a:rect l="l" t="t" r="r" b="b"/>
              <a:pathLst>
                <a:path w="4395" h="7138" extrusionOk="0">
                  <a:moveTo>
                    <a:pt x="3433" y="1"/>
                  </a:moveTo>
                  <a:cubicBezTo>
                    <a:pt x="3432" y="1"/>
                    <a:pt x="156" y="319"/>
                    <a:pt x="131" y="469"/>
                  </a:cubicBezTo>
                  <a:cubicBezTo>
                    <a:pt x="103" y="619"/>
                    <a:pt x="1" y="7137"/>
                    <a:pt x="1" y="7137"/>
                  </a:cubicBezTo>
                  <a:lnTo>
                    <a:pt x="4395" y="6799"/>
                  </a:lnTo>
                  <a:cubicBezTo>
                    <a:pt x="4276" y="6630"/>
                    <a:pt x="2866" y="4328"/>
                    <a:pt x="3433" y="1"/>
                  </a:cubicBezTo>
                  <a:close/>
                </a:path>
              </a:pathLst>
            </a:custGeom>
            <a:solidFill>
              <a:srgbClr val="FF9785"/>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59" name="Google Shape;1059;p48"/>
            <p:cNvSpPr/>
            <p:nvPr/>
          </p:nvSpPr>
          <p:spPr>
            <a:xfrm>
              <a:off x="3647613" y="4688392"/>
              <a:ext cx="404338" cy="151679"/>
            </a:xfrm>
            <a:custGeom>
              <a:avLst/>
              <a:gdLst/>
              <a:ahLst/>
              <a:cxnLst/>
              <a:rect l="l" t="t" r="r" b="b"/>
              <a:pathLst>
                <a:path w="10591" h="3973" extrusionOk="0">
                  <a:moveTo>
                    <a:pt x="1184" y="0"/>
                  </a:moveTo>
                  <a:cubicBezTo>
                    <a:pt x="1105" y="0"/>
                    <a:pt x="1022" y="12"/>
                    <a:pt x="934" y="34"/>
                  </a:cubicBezTo>
                  <a:cubicBezTo>
                    <a:pt x="934" y="34"/>
                    <a:pt x="0" y="2862"/>
                    <a:pt x="43" y="3973"/>
                  </a:cubicBezTo>
                  <a:lnTo>
                    <a:pt x="10161" y="3973"/>
                  </a:lnTo>
                  <a:cubicBezTo>
                    <a:pt x="10161" y="3973"/>
                    <a:pt x="10591" y="2962"/>
                    <a:pt x="8582" y="2559"/>
                  </a:cubicBezTo>
                  <a:cubicBezTo>
                    <a:pt x="6573" y="2154"/>
                    <a:pt x="4883" y="34"/>
                    <a:pt x="4883" y="34"/>
                  </a:cubicBezTo>
                  <a:cubicBezTo>
                    <a:pt x="4883" y="34"/>
                    <a:pt x="4871" y="33"/>
                    <a:pt x="4848" y="33"/>
                  </a:cubicBezTo>
                  <a:cubicBezTo>
                    <a:pt x="4711" y="33"/>
                    <a:pt x="4214" y="69"/>
                    <a:pt x="4147" y="590"/>
                  </a:cubicBezTo>
                  <a:cubicBezTo>
                    <a:pt x="4068" y="1196"/>
                    <a:pt x="4584" y="2055"/>
                    <a:pt x="4135" y="2409"/>
                  </a:cubicBezTo>
                  <a:cubicBezTo>
                    <a:pt x="4047" y="2478"/>
                    <a:pt x="3936" y="2510"/>
                    <a:pt x="3811" y="2510"/>
                  </a:cubicBezTo>
                  <a:cubicBezTo>
                    <a:pt x="3302" y="2510"/>
                    <a:pt x="2567" y="1968"/>
                    <a:pt x="2268" y="1196"/>
                  </a:cubicBezTo>
                  <a:cubicBezTo>
                    <a:pt x="1951" y="378"/>
                    <a:pt x="1639" y="0"/>
                    <a:pt x="1184" y="0"/>
                  </a:cubicBezTo>
                  <a:close/>
                </a:path>
              </a:pathLst>
            </a:custGeom>
            <a:solidFill>
              <a:schemeClr val="accent2"/>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60" name="Google Shape;1060;p48"/>
            <p:cNvSpPr/>
            <p:nvPr/>
          </p:nvSpPr>
          <p:spPr>
            <a:xfrm>
              <a:off x="3812237" y="4767649"/>
              <a:ext cx="133545" cy="60320"/>
            </a:xfrm>
            <a:custGeom>
              <a:avLst/>
              <a:gdLst/>
              <a:ahLst/>
              <a:cxnLst/>
              <a:rect l="l" t="t" r="r" b="b"/>
              <a:pathLst>
                <a:path w="3498" h="1580" fill="none" extrusionOk="0">
                  <a:moveTo>
                    <a:pt x="1" y="1"/>
                  </a:moveTo>
                  <a:cubicBezTo>
                    <a:pt x="1" y="1"/>
                    <a:pt x="2355" y="1580"/>
                    <a:pt x="3498" y="244"/>
                  </a:cubicBezTo>
                </a:path>
              </a:pathLst>
            </a:custGeom>
            <a:noFill/>
            <a:ln w="1375" cap="flat" cmpd="sng">
              <a:solidFill>
                <a:schemeClr val="dk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61" name="Google Shape;1061;p48"/>
            <p:cNvSpPr/>
            <p:nvPr/>
          </p:nvSpPr>
          <p:spPr>
            <a:xfrm>
              <a:off x="3055853" y="4548126"/>
              <a:ext cx="335962" cy="133545"/>
            </a:xfrm>
            <a:custGeom>
              <a:avLst/>
              <a:gdLst/>
              <a:ahLst/>
              <a:cxnLst/>
              <a:rect l="l" t="t" r="r" b="b"/>
              <a:pathLst>
                <a:path w="8800" h="3498" extrusionOk="0">
                  <a:moveTo>
                    <a:pt x="2839" y="1"/>
                  </a:moveTo>
                  <a:cubicBezTo>
                    <a:pt x="2004" y="1"/>
                    <a:pt x="1062" y="105"/>
                    <a:pt x="1" y="350"/>
                  </a:cubicBezTo>
                  <a:cubicBezTo>
                    <a:pt x="1" y="350"/>
                    <a:pt x="1783" y="3497"/>
                    <a:pt x="6255" y="3497"/>
                  </a:cubicBezTo>
                  <a:cubicBezTo>
                    <a:pt x="7023" y="3497"/>
                    <a:pt x="7869" y="3405"/>
                    <a:pt x="8799" y="3188"/>
                  </a:cubicBezTo>
                  <a:cubicBezTo>
                    <a:pt x="8799" y="3188"/>
                    <a:pt x="7463" y="1"/>
                    <a:pt x="2839" y="1"/>
                  </a:cubicBezTo>
                  <a:close/>
                </a:path>
              </a:pathLst>
            </a:custGeom>
            <a:solidFill>
              <a:schemeClr val="dk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62" name="Google Shape;1062;p48"/>
            <p:cNvSpPr/>
            <p:nvPr/>
          </p:nvSpPr>
          <p:spPr>
            <a:xfrm>
              <a:off x="3076087" y="4523157"/>
              <a:ext cx="239755" cy="272511"/>
            </a:xfrm>
            <a:custGeom>
              <a:avLst/>
              <a:gdLst/>
              <a:ahLst/>
              <a:cxnLst/>
              <a:rect l="l" t="t" r="r" b="b"/>
              <a:pathLst>
                <a:path w="6280" h="7138" extrusionOk="0">
                  <a:moveTo>
                    <a:pt x="3106" y="1"/>
                  </a:moveTo>
                  <a:cubicBezTo>
                    <a:pt x="2307" y="4328"/>
                    <a:pt x="172" y="6630"/>
                    <a:pt x="0" y="6799"/>
                  </a:cubicBezTo>
                  <a:lnTo>
                    <a:pt x="4289" y="7137"/>
                  </a:lnTo>
                  <a:cubicBezTo>
                    <a:pt x="4289" y="7137"/>
                    <a:pt x="6241" y="619"/>
                    <a:pt x="6261" y="469"/>
                  </a:cubicBezTo>
                  <a:cubicBezTo>
                    <a:pt x="6280" y="319"/>
                    <a:pt x="3106" y="1"/>
                    <a:pt x="3106" y="1"/>
                  </a:cubicBezTo>
                  <a:close/>
                </a:path>
              </a:pathLst>
            </a:custGeom>
            <a:solidFill>
              <a:srgbClr val="FF9785"/>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63" name="Google Shape;1063;p48"/>
            <p:cNvSpPr/>
            <p:nvPr/>
          </p:nvSpPr>
          <p:spPr>
            <a:xfrm>
              <a:off x="2871987" y="4688392"/>
              <a:ext cx="405483" cy="151679"/>
            </a:xfrm>
            <a:custGeom>
              <a:avLst/>
              <a:gdLst/>
              <a:ahLst/>
              <a:cxnLst/>
              <a:rect l="l" t="t" r="r" b="b"/>
              <a:pathLst>
                <a:path w="10621" h="3973" extrusionOk="0">
                  <a:moveTo>
                    <a:pt x="10341" y="0"/>
                  </a:moveTo>
                  <a:cubicBezTo>
                    <a:pt x="9887" y="0"/>
                    <a:pt x="9454" y="378"/>
                    <a:pt x="8879" y="1196"/>
                  </a:cubicBezTo>
                  <a:cubicBezTo>
                    <a:pt x="8337" y="1968"/>
                    <a:pt x="7432" y="2510"/>
                    <a:pt x="6923" y="2510"/>
                  </a:cubicBezTo>
                  <a:cubicBezTo>
                    <a:pt x="6798" y="2510"/>
                    <a:pt x="6698" y="2478"/>
                    <a:pt x="6632" y="2409"/>
                  </a:cubicBezTo>
                  <a:cubicBezTo>
                    <a:pt x="6295" y="2055"/>
                    <a:pt x="7079" y="1196"/>
                    <a:pt x="7193" y="590"/>
                  </a:cubicBezTo>
                  <a:cubicBezTo>
                    <a:pt x="7290" y="69"/>
                    <a:pt x="6804" y="33"/>
                    <a:pt x="6667" y="33"/>
                  </a:cubicBezTo>
                  <a:cubicBezTo>
                    <a:pt x="6645" y="33"/>
                    <a:pt x="6632" y="34"/>
                    <a:pt x="6632" y="34"/>
                  </a:cubicBezTo>
                  <a:cubicBezTo>
                    <a:pt x="6632" y="34"/>
                    <a:pt x="4270" y="2154"/>
                    <a:pt x="2135" y="2559"/>
                  </a:cubicBezTo>
                  <a:cubicBezTo>
                    <a:pt x="0" y="2962"/>
                    <a:pt x="112" y="3973"/>
                    <a:pt x="112" y="3973"/>
                  </a:cubicBezTo>
                  <a:lnTo>
                    <a:pt x="10227" y="3973"/>
                  </a:lnTo>
                  <a:cubicBezTo>
                    <a:pt x="10621" y="2862"/>
                    <a:pt x="10579" y="34"/>
                    <a:pt x="10579" y="34"/>
                  </a:cubicBezTo>
                  <a:cubicBezTo>
                    <a:pt x="10499" y="12"/>
                    <a:pt x="10420" y="0"/>
                    <a:pt x="10341" y="0"/>
                  </a:cubicBezTo>
                  <a:close/>
                </a:path>
              </a:pathLst>
            </a:custGeom>
            <a:solidFill>
              <a:schemeClr val="accent2"/>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64" name="Google Shape;1064;p48"/>
            <p:cNvSpPr/>
            <p:nvPr/>
          </p:nvSpPr>
          <p:spPr>
            <a:xfrm>
              <a:off x="2989079" y="4769634"/>
              <a:ext cx="133049" cy="57152"/>
            </a:xfrm>
            <a:custGeom>
              <a:avLst/>
              <a:gdLst/>
              <a:ahLst/>
              <a:cxnLst/>
              <a:rect l="l" t="t" r="r" b="b"/>
              <a:pathLst>
                <a:path w="3485" h="1497" fill="none" extrusionOk="0">
                  <a:moveTo>
                    <a:pt x="3484" y="1"/>
                  </a:moveTo>
                  <a:cubicBezTo>
                    <a:pt x="3484" y="1"/>
                    <a:pt x="1144" y="1496"/>
                    <a:pt x="1" y="162"/>
                  </a:cubicBezTo>
                </a:path>
              </a:pathLst>
            </a:custGeom>
            <a:noFill/>
            <a:ln w="1375" cap="flat" cmpd="sng">
              <a:solidFill>
                <a:schemeClr val="dk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65" name="Google Shape;1065;p48"/>
            <p:cNvSpPr/>
            <p:nvPr/>
          </p:nvSpPr>
          <p:spPr>
            <a:xfrm>
              <a:off x="3055853" y="3408855"/>
              <a:ext cx="870523" cy="1279824"/>
            </a:xfrm>
            <a:custGeom>
              <a:avLst/>
              <a:gdLst/>
              <a:ahLst/>
              <a:cxnLst/>
              <a:rect l="l" t="t" r="r" b="b"/>
              <a:pathLst>
                <a:path w="22802" h="33523" extrusionOk="0">
                  <a:moveTo>
                    <a:pt x="9684" y="1"/>
                  </a:moveTo>
                  <a:cubicBezTo>
                    <a:pt x="9684" y="1"/>
                    <a:pt x="7440" y="4752"/>
                    <a:pt x="7501" y="9153"/>
                  </a:cubicBezTo>
                  <a:cubicBezTo>
                    <a:pt x="7562" y="13555"/>
                    <a:pt x="890" y="28464"/>
                    <a:pt x="1" y="30191"/>
                  </a:cubicBezTo>
                  <a:cubicBezTo>
                    <a:pt x="1" y="30191"/>
                    <a:pt x="435" y="30148"/>
                    <a:pt x="1121" y="30148"/>
                  </a:cubicBezTo>
                  <a:cubicBezTo>
                    <a:pt x="3042" y="30148"/>
                    <a:pt x="6937" y="30483"/>
                    <a:pt x="8799" y="33029"/>
                  </a:cubicBezTo>
                  <a:cubicBezTo>
                    <a:pt x="8799" y="33029"/>
                    <a:pt x="11019" y="26675"/>
                    <a:pt x="11437" y="23713"/>
                  </a:cubicBezTo>
                  <a:cubicBezTo>
                    <a:pt x="11853" y="20752"/>
                    <a:pt x="15358" y="7118"/>
                    <a:pt x="15358" y="7117"/>
                  </a:cubicBezTo>
                  <a:lnTo>
                    <a:pt x="15358" y="7117"/>
                  </a:lnTo>
                  <a:cubicBezTo>
                    <a:pt x="15358" y="7118"/>
                    <a:pt x="14497" y="18594"/>
                    <a:pt x="15030" y="22540"/>
                  </a:cubicBezTo>
                  <a:cubicBezTo>
                    <a:pt x="15565" y="26489"/>
                    <a:pt x="13425" y="31589"/>
                    <a:pt x="13425" y="33522"/>
                  </a:cubicBezTo>
                  <a:cubicBezTo>
                    <a:pt x="13425" y="33522"/>
                    <a:pt x="18564" y="30523"/>
                    <a:pt x="21421" y="30523"/>
                  </a:cubicBezTo>
                  <a:cubicBezTo>
                    <a:pt x="21992" y="30523"/>
                    <a:pt x="22472" y="30643"/>
                    <a:pt x="22801" y="30931"/>
                  </a:cubicBezTo>
                  <a:cubicBezTo>
                    <a:pt x="22801" y="30931"/>
                    <a:pt x="22801" y="25149"/>
                    <a:pt x="21814" y="20874"/>
                  </a:cubicBezTo>
                  <a:cubicBezTo>
                    <a:pt x="20827" y="16600"/>
                    <a:pt x="21322" y="8721"/>
                    <a:pt x="21197" y="6005"/>
                  </a:cubicBezTo>
                  <a:cubicBezTo>
                    <a:pt x="21073" y="3290"/>
                    <a:pt x="20499" y="1523"/>
                    <a:pt x="18751" y="63"/>
                  </a:cubicBezTo>
                  <a:lnTo>
                    <a:pt x="9684" y="1"/>
                  </a:lnTo>
                  <a:close/>
                </a:path>
              </a:pathLst>
            </a:custGeom>
            <a:solidFill>
              <a:schemeClr val="accent3"/>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66" name="Google Shape;1066;p48"/>
            <p:cNvSpPr/>
            <p:nvPr/>
          </p:nvSpPr>
          <p:spPr>
            <a:xfrm>
              <a:off x="3677163" y="3416491"/>
              <a:ext cx="35238" cy="146296"/>
            </a:xfrm>
            <a:custGeom>
              <a:avLst/>
              <a:gdLst/>
              <a:ahLst/>
              <a:cxnLst/>
              <a:rect l="l" t="t" r="r" b="b"/>
              <a:pathLst>
                <a:path w="923" h="3832" fill="none" extrusionOk="0">
                  <a:moveTo>
                    <a:pt x="0" y="1"/>
                  </a:moveTo>
                  <a:cubicBezTo>
                    <a:pt x="556" y="1200"/>
                    <a:pt x="872" y="2511"/>
                    <a:pt x="922" y="3831"/>
                  </a:cubicBez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67" name="Google Shape;1067;p48"/>
            <p:cNvSpPr/>
            <p:nvPr/>
          </p:nvSpPr>
          <p:spPr>
            <a:xfrm>
              <a:off x="3617987" y="3668657"/>
              <a:ext cx="70896" cy="994982"/>
            </a:xfrm>
            <a:custGeom>
              <a:avLst/>
              <a:gdLst/>
              <a:ahLst/>
              <a:cxnLst/>
              <a:rect l="l" t="t" r="r" b="b"/>
              <a:pathLst>
                <a:path w="1857" h="26062" fill="none" extrusionOk="0">
                  <a:moveTo>
                    <a:pt x="127" y="26062"/>
                  </a:moveTo>
                  <a:cubicBezTo>
                    <a:pt x="1" y="24071"/>
                    <a:pt x="542" y="22107"/>
                    <a:pt x="901" y="20144"/>
                  </a:cubicBezTo>
                  <a:cubicBezTo>
                    <a:pt x="1857" y="14927"/>
                    <a:pt x="1538" y="9573"/>
                    <a:pt x="1216" y="4280"/>
                  </a:cubicBezTo>
                  <a:cubicBezTo>
                    <a:pt x="1129" y="2852"/>
                    <a:pt x="1042" y="1428"/>
                    <a:pt x="957" y="0"/>
                  </a:cubicBez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68" name="Google Shape;1068;p48"/>
            <p:cNvSpPr/>
            <p:nvPr/>
          </p:nvSpPr>
          <p:spPr>
            <a:xfrm>
              <a:off x="3116136" y="3424126"/>
              <a:ext cx="352035" cy="1137308"/>
            </a:xfrm>
            <a:custGeom>
              <a:avLst/>
              <a:gdLst/>
              <a:ahLst/>
              <a:cxnLst/>
              <a:rect l="l" t="t" r="r" b="b"/>
              <a:pathLst>
                <a:path w="9221" h="29790" fill="none" extrusionOk="0">
                  <a:moveTo>
                    <a:pt x="9220" y="1"/>
                  </a:moveTo>
                  <a:cubicBezTo>
                    <a:pt x="7735" y="2020"/>
                    <a:pt x="7269" y="4592"/>
                    <a:pt x="6902" y="7071"/>
                  </a:cubicBezTo>
                  <a:cubicBezTo>
                    <a:pt x="6312" y="11059"/>
                    <a:pt x="5846" y="15130"/>
                    <a:pt x="4261" y="18839"/>
                  </a:cubicBezTo>
                  <a:cubicBezTo>
                    <a:pt x="3711" y="20128"/>
                    <a:pt x="3031" y="21356"/>
                    <a:pt x="2466" y="22641"/>
                  </a:cubicBezTo>
                  <a:cubicBezTo>
                    <a:pt x="1812" y="24130"/>
                    <a:pt x="1314" y="25683"/>
                    <a:pt x="822" y="27232"/>
                  </a:cubicBezTo>
                  <a:cubicBezTo>
                    <a:pt x="569" y="28030"/>
                    <a:pt x="256" y="28995"/>
                    <a:pt x="1" y="29790"/>
                  </a:cubicBez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69" name="Google Shape;1069;p48"/>
            <p:cNvSpPr/>
            <p:nvPr/>
          </p:nvSpPr>
          <p:spPr>
            <a:xfrm>
              <a:off x="3633411" y="3588712"/>
              <a:ext cx="102507" cy="227309"/>
            </a:xfrm>
            <a:custGeom>
              <a:avLst/>
              <a:gdLst/>
              <a:ahLst/>
              <a:cxnLst/>
              <a:rect l="l" t="t" r="r" b="b"/>
              <a:pathLst>
                <a:path w="2685" h="5954" extrusionOk="0">
                  <a:moveTo>
                    <a:pt x="2288" y="1"/>
                  </a:moveTo>
                  <a:cubicBezTo>
                    <a:pt x="1133" y="1418"/>
                    <a:pt x="228" y="2406"/>
                    <a:pt x="228" y="2406"/>
                  </a:cubicBezTo>
                  <a:cubicBezTo>
                    <a:pt x="65" y="4565"/>
                    <a:pt x="0" y="5953"/>
                    <a:pt x="0" y="5953"/>
                  </a:cubicBezTo>
                  <a:cubicBezTo>
                    <a:pt x="2685" y="3732"/>
                    <a:pt x="2288" y="1"/>
                    <a:pt x="2288" y="1"/>
                  </a:cubicBezTo>
                  <a:close/>
                </a:path>
              </a:pathLst>
            </a:custGeom>
            <a:solidFill>
              <a:schemeClr val="dk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70" name="Google Shape;1070;p48"/>
            <p:cNvSpPr/>
            <p:nvPr/>
          </p:nvSpPr>
          <p:spPr>
            <a:xfrm>
              <a:off x="3277973" y="4022491"/>
              <a:ext cx="39705" cy="195125"/>
            </a:xfrm>
            <a:custGeom>
              <a:avLst/>
              <a:gdLst/>
              <a:ahLst/>
              <a:cxnLst/>
              <a:rect l="l" t="t" r="r" b="b"/>
              <a:pathLst>
                <a:path w="1040" h="5111" fill="none" extrusionOk="0">
                  <a:moveTo>
                    <a:pt x="0" y="1"/>
                  </a:moveTo>
                  <a:cubicBezTo>
                    <a:pt x="312" y="1547"/>
                    <a:pt x="1039" y="3049"/>
                    <a:pt x="1032" y="4627"/>
                  </a:cubicBezTo>
                  <a:cubicBezTo>
                    <a:pt x="658" y="5111"/>
                    <a:pt x="518" y="4648"/>
                    <a:pt x="562" y="4389"/>
                  </a:cubicBezTo>
                </a:path>
              </a:pathLst>
            </a:custGeom>
            <a:noFill/>
            <a:ln w="1375" cap="flat" cmpd="sng">
              <a:solidFill>
                <a:schemeClr val="dk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71" name="Google Shape;1071;p48"/>
            <p:cNvSpPr/>
            <p:nvPr/>
          </p:nvSpPr>
          <p:spPr>
            <a:xfrm>
              <a:off x="3580458" y="4457567"/>
              <a:ext cx="343827" cy="157329"/>
            </a:xfrm>
            <a:custGeom>
              <a:avLst/>
              <a:gdLst/>
              <a:ahLst/>
              <a:cxnLst/>
              <a:rect l="l" t="t" r="r" b="b"/>
              <a:pathLst>
                <a:path w="9006" h="4121" fill="none" extrusionOk="0">
                  <a:moveTo>
                    <a:pt x="1" y="4120"/>
                  </a:moveTo>
                  <a:cubicBezTo>
                    <a:pt x="1" y="4120"/>
                    <a:pt x="6665" y="0"/>
                    <a:pt x="9005" y="1299"/>
                  </a:cubicBezTo>
                </a:path>
              </a:pathLst>
            </a:custGeom>
            <a:noFill/>
            <a:ln w="1375" cap="flat" cmpd="sng">
              <a:solidFill>
                <a:schemeClr val="dk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72" name="Google Shape;1072;p48"/>
            <p:cNvSpPr/>
            <p:nvPr/>
          </p:nvSpPr>
          <p:spPr>
            <a:xfrm>
              <a:off x="3085975" y="4458865"/>
              <a:ext cx="333175" cy="129078"/>
            </a:xfrm>
            <a:custGeom>
              <a:avLst/>
              <a:gdLst/>
              <a:ahLst/>
              <a:cxnLst/>
              <a:rect l="l" t="t" r="r" b="b"/>
              <a:pathLst>
                <a:path w="8727" h="3381" fill="none" extrusionOk="0">
                  <a:moveTo>
                    <a:pt x="1" y="1013"/>
                  </a:moveTo>
                  <a:cubicBezTo>
                    <a:pt x="1" y="1013"/>
                    <a:pt x="4264" y="0"/>
                    <a:pt x="8726" y="3380"/>
                  </a:cubicBezTo>
                </a:path>
              </a:pathLst>
            </a:custGeom>
            <a:noFill/>
            <a:ln w="1375" cap="flat" cmpd="sng">
              <a:solidFill>
                <a:schemeClr val="dk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73" name="Google Shape;1073;p48"/>
            <p:cNvSpPr/>
            <p:nvPr/>
          </p:nvSpPr>
          <p:spPr>
            <a:xfrm>
              <a:off x="3853316" y="2737227"/>
              <a:ext cx="92810" cy="177334"/>
            </a:xfrm>
            <a:custGeom>
              <a:avLst/>
              <a:gdLst/>
              <a:ahLst/>
              <a:cxnLst/>
              <a:rect l="l" t="t" r="r" b="b"/>
              <a:pathLst>
                <a:path w="2431" h="4645" extrusionOk="0">
                  <a:moveTo>
                    <a:pt x="1" y="0"/>
                  </a:moveTo>
                  <a:lnTo>
                    <a:pt x="63" y="4645"/>
                  </a:lnTo>
                  <a:lnTo>
                    <a:pt x="2431" y="4645"/>
                  </a:lnTo>
                  <a:lnTo>
                    <a:pt x="2431" y="0"/>
                  </a:lnTo>
                  <a:close/>
                </a:path>
              </a:pathLst>
            </a:custGeom>
            <a:solidFill>
              <a:schemeClr val="accent6"/>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74" name="Google Shape;1074;p48"/>
            <p:cNvSpPr/>
            <p:nvPr/>
          </p:nvSpPr>
          <p:spPr>
            <a:xfrm>
              <a:off x="3865571" y="2747803"/>
              <a:ext cx="19203" cy="47187"/>
            </a:xfrm>
            <a:custGeom>
              <a:avLst/>
              <a:gdLst/>
              <a:ahLst/>
              <a:cxnLst/>
              <a:rect l="l" t="t" r="r" b="b"/>
              <a:pathLst>
                <a:path w="503" h="1236" extrusionOk="0">
                  <a:moveTo>
                    <a:pt x="0" y="0"/>
                  </a:moveTo>
                  <a:lnTo>
                    <a:pt x="0" y="1235"/>
                  </a:lnTo>
                  <a:lnTo>
                    <a:pt x="503" y="1235"/>
                  </a:lnTo>
                  <a:lnTo>
                    <a:pt x="503" y="0"/>
                  </a:lnTo>
                  <a:close/>
                </a:path>
              </a:pathLst>
            </a:custGeom>
            <a:solidFill>
              <a:schemeClr val="lt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75" name="Google Shape;1075;p48"/>
            <p:cNvSpPr/>
            <p:nvPr/>
          </p:nvSpPr>
          <p:spPr>
            <a:xfrm>
              <a:off x="3868778" y="2753682"/>
              <a:ext cx="12904" cy="12942"/>
            </a:xfrm>
            <a:custGeom>
              <a:avLst/>
              <a:gdLst/>
              <a:ahLst/>
              <a:cxnLst/>
              <a:rect l="l" t="t" r="r" b="b"/>
              <a:pathLst>
                <a:path w="338" h="339" extrusionOk="0">
                  <a:moveTo>
                    <a:pt x="170" y="1"/>
                  </a:moveTo>
                  <a:cubicBezTo>
                    <a:pt x="76" y="1"/>
                    <a:pt x="1" y="76"/>
                    <a:pt x="1" y="170"/>
                  </a:cubicBezTo>
                  <a:cubicBezTo>
                    <a:pt x="1" y="262"/>
                    <a:pt x="76" y="339"/>
                    <a:pt x="170" y="339"/>
                  </a:cubicBezTo>
                  <a:cubicBezTo>
                    <a:pt x="262" y="339"/>
                    <a:pt x="337" y="262"/>
                    <a:pt x="337" y="170"/>
                  </a:cubicBezTo>
                  <a:cubicBezTo>
                    <a:pt x="337" y="76"/>
                    <a:pt x="262" y="1"/>
                    <a:pt x="170" y="1"/>
                  </a:cubicBezTo>
                  <a:close/>
                </a:path>
              </a:pathLst>
            </a:custGeom>
            <a:solidFill>
              <a:schemeClr val="accent3"/>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76" name="Google Shape;1076;p48"/>
            <p:cNvSpPr/>
            <p:nvPr/>
          </p:nvSpPr>
          <p:spPr>
            <a:xfrm>
              <a:off x="3868778" y="2776093"/>
              <a:ext cx="12904" cy="12942"/>
            </a:xfrm>
            <a:custGeom>
              <a:avLst/>
              <a:gdLst/>
              <a:ahLst/>
              <a:cxnLst/>
              <a:rect l="l" t="t" r="r" b="b"/>
              <a:pathLst>
                <a:path w="338" h="339" extrusionOk="0">
                  <a:moveTo>
                    <a:pt x="170" y="1"/>
                  </a:moveTo>
                  <a:cubicBezTo>
                    <a:pt x="76" y="1"/>
                    <a:pt x="1" y="78"/>
                    <a:pt x="1" y="170"/>
                  </a:cubicBezTo>
                  <a:cubicBezTo>
                    <a:pt x="1" y="263"/>
                    <a:pt x="76" y="339"/>
                    <a:pt x="170" y="339"/>
                  </a:cubicBezTo>
                  <a:cubicBezTo>
                    <a:pt x="262" y="339"/>
                    <a:pt x="337" y="263"/>
                    <a:pt x="337" y="170"/>
                  </a:cubicBezTo>
                  <a:cubicBezTo>
                    <a:pt x="337" y="75"/>
                    <a:pt x="262" y="1"/>
                    <a:pt x="170" y="1"/>
                  </a:cubicBezTo>
                  <a:close/>
                </a:path>
              </a:pathLst>
            </a:custGeom>
            <a:solidFill>
              <a:schemeClr val="accent3"/>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77" name="Google Shape;1077;p48"/>
            <p:cNvSpPr/>
            <p:nvPr/>
          </p:nvSpPr>
          <p:spPr>
            <a:xfrm>
              <a:off x="3867862" y="2947092"/>
              <a:ext cx="156108" cy="36841"/>
            </a:xfrm>
            <a:custGeom>
              <a:avLst/>
              <a:gdLst/>
              <a:ahLst/>
              <a:cxnLst/>
              <a:rect l="l" t="t" r="r" b="b"/>
              <a:pathLst>
                <a:path w="4089" h="965" extrusionOk="0">
                  <a:moveTo>
                    <a:pt x="2126" y="0"/>
                  </a:moveTo>
                  <a:cubicBezTo>
                    <a:pt x="913" y="0"/>
                    <a:pt x="1" y="323"/>
                    <a:pt x="1" y="323"/>
                  </a:cubicBezTo>
                  <a:cubicBezTo>
                    <a:pt x="744" y="804"/>
                    <a:pt x="1445" y="964"/>
                    <a:pt x="2050" y="964"/>
                  </a:cubicBezTo>
                  <a:cubicBezTo>
                    <a:pt x="3262" y="964"/>
                    <a:pt x="4087" y="321"/>
                    <a:pt x="4088" y="320"/>
                  </a:cubicBezTo>
                  <a:cubicBezTo>
                    <a:pt x="3410" y="80"/>
                    <a:pt x="2730" y="0"/>
                    <a:pt x="2126" y="0"/>
                  </a:cubicBezTo>
                  <a:close/>
                </a:path>
              </a:pathLst>
            </a:custGeom>
            <a:solidFill>
              <a:schemeClr val="dk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78" name="Google Shape;1078;p48"/>
            <p:cNvSpPr/>
            <p:nvPr/>
          </p:nvSpPr>
          <p:spPr>
            <a:xfrm>
              <a:off x="3859692" y="2820914"/>
              <a:ext cx="129269" cy="170081"/>
            </a:xfrm>
            <a:custGeom>
              <a:avLst/>
              <a:gdLst/>
              <a:ahLst/>
              <a:cxnLst/>
              <a:rect l="l" t="t" r="r" b="b"/>
              <a:pathLst>
                <a:path w="3386" h="4455" extrusionOk="0">
                  <a:moveTo>
                    <a:pt x="1471" y="1"/>
                  </a:moveTo>
                  <a:cubicBezTo>
                    <a:pt x="1345" y="1"/>
                    <a:pt x="1125" y="800"/>
                    <a:pt x="1812" y="1460"/>
                  </a:cubicBezTo>
                  <a:cubicBezTo>
                    <a:pt x="1812" y="1460"/>
                    <a:pt x="1032" y="844"/>
                    <a:pt x="575" y="422"/>
                  </a:cubicBezTo>
                  <a:cubicBezTo>
                    <a:pt x="563" y="411"/>
                    <a:pt x="554" y="406"/>
                    <a:pt x="546" y="406"/>
                  </a:cubicBezTo>
                  <a:cubicBezTo>
                    <a:pt x="426" y="406"/>
                    <a:pt x="796" y="1657"/>
                    <a:pt x="1546" y="1769"/>
                  </a:cubicBezTo>
                  <a:cubicBezTo>
                    <a:pt x="1546" y="1769"/>
                    <a:pt x="640" y="1766"/>
                    <a:pt x="285" y="1664"/>
                  </a:cubicBezTo>
                  <a:cubicBezTo>
                    <a:pt x="262" y="1658"/>
                    <a:pt x="242" y="1655"/>
                    <a:pt x="226" y="1655"/>
                  </a:cubicBezTo>
                  <a:cubicBezTo>
                    <a:pt x="0" y="1655"/>
                    <a:pt x="324" y="2210"/>
                    <a:pt x="1204" y="2210"/>
                  </a:cubicBezTo>
                  <a:cubicBezTo>
                    <a:pt x="1281" y="2210"/>
                    <a:pt x="1363" y="2206"/>
                    <a:pt x="1448" y="2196"/>
                  </a:cubicBezTo>
                  <a:lnTo>
                    <a:pt x="1448" y="2196"/>
                  </a:lnTo>
                  <a:cubicBezTo>
                    <a:pt x="1448" y="2196"/>
                    <a:pt x="1311" y="2905"/>
                    <a:pt x="1773" y="3353"/>
                  </a:cubicBezTo>
                  <a:lnTo>
                    <a:pt x="1620" y="4229"/>
                  </a:lnTo>
                  <a:cubicBezTo>
                    <a:pt x="1619" y="4229"/>
                    <a:pt x="1997" y="4455"/>
                    <a:pt x="2504" y="4455"/>
                  </a:cubicBezTo>
                  <a:cubicBezTo>
                    <a:pt x="2652" y="4455"/>
                    <a:pt x="2810" y="4435"/>
                    <a:pt x="2974" y="4386"/>
                  </a:cubicBezTo>
                  <a:cubicBezTo>
                    <a:pt x="2974" y="4386"/>
                    <a:pt x="3131" y="3391"/>
                    <a:pt x="3258" y="2902"/>
                  </a:cubicBezTo>
                  <a:cubicBezTo>
                    <a:pt x="3386" y="2413"/>
                    <a:pt x="2840" y="2026"/>
                    <a:pt x="2517" y="477"/>
                  </a:cubicBezTo>
                  <a:cubicBezTo>
                    <a:pt x="2498" y="385"/>
                    <a:pt x="2468" y="346"/>
                    <a:pt x="2434" y="346"/>
                  </a:cubicBezTo>
                  <a:cubicBezTo>
                    <a:pt x="2314" y="346"/>
                    <a:pt x="2155" y="844"/>
                    <a:pt x="2348" y="1295"/>
                  </a:cubicBezTo>
                  <a:cubicBezTo>
                    <a:pt x="2348" y="1295"/>
                    <a:pt x="1640" y="447"/>
                    <a:pt x="1517" y="54"/>
                  </a:cubicBezTo>
                  <a:cubicBezTo>
                    <a:pt x="1505" y="18"/>
                    <a:pt x="1489" y="1"/>
                    <a:pt x="1471" y="1"/>
                  </a:cubicBezTo>
                  <a:close/>
                </a:path>
              </a:pathLst>
            </a:custGeom>
            <a:solidFill>
              <a:srgbClr val="FF9785"/>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79" name="Google Shape;1079;p48"/>
            <p:cNvSpPr/>
            <p:nvPr/>
          </p:nvSpPr>
          <p:spPr>
            <a:xfrm>
              <a:off x="3614551" y="3002985"/>
              <a:ext cx="357341" cy="378454"/>
            </a:xfrm>
            <a:custGeom>
              <a:avLst/>
              <a:gdLst/>
              <a:ahLst/>
              <a:cxnLst/>
              <a:rect l="l" t="t" r="r" b="b"/>
              <a:pathLst>
                <a:path w="9360" h="9913" extrusionOk="0">
                  <a:moveTo>
                    <a:pt x="1321" y="0"/>
                  </a:moveTo>
                  <a:cubicBezTo>
                    <a:pt x="17" y="0"/>
                    <a:pt x="1" y="3325"/>
                    <a:pt x="1856" y="4339"/>
                  </a:cubicBezTo>
                  <a:cubicBezTo>
                    <a:pt x="1934" y="4382"/>
                    <a:pt x="2006" y="4425"/>
                    <a:pt x="2077" y="4469"/>
                  </a:cubicBezTo>
                  <a:cubicBezTo>
                    <a:pt x="3154" y="5149"/>
                    <a:pt x="3686" y="6196"/>
                    <a:pt x="4202" y="7191"/>
                  </a:cubicBezTo>
                  <a:cubicBezTo>
                    <a:pt x="4532" y="7825"/>
                    <a:pt x="4854" y="8435"/>
                    <a:pt x="5305" y="8912"/>
                  </a:cubicBezTo>
                  <a:cubicBezTo>
                    <a:pt x="5977" y="9627"/>
                    <a:pt x="6901" y="9913"/>
                    <a:pt x="7660" y="9913"/>
                  </a:cubicBezTo>
                  <a:cubicBezTo>
                    <a:pt x="8266" y="9913"/>
                    <a:pt x="8767" y="9730"/>
                    <a:pt x="8950" y="9438"/>
                  </a:cubicBezTo>
                  <a:cubicBezTo>
                    <a:pt x="9359" y="8782"/>
                    <a:pt x="8538" y="5987"/>
                    <a:pt x="8538" y="5987"/>
                  </a:cubicBezTo>
                  <a:cubicBezTo>
                    <a:pt x="8538" y="5987"/>
                    <a:pt x="6070" y="4423"/>
                    <a:pt x="4836" y="2595"/>
                  </a:cubicBezTo>
                  <a:cubicBezTo>
                    <a:pt x="3601" y="766"/>
                    <a:pt x="2905" y="386"/>
                    <a:pt x="1545" y="31"/>
                  </a:cubicBezTo>
                  <a:cubicBezTo>
                    <a:pt x="1467" y="10"/>
                    <a:pt x="1392" y="0"/>
                    <a:pt x="1321" y="0"/>
                  </a:cubicBezTo>
                  <a:close/>
                </a:path>
              </a:pathLst>
            </a:custGeom>
            <a:solidFill>
              <a:schemeClr val="lt2"/>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80" name="Google Shape;1080;p48"/>
            <p:cNvSpPr/>
            <p:nvPr/>
          </p:nvSpPr>
          <p:spPr>
            <a:xfrm>
              <a:off x="3693846" y="3128628"/>
              <a:ext cx="115525" cy="148969"/>
            </a:xfrm>
            <a:custGeom>
              <a:avLst/>
              <a:gdLst/>
              <a:ahLst/>
              <a:cxnLst/>
              <a:rect l="l" t="t" r="r" b="b"/>
              <a:pathLst>
                <a:path w="3026" h="3902" extrusionOk="0">
                  <a:moveTo>
                    <a:pt x="919" y="1"/>
                  </a:moveTo>
                  <a:cubicBezTo>
                    <a:pt x="919" y="1"/>
                    <a:pt x="919" y="1"/>
                    <a:pt x="919" y="1"/>
                  </a:cubicBezTo>
                  <a:lnTo>
                    <a:pt x="0" y="1180"/>
                  </a:lnTo>
                  <a:cubicBezTo>
                    <a:pt x="1077" y="1860"/>
                    <a:pt x="1609" y="2907"/>
                    <a:pt x="2125" y="3901"/>
                  </a:cubicBezTo>
                  <a:cubicBezTo>
                    <a:pt x="3026" y="1565"/>
                    <a:pt x="921" y="1"/>
                    <a:pt x="919" y="1"/>
                  </a:cubicBezTo>
                  <a:close/>
                </a:path>
              </a:pathLst>
            </a:custGeom>
            <a:solidFill>
              <a:schemeClr val="dk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81" name="Google Shape;1081;p48"/>
            <p:cNvSpPr/>
            <p:nvPr/>
          </p:nvSpPr>
          <p:spPr>
            <a:xfrm>
              <a:off x="3836365" y="2959309"/>
              <a:ext cx="208869" cy="417127"/>
            </a:xfrm>
            <a:custGeom>
              <a:avLst/>
              <a:gdLst/>
              <a:ahLst/>
              <a:cxnLst/>
              <a:rect l="l" t="t" r="r" b="b"/>
              <a:pathLst>
                <a:path w="5471" h="10926" extrusionOk="0">
                  <a:moveTo>
                    <a:pt x="4912" y="0"/>
                  </a:moveTo>
                  <a:cubicBezTo>
                    <a:pt x="4912" y="0"/>
                    <a:pt x="3790" y="417"/>
                    <a:pt x="2577" y="417"/>
                  </a:cubicBezTo>
                  <a:cubicBezTo>
                    <a:pt x="1972" y="417"/>
                    <a:pt x="1345" y="314"/>
                    <a:pt x="823" y="3"/>
                  </a:cubicBezTo>
                  <a:lnTo>
                    <a:pt x="823" y="3"/>
                  </a:lnTo>
                  <a:lnTo>
                    <a:pt x="1066" y="1932"/>
                  </a:lnTo>
                  <a:cubicBezTo>
                    <a:pt x="1066" y="1932"/>
                    <a:pt x="1035" y="2137"/>
                    <a:pt x="770" y="2340"/>
                  </a:cubicBezTo>
                  <a:cubicBezTo>
                    <a:pt x="399" y="2626"/>
                    <a:pt x="793" y="2870"/>
                    <a:pt x="793" y="2870"/>
                  </a:cubicBezTo>
                  <a:cubicBezTo>
                    <a:pt x="793" y="2870"/>
                    <a:pt x="332" y="3739"/>
                    <a:pt x="168" y="4123"/>
                  </a:cubicBezTo>
                  <a:cubicBezTo>
                    <a:pt x="0" y="4509"/>
                    <a:pt x="820" y="5137"/>
                    <a:pt x="430" y="6205"/>
                  </a:cubicBezTo>
                  <a:cubicBezTo>
                    <a:pt x="433" y="6205"/>
                    <a:pt x="549" y="9162"/>
                    <a:pt x="1520" y="10379"/>
                  </a:cubicBezTo>
                  <a:cubicBezTo>
                    <a:pt x="1831" y="10769"/>
                    <a:pt x="2166" y="10925"/>
                    <a:pt x="2494" y="10925"/>
                  </a:cubicBezTo>
                  <a:cubicBezTo>
                    <a:pt x="3508" y="10925"/>
                    <a:pt x="4452" y="9425"/>
                    <a:pt x="4408" y="8698"/>
                  </a:cubicBezTo>
                  <a:cubicBezTo>
                    <a:pt x="4245" y="6037"/>
                    <a:pt x="5471" y="4984"/>
                    <a:pt x="5095" y="4225"/>
                  </a:cubicBezTo>
                  <a:cubicBezTo>
                    <a:pt x="4932" y="3895"/>
                    <a:pt x="4594" y="4080"/>
                    <a:pt x="4465" y="3689"/>
                  </a:cubicBezTo>
                  <a:cubicBezTo>
                    <a:pt x="4333" y="3300"/>
                    <a:pt x="4860" y="3262"/>
                    <a:pt x="4912" y="2899"/>
                  </a:cubicBezTo>
                  <a:cubicBezTo>
                    <a:pt x="4964" y="2532"/>
                    <a:pt x="4971" y="639"/>
                    <a:pt x="4912" y="0"/>
                  </a:cubicBezTo>
                  <a:close/>
                </a:path>
              </a:pathLst>
            </a:custGeom>
            <a:solidFill>
              <a:schemeClr val="lt2"/>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82" name="Google Shape;1082;p48"/>
            <p:cNvSpPr/>
            <p:nvPr/>
          </p:nvSpPr>
          <p:spPr>
            <a:xfrm>
              <a:off x="3874658" y="3013827"/>
              <a:ext cx="150763" cy="44286"/>
            </a:xfrm>
            <a:custGeom>
              <a:avLst/>
              <a:gdLst/>
              <a:ahLst/>
              <a:cxnLst/>
              <a:rect l="l" t="t" r="r" b="b"/>
              <a:pathLst>
                <a:path w="3949" h="1160" fill="none" extrusionOk="0">
                  <a:moveTo>
                    <a:pt x="3949" y="154"/>
                  </a:moveTo>
                  <a:cubicBezTo>
                    <a:pt x="3949" y="154"/>
                    <a:pt x="1750" y="1159"/>
                    <a:pt x="1" y="0"/>
                  </a:cubicBez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83" name="Google Shape;1083;p48"/>
            <p:cNvSpPr/>
            <p:nvPr/>
          </p:nvSpPr>
          <p:spPr>
            <a:xfrm>
              <a:off x="3990566" y="2968701"/>
              <a:ext cx="7025" cy="60244"/>
            </a:xfrm>
            <a:custGeom>
              <a:avLst/>
              <a:gdLst/>
              <a:ahLst/>
              <a:cxnLst/>
              <a:rect l="l" t="t" r="r" b="b"/>
              <a:pathLst>
                <a:path w="184" h="1578" fill="none" extrusionOk="0">
                  <a:moveTo>
                    <a:pt x="183" y="1578"/>
                  </a:moveTo>
                  <a:lnTo>
                    <a:pt x="1" y="0"/>
                  </a:ln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84" name="Google Shape;1084;p48"/>
            <p:cNvSpPr/>
            <p:nvPr/>
          </p:nvSpPr>
          <p:spPr>
            <a:xfrm>
              <a:off x="3949487" y="2974695"/>
              <a:ext cx="5994" cy="60320"/>
            </a:xfrm>
            <a:custGeom>
              <a:avLst/>
              <a:gdLst/>
              <a:ahLst/>
              <a:cxnLst/>
              <a:rect l="l" t="t" r="r" b="b"/>
              <a:pathLst>
                <a:path w="157" h="1580" fill="none" extrusionOk="0">
                  <a:moveTo>
                    <a:pt x="156" y="1579"/>
                  </a:moveTo>
                  <a:lnTo>
                    <a:pt x="1" y="1"/>
                  </a:ln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85" name="Google Shape;1085;p48"/>
            <p:cNvSpPr/>
            <p:nvPr/>
          </p:nvSpPr>
          <p:spPr>
            <a:xfrm>
              <a:off x="3911232" y="2973740"/>
              <a:ext cx="153" cy="56465"/>
            </a:xfrm>
            <a:custGeom>
              <a:avLst/>
              <a:gdLst/>
              <a:ahLst/>
              <a:cxnLst/>
              <a:rect l="l" t="t" r="r" b="b"/>
              <a:pathLst>
                <a:path w="4" h="1479" fill="none" extrusionOk="0">
                  <a:moveTo>
                    <a:pt x="1" y="1478"/>
                  </a:moveTo>
                  <a:lnTo>
                    <a:pt x="3" y="0"/>
                  </a:ln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86" name="Google Shape;1086;p48"/>
            <p:cNvSpPr/>
            <p:nvPr/>
          </p:nvSpPr>
          <p:spPr>
            <a:xfrm>
              <a:off x="3883515" y="2966906"/>
              <a:ext cx="2520" cy="53563"/>
            </a:xfrm>
            <a:custGeom>
              <a:avLst/>
              <a:gdLst/>
              <a:ahLst/>
              <a:cxnLst/>
              <a:rect l="l" t="t" r="r" b="b"/>
              <a:pathLst>
                <a:path w="66" h="1403" fill="none" extrusionOk="0">
                  <a:moveTo>
                    <a:pt x="65" y="1402"/>
                  </a:moveTo>
                  <a:lnTo>
                    <a:pt x="0" y="0"/>
                  </a:ln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87" name="Google Shape;1087;p48"/>
            <p:cNvSpPr/>
            <p:nvPr/>
          </p:nvSpPr>
          <p:spPr>
            <a:xfrm>
              <a:off x="3836938" y="3163905"/>
              <a:ext cx="30237" cy="166034"/>
            </a:xfrm>
            <a:custGeom>
              <a:avLst/>
              <a:gdLst/>
              <a:ahLst/>
              <a:cxnLst/>
              <a:rect l="l" t="t" r="r" b="b"/>
              <a:pathLst>
                <a:path w="792" h="4349" fill="none" extrusionOk="0">
                  <a:moveTo>
                    <a:pt x="538" y="1"/>
                  </a:moveTo>
                  <a:cubicBezTo>
                    <a:pt x="553" y="975"/>
                    <a:pt x="0" y="1901"/>
                    <a:pt x="77" y="2872"/>
                  </a:cubicBezTo>
                  <a:cubicBezTo>
                    <a:pt x="122" y="3429"/>
                    <a:pt x="381" y="3969"/>
                    <a:pt x="792" y="4349"/>
                  </a:cubicBezTo>
                </a:path>
              </a:pathLst>
            </a:custGeom>
            <a:noFill/>
            <a:ln w="1375" cap="flat" cmpd="sng">
              <a:solidFill>
                <a:schemeClr val="dk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88" name="Google Shape;1088;p48"/>
            <p:cNvSpPr/>
            <p:nvPr/>
          </p:nvSpPr>
          <p:spPr>
            <a:xfrm>
              <a:off x="3947273" y="3156078"/>
              <a:ext cx="80822" cy="104797"/>
            </a:xfrm>
            <a:custGeom>
              <a:avLst/>
              <a:gdLst/>
              <a:ahLst/>
              <a:cxnLst/>
              <a:rect l="l" t="t" r="r" b="b"/>
              <a:pathLst>
                <a:path w="2117" h="2745" fill="none" extrusionOk="0">
                  <a:moveTo>
                    <a:pt x="2116" y="1"/>
                  </a:moveTo>
                  <a:cubicBezTo>
                    <a:pt x="2112" y="403"/>
                    <a:pt x="1728" y="675"/>
                    <a:pt x="1417" y="929"/>
                  </a:cubicBezTo>
                  <a:cubicBezTo>
                    <a:pt x="1027" y="1248"/>
                    <a:pt x="696" y="1636"/>
                    <a:pt x="369" y="2022"/>
                  </a:cubicBezTo>
                  <a:cubicBezTo>
                    <a:pt x="191" y="2229"/>
                    <a:pt x="1" y="2474"/>
                    <a:pt x="38" y="2745"/>
                  </a:cubicBezTo>
                  <a:cubicBezTo>
                    <a:pt x="328" y="2652"/>
                    <a:pt x="594" y="2481"/>
                    <a:pt x="800" y="2253"/>
                  </a:cubicBezTo>
                </a:path>
              </a:pathLst>
            </a:custGeom>
            <a:noFill/>
            <a:ln w="1375" cap="flat" cmpd="sng">
              <a:solidFill>
                <a:schemeClr val="dk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89" name="Google Shape;1089;p48"/>
            <p:cNvSpPr/>
            <p:nvPr/>
          </p:nvSpPr>
          <p:spPr>
            <a:xfrm>
              <a:off x="3863472" y="3066666"/>
              <a:ext cx="28595" cy="37567"/>
            </a:xfrm>
            <a:custGeom>
              <a:avLst/>
              <a:gdLst/>
              <a:ahLst/>
              <a:cxnLst/>
              <a:rect l="l" t="t" r="r" b="b"/>
              <a:pathLst>
                <a:path w="749" h="984" fill="none" extrusionOk="0">
                  <a:moveTo>
                    <a:pt x="0" y="1"/>
                  </a:moveTo>
                  <a:cubicBezTo>
                    <a:pt x="427" y="113"/>
                    <a:pt x="749" y="540"/>
                    <a:pt x="743" y="981"/>
                  </a:cubicBezTo>
                  <a:cubicBezTo>
                    <a:pt x="688" y="981"/>
                    <a:pt x="632" y="984"/>
                    <a:pt x="577" y="984"/>
                  </a:cubicBezTo>
                </a:path>
              </a:pathLst>
            </a:custGeom>
            <a:noFill/>
            <a:ln w="1375" cap="flat" cmpd="sng">
              <a:solidFill>
                <a:schemeClr val="dk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90" name="Google Shape;1090;p48"/>
            <p:cNvSpPr/>
            <p:nvPr/>
          </p:nvSpPr>
          <p:spPr>
            <a:xfrm>
              <a:off x="3192721" y="2724476"/>
              <a:ext cx="515473" cy="424305"/>
            </a:xfrm>
            <a:custGeom>
              <a:avLst/>
              <a:gdLst/>
              <a:ahLst/>
              <a:cxnLst/>
              <a:rect l="l" t="t" r="r" b="b"/>
              <a:pathLst>
                <a:path w="13502" h="11114" extrusionOk="0">
                  <a:moveTo>
                    <a:pt x="11656" y="0"/>
                  </a:moveTo>
                  <a:cubicBezTo>
                    <a:pt x="11199" y="0"/>
                    <a:pt x="10720" y="433"/>
                    <a:pt x="9992" y="736"/>
                  </a:cubicBezTo>
                  <a:cubicBezTo>
                    <a:pt x="9659" y="502"/>
                    <a:pt x="9313" y="263"/>
                    <a:pt x="8918" y="174"/>
                  </a:cubicBezTo>
                  <a:cubicBezTo>
                    <a:pt x="8825" y="153"/>
                    <a:pt x="8729" y="143"/>
                    <a:pt x="8633" y="143"/>
                  </a:cubicBezTo>
                  <a:cubicBezTo>
                    <a:pt x="8315" y="143"/>
                    <a:pt x="7998" y="259"/>
                    <a:pt x="7816" y="514"/>
                  </a:cubicBezTo>
                  <a:cubicBezTo>
                    <a:pt x="7702" y="675"/>
                    <a:pt x="7652" y="872"/>
                    <a:pt x="7592" y="1064"/>
                  </a:cubicBezTo>
                  <a:cubicBezTo>
                    <a:pt x="7446" y="1536"/>
                    <a:pt x="7199" y="2014"/>
                    <a:pt x="6770" y="2261"/>
                  </a:cubicBezTo>
                  <a:cubicBezTo>
                    <a:pt x="6386" y="2479"/>
                    <a:pt x="5877" y="2507"/>
                    <a:pt x="5600" y="2851"/>
                  </a:cubicBezTo>
                  <a:cubicBezTo>
                    <a:pt x="5346" y="3169"/>
                    <a:pt x="5397" y="3621"/>
                    <a:pt x="5346" y="4023"/>
                  </a:cubicBezTo>
                  <a:cubicBezTo>
                    <a:pt x="5244" y="4851"/>
                    <a:pt x="5137" y="5354"/>
                    <a:pt x="4472" y="5859"/>
                  </a:cubicBezTo>
                  <a:cubicBezTo>
                    <a:pt x="3806" y="6366"/>
                    <a:pt x="3053" y="6153"/>
                    <a:pt x="1533" y="6980"/>
                  </a:cubicBezTo>
                  <a:cubicBezTo>
                    <a:pt x="798" y="7382"/>
                    <a:pt x="1" y="8385"/>
                    <a:pt x="149" y="9131"/>
                  </a:cubicBezTo>
                  <a:cubicBezTo>
                    <a:pt x="622" y="9102"/>
                    <a:pt x="1093" y="9088"/>
                    <a:pt x="1564" y="9088"/>
                  </a:cubicBezTo>
                  <a:cubicBezTo>
                    <a:pt x="4927" y="9088"/>
                    <a:pt x="8224" y="9813"/>
                    <a:pt x="11350" y="11113"/>
                  </a:cubicBezTo>
                  <a:cubicBezTo>
                    <a:pt x="11945" y="10514"/>
                    <a:pt x="12296" y="9566"/>
                    <a:pt x="12530" y="8756"/>
                  </a:cubicBezTo>
                  <a:cubicBezTo>
                    <a:pt x="12634" y="8399"/>
                    <a:pt x="12695" y="8002"/>
                    <a:pt x="12541" y="7664"/>
                  </a:cubicBezTo>
                  <a:cubicBezTo>
                    <a:pt x="12449" y="7465"/>
                    <a:pt x="12290" y="7303"/>
                    <a:pt x="12203" y="7105"/>
                  </a:cubicBezTo>
                  <a:cubicBezTo>
                    <a:pt x="11955" y="6535"/>
                    <a:pt x="12357" y="5911"/>
                    <a:pt x="12734" y="5419"/>
                  </a:cubicBezTo>
                  <a:cubicBezTo>
                    <a:pt x="13109" y="4927"/>
                    <a:pt x="13501" y="4291"/>
                    <a:pt x="13238" y="3731"/>
                  </a:cubicBezTo>
                  <a:cubicBezTo>
                    <a:pt x="13037" y="3308"/>
                    <a:pt x="12526" y="3103"/>
                    <a:pt x="12321" y="2684"/>
                  </a:cubicBezTo>
                  <a:cubicBezTo>
                    <a:pt x="12121" y="2272"/>
                    <a:pt x="12269" y="1788"/>
                    <a:pt x="12357" y="1342"/>
                  </a:cubicBezTo>
                  <a:cubicBezTo>
                    <a:pt x="12444" y="896"/>
                    <a:pt x="12416" y="336"/>
                    <a:pt x="12023" y="104"/>
                  </a:cubicBezTo>
                  <a:cubicBezTo>
                    <a:pt x="11900" y="31"/>
                    <a:pt x="11779" y="0"/>
                    <a:pt x="11656" y="0"/>
                  </a:cubicBezTo>
                  <a:close/>
                </a:path>
              </a:pathLst>
            </a:custGeom>
            <a:solidFill>
              <a:srgbClr val="8A525F"/>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91" name="Google Shape;1091;p48"/>
            <p:cNvSpPr/>
            <p:nvPr/>
          </p:nvSpPr>
          <p:spPr>
            <a:xfrm>
              <a:off x="3325733" y="3000808"/>
              <a:ext cx="445913" cy="494513"/>
            </a:xfrm>
            <a:custGeom>
              <a:avLst/>
              <a:gdLst/>
              <a:ahLst/>
              <a:cxnLst/>
              <a:rect l="l" t="t" r="r" b="b"/>
              <a:pathLst>
                <a:path w="11680" h="12953" extrusionOk="0">
                  <a:moveTo>
                    <a:pt x="8340" y="1"/>
                  </a:moveTo>
                  <a:cubicBezTo>
                    <a:pt x="7881" y="1"/>
                    <a:pt x="7429" y="52"/>
                    <a:pt x="7429" y="52"/>
                  </a:cubicBezTo>
                  <a:lnTo>
                    <a:pt x="1729" y="944"/>
                  </a:lnTo>
                  <a:lnTo>
                    <a:pt x="0" y="3121"/>
                  </a:lnTo>
                  <a:cubicBezTo>
                    <a:pt x="0" y="3121"/>
                    <a:pt x="1934" y="8987"/>
                    <a:pt x="1934" y="9664"/>
                  </a:cubicBezTo>
                  <a:cubicBezTo>
                    <a:pt x="1934" y="10343"/>
                    <a:pt x="1136" y="11193"/>
                    <a:pt x="1038" y="11492"/>
                  </a:cubicBezTo>
                  <a:cubicBezTo>
                    <a:pt x="844" y="12085"/>
                    <a:pt x="2137" y="12812"/>
                    <a:pt x="2613" y="12932"/>
                  </a:cubicBezTo>
                  <a:cubicBezTo>
                    <a:pt x="2670" y="12946"/>
                    <a:pt x="2726" y="12953"/>
                    <a:pt x="2783" y="12953"/>
                  </a:cubicBezTo>
                  <a:cubicBezTo>
                    <a:pt x="3616" y="12953"/>
                    <a:pt x="4413" y="11492"/>
                    <a:pt x="5279" y="11205"/>
                  </a:cubicBezTo>
                  <a:lnTo>
                    <a:pt x="11679" y="10752"/>
                  </a:lnTo>
                  <a:cubicBezTo>
                    <a:pt x="11679" y="10752"/>
                    <a:pt x="10673" y="9970"/>
                    <a:pt x="10557" y="8686"/>
                  </a:cubicBezTo>
                  <a:cubicBezTo>
                    <a:pt x="10456" y="7575"/>
                    <a:pt x="10857" y="6886"/>
                    <a:pt x="11042" y="5838"/>
                  </a:cubicBezTo>
                  <a:cubicBezTo>
                    <a:pt x="11227" y="4788"/>
                    <a:pt x="9582" y="264"/>
                    <a:pt x="9110" y="89"/>
                  </a:cubicBezTo>
                  <a:cubicBezTo>
                    <a:pt x="8926" y="22"/>
                    <a:pt x="8631" y="1"/>
                    <a:pt x="8340" y="1"/>
                  </a:cubicBezTo>
                  <a:close/>
                </a:path>
              </a:pathLst>
            </a:custGeom>
            <a:solidFill>
              <a:schemeClr val="lt2"/>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92" name="Google Shape;1092;p48"/>
            <p:cNvSpPr/>
            <p:nvPr/>
          </p:nvSpPr>
          <p:spPr>
            <a:xfrm>
              <a:off x="3549572" y="3378236"/>
              <a:ext cx="194438" cy="18936"/>
            </a:xfrm>
            <a:custGeom>
              <a:avLst/>
              <a:gdLst/>
              <a:ahLst/>
              <a:cxnLst/>
              <a:rect l="l" t="t" r="r" b="b"/>
              <a:pathLst>
                <a:path w="5093" h="496" fill="none" extrusionOk="0">
                  <a:moveTo>
                    <a:pt x="1" y="496"/>
                  </a:moveTo>
                  <a:cubicBezTo>
                    <a:pt x="1696" y="408"/>
                    <a:pt x="3419" y="281"/>
                    <a:pt x="5093" y="1"/>
                  </a:cubicBezTo>
                </a:path>
              </a:pathLst>
            </a:custGeom>
            <a:noFill/>
            <a:ln w="1375" cap="flat" cmpd="sng">
              <a:solidFill>
                <a:srgbClr val="FFFFFF"/>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93" name="Google Shape;1093;p48"/>
            <p:cNvSpPr/>
            <p:nvPr/>
          </p:nvSpPr>
          <p:spPr>
            <a:xfrm>
              <a:off x="3369027" y="3231442"/>
              <a:ext cx="77386" cy="111784"/>
            </a:xfrm>
            <a:custGeom>
              <a:avLst/>
              <a:gdLst/>
              <a:ahLst/>
              <a:cxnLst/>
              <a:rect l="l" t="t" r="r" b="b"/>
              <a:pathLst>
                <a:path w="2027" h="2928" extrusionOk="0">
                  <a:moveTo>
                    <a:pt x="1271" y="0"/>
                  </a:moveTo>
                  <a:lnTo>
                    <a:pt x="0" y="644"/>
                  </a:lnTo>
                  <a:lnTo>
                    <a:pt x="662" y="2928"/>
                  </a:lnTo>
                  <a:cubicBezTo>
                    <a:pt x="2027" y="2074"/>
                    <a:pt x="1271" y="0"/>
                    <a:pt x="1271" y="0"/>
                  </a:cubicBezTo>
                  <a:close/>
                </a:path>
              </a:pathLst>
            </a:custGeom>
            <a:solidFill>
              <a:schemeClr val="dk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94" name="Google Shape;1094;p48"/>
            <p:cNvSpPr/>
            <p:nvPr/>
          </p:nvSpPr>
          <p:spPr>
            <a:xfrm>
              <a:off x="3524450" y="3377893"/>
              <a:ext cx="71354" cy="51387"/>
            </a:xfrm>
            <a:custGeom>
              <a:avLst/>
              <a:gdLst/>
              <a:ahLst/>
              <a:cxnLst/>
              <a:rect l="l" t="t" r="r" b="b"/>
              <a:pathLst>
                <a:path w="1869" h="1346" fill="none" extrusionOk="0">
                  <a:moveTo>
                    <a:pt x="0" y="1345"/>
                  </a:moveTo>
                  <a:cubicBezTo>
                    <a:pt x="269" y="1010"/>
                    <a:pt x="538" y="675"/>
                    <a:pt x="805" y="342"/>
                  </a:cubicBezTo>
                  <a:cubicBezTo>
                    <a:pt x="914" y="204"/>
                    <a:pt x="1040" y="56"/>
                    <a:pt x="1214" y="29"/>
                  </a:cubicBezTo>
                  <a:cubicBezTo>
                    <a:pt x="1386" y="1"/>
                    <a:pt x="1561" y="105"/>
                    <a:pt x="1667" y="245"/>
                  </a:cubicBezTo>
                  <a:cubicBezTo>
                    <a:pt x="1770" y="386"/>
                    <a:pt x="1821" y="560"/>
                    <a:pt x="1868" y="729"/>
                  </a:cubicBezTo>
                  <a:cubicBezTo>
                    <a:pt x="1733" y="733"/>
                    <a:pt x="1597" y="678"/>
                    <a:pt x="1502" y="586"/>
                  </a:cubicBezTo>
                </a:path>
              </a:pathLst>
            </a:custGeom>
            <a:noFill/>
            <a:ln w="1375" cap="flat" cmpd="sng">
              <a:solidFill>
                <a:schemeClr val="dk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95" name="Google Shape;1095;p48"/>
            <p:cNvSpPr/>
            <p:nvPr/>
          </p:nvSpPr>
          <p:spPr>
            <a:xfrm>
              <a:off x="3522809" y="3243812"/>
              <a:ext cx="117701" cy="42682"/>
            </a:xfrm>
            <a:custGeom>
              <a:avLst/>
              <a:gdLst/>
              <a:ahLst/>
              <a:cxnLst/>
              <a:rect l="l" t="t" r="r" b="b"/>
              <a:pathLst>
                <a:path w="3083" h="1118" fill="none" extrusionOk="0">
                  <a:moveTo>
                    <a:pt x="0" y="1033"/>
                  </a:moveTo>
                  <a:cubicBezTo>
                    <a:pt x="1111" y="1117"/>
                    <a:pt x="2246" y="736"/>
                    <a:pt x="3082" y="1"/>
                  </a:cubicBezTo>
                </a:path>
              </a:pathLst>
            </a:custGeom>
            <a:noFill/>
            <a:ln w="1375" cap="flat" cmpd="sng">
              <a:solidFill>
                <a:schemeClr val="dk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96" name="Google Shape;1096;p48"/>
            <p:cNvSpPr/>
            <p:nvPr/>
          </p:nvSpPr>
          <p:spPr>
            <a:xfrm>
              <a:off x="3697512" y="3241903"/>
              <a:ext cx="46500" cy="25961"/>
            </a:xfrm>
            <a:custGeom>
              <a:avLst/>
              <a:gdLst/>
              <a:ahLst/>
              <a:cxnLst/>
              <a:rect l="l" t="t" r="r" b="b"/>
              <a:pathLst>
                <a:path w="1218" h="680" fill="none" extrusionOk="0">
                  <a:moveTo>
                    <a:pt x="1" y="679"/>
                  </a:moveTo>
                  <a:cubicBezTo>
                    <a:pt x="475" y="629"/>
                    <a:pt x="923" y="377"/>
                    <a:pt x="1218" y="0"/>
                  </a:cubicBezTo>
                </a:path>
              </a:pathLst>
            </a:custGeom>
            <a:noFill/>
            <a:ln w="1375" cap="flat" cmpd="sng">
              <a:solidFill>
                <a:schemeClr val="dk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97" name="Google Shape;1097;p48"/>
            <p:cNvSpPr/>
            <p:nvPr/>
          </p:nvSpPr>
          <p:spPr>
            <a:xfrm>
              <a:off x="3251973" y="3692709"/>
              <a:ext cx="126215" cy="92046"/>
            </a:xfrm>
            <a:custGeom>
              <a:avLst/>
              <a:gdLst/>
              <a:ahLst/>
              <a:cxnLst/>
              <a:rect l="l" t="t" r="r" b="b"/>
              <a:pathLst>
                <a:path w="3306" h="2411" extrusionOk="0">
                  <a:moveTo>
                    <a:pt x="3189" y="1"/>
                  </a:moveTo>
                  <a:cubicBezTo>
                    <a:pt x="2720" y="1"/>
                    <a:pt x="943" y="155"/>
                    <a:pt x="1" y="2409"/>
                  </a:cubicBezTo>
                  <a:cubicBezTo>
                    <a:pt x="1" y="2409"/>
                    <a:pt x="25" y="2411"/>
                    <a:pt x="69" y="2411"/>
                  </a:cubicBezTo>
                  <a:cubicBezTo>
                    <a:pt x="448" y="2411"/>
                    <a:pt x="2322" y="2292"/>
                    <a:pt x="3305" y="5"/>
                  </a:cubicBezTo>
                  <a:cubicBezTo>
                    <a:pt x="3305" y="5"/>
                    <a:pt x="3264" y="1"/>
                    <a:pt x="3189" y="1"/>
                  </a:cubicBezTo>
                  <a:close/>
                </a:path>
              </a:pathLst>
            </a:custGeom>
            <a:solidFill>
              <a:schemeClr val="dk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98" name="Google Shape;1098;p48"/>
            <p:cNvSpPr/>
            <p:nvPr/>
          </p:nvSpPr>
          <p:spPr>
            <a:xfrm>
              <a:off x="3288090" y="3704773"/>
              <a:ext cx="108081" cy="178136"/>
            </a:xfrm>
            <a:custGeom>
              <a:avLst/>
              <a:gdLst/>
              <a:ahLst/>
              <a:cxnLst/>
              <a:rect l="l" t="t" r="r" b="b"/>
              <a:pathLst>
                <a:path w="2831" h="4666" extrusionOk="0">
                  <a:moveTo>
                    <a:pt x="1055" y="0"/>
                  </a:moveTo>
                  <a:cubicBezTo>
                    <a:pt x="325" y="208"/>
                    <a:pt x="1" y="866"/>
                    <a:pt x="2" y="866"/>
                  </a:cubicBezTo>
                  <a:lnTo>
                    <a:pt x="604" y="1521"/>
                  </a:lnTo>
                  <a:cubicBezTo>
                    <a:pt x="459" y="2148"/>
                    <a:pt x="957" y="2670"/>
                    <a:pt x="957" y="2670"/>
                  </a:cubicBezTo>
                  <a:cubicBezTo>
                    <a:pt x="74" y="3112"/>
                    <a:pt x="18" y="3802"/>
                    <a:pt x="176" y="3802"/>
                  </a:cubicBezTo>
                  <a:cubicBezTo>
                    <a:pt x="201" y="3802"/>
                    <a:pt x="231" y="3784"/>
                    <a:pt x="264" y="3746"/>
                  </a:cubicBezTo>
                  <a:cubicBezTo>
                    <a:pt x="509" y="3468"/>
                    <a:pt x="1269" y="2974"/>
                    <a:pt x="1270" y="2974"/>
                  </a:cubicBezTo>
                  <a:lnTo>
                    <a:pt x="1270" y="2974"/>
                  </a:lnTo>
                  <a:cubicBezTo>
                    <a:pt x="714" y="3461"/>
                    <a:pt x="1046" y="4665"/>
                    <a:pt x="1158" y="4665"/>
                  </a:cubicBezTo>
                  <a:cubicBezTo>
                    <a:pt x="1168" y="4665"/>
                    <a:pt x="1176" y="4655"/>
                    <a:pt x="1182" y="4633"/>
                  </a:cubicBezTo>
                  <a:cubicBezTo>
                    <a:pt x="1336" y="4031"/>
                    <a:pt x="1661" y="3091"/>
                    <a:pt x="1661" y="3091"/>
                  </a:cubicBezTo>
                  <a:lnTo>
                    <a:pt x="1661" y="3091"/>
                  </a:lnTo>
                  <a:cubicBezTo>
                    <a:pt x="1453" y="3966"/>
                    <a:pt x="1992" y="4507"/>
                    <a:pt x="2142" y="4507"/>
                  </a:cubicBezTo>
                  <a:cubicBezTo>
                    <a:pt x="2174" y="4507"/>
                    <a:pt x="2188" y="4483"/>
                    <a:pt x="2174" y="4433"/>
                  </a:cubicBezTo>
                  <a:cubicBezTo>
                    <a:pt x="2064" y="4038"/>
                    <a:pt x="2202" y="2938"/>
                    <a:pt x="2202" y="2938"/>
                  </a:cubicBezTo>
                  <a:cubicBezTo>
                    <a:pt x="2277" y="3381"/>
                    <a:pt x="2622" y="3699"/>
                    <a:pt x="2757" y="3699"/>
                  </a:cubicBezTo>
                  <a:cubicBezTo>
                    <a:pt x="2810" y="3699"/>
                    <a:pt x="2831" y="3648"/>
                    <a:pt x="2788" y="3536"/>
                  </a:cubicBezTo>
                  <a:cubicBezTo>
                    <a:pt x="2220" y="2056"/>
                    <a:pt x="2470" y="1434"/>
                    <a:pt x="2098" y="1093"/>
                  </a:cubicBezTo>
                  <a:cubicBezTo>
                    <a:pt x="1726" y="752"/>
                    <a:pt x="1055" y="0"/>
                    <a:pt x="1055" y="0"/>
                  </a:cubicBezTo>
                  <a:close/>
                </a:path>
              </a:pathLst>
            </a:custGeom>
            <a:solidFill>
              <a:srgbClr val="FF9785"/>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099" name="Google Shape;1099;p48"/>
            <p:cNvSpPr/>
            <p:nvPr/>
          </p:nvSpPr>
          <p:spPr>
            <a:xfrm>
              <a:off x="3049095" y="3036734"/>
              <a:ext cx="431139" cy="748088"/>
            </a:xfrm>
            <a:custGeom>
              <a:avLst/>
              <a:gdLst/>
              <a:ahLst/>
              <a:cxnLst/>
              <a:rect l="l" t="t" r="r" b="b"/>
              <a:pathLst>
                <a:path w="11293" h="19595" extrusionOk="0">
                  <a:moveTo>
                    <a:pt x="8976" y="0"/>
                  </a:moveTo>
                  <a:cubicBezTo>
                    <a:pt x="8976" y="0"/>
                    <a:pt x="7398" y="287"/>
                    <a:pt x="6513" y="1132"/>
                  </a:cubicBezTo>
                  <a:cubicBezTo>
                    <a:pt x="5629" y="1977"/>
                    <a:pt x="3499" y="7478"/>
                    <a:pt x="2458" y="8636"/>
                  </a:cubicBezTo>
                  <a:cubicBezTo>
                    <a:pt x="1416" y="9792"/>
                    <a:pt x="0" y="11518"/>
                    <a:pt x="612" y="12260"/>
                  </a:cubicBezTo>
                  <a:cubicBezTo>
                    <a:pt x="2308" y="14318"/>
                    <a:pt x="1935" y="15891"/>
                    <a:pt x="2683" y="16284"/>
                  </a:cubicBezTo>
                  <a:cubicBezTo>
                    <a:pt x="2753" y="16320"/>
                    <a:pt x="2815" y="16333"/>
                    <a:pt x="2873" y="16333"/>
                  </a:cubicBezTo>
                  <a:cubicBezTo>
                    <a:pt x="3012" y="16333"/>
                    <a:pt x="3127" y="16260"/>
                    <a:pt x="3263" y="16260"/>
                  </a:cubicBezTo>
                  <a:cubicBezTo>
                    <a:pt x="3336" y="16260"/>
                    <a:pt x="3416" y="16281"/>
                    <a:pt x="3509" y="16348"/>
                  </a:cubicBezTo>
                  <a:cubicBezTo>
                    <a:pt x="3844" y="16586"/>
                    <a:pt x="3439" y="16926"/>
                    <a:pt x="3613" y="17249"/>
                  </a:cubicBezTo>
                  <a:cubicBezTo>
                    <a:pt x="3785" y="17574"/>
                    <a:pt x="4891" y="19112"/>
                    <a:pt x="5315" y="19594"/>
                  </a:cubicBezTo>
                  <a:cubicBezTo>
                    <a:pt x="5315" y="19594"/>
                    <a:pt x="6803" y="17357"/>
                    <a:pt x="8619" y="17188"/>
                  </a:cubicBezTo>
                  <a:lnTo>
                    <a:pt x="7289" y="15771"/>
                  </a:lnTo>
                  <a:cubicBezTo>
                    <a:pt x="7289" y="15771"/>
                    <a:pt x="7195" y="15587"/>
                    <a:pt x="7289" y="15267"/>
                  </a:cubicBezTo>
                  <a:cubicBezTo>
                    <a:pt x="7402" y="14879"/>
                    <a:pt x="7074" y="14853"/>
                    <a:pt x="6982" y="14853"/>
                  </a:cubicBezTo>
                  <a:cubicBezTo>
                    <a:pt x="6967" y="14853"/>
                    <a:pt x="6959" y="14853"/>
                    <a:pt x="6959" y="14853"/>
                  </a:cubicBezTo>
                  <a:cubicBezTo>
                    <a:pt x="6959" y="14853"/>
                    <a:pt x="6822" y="13881"/>
                    <a:pt x="6729" y="13472"/>
                  </a:cubicBezTo>
                  <a:cubicBezTo>
                    <a:pt x="6637" y="13061"/>
                    <a:pt x="5607" y="13036"/>
                    <a:pt x="5292" y="11942"/>
                  </a:cubicBezTo>
                  <a:cubicBezTo>
                    <a:pt x="5292" y="11942"/>
                    <a:pt x="6722" y="9810"/>
                    <a:pt x="9590" y="5914"/>
                  </a:cubicBezTo>
                  <a:cubicBezTo>
                    <a:pt x="11292" y="3600"/>
                    <a:pt x="10262" y="1120"/>
                    <a:pt x="8976" y="0"/>
                  </a:cubicBezTo>
                  <a:close/>
                </a:path>
              </a:pathLst>
            </a:custGeom>
            <a:solidFill>
              <a:schemeClr val="lt2"/>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00" name="Google Shape;1100;p48"/>
            <p:cNvSpPr/>
            <p:nvPr/>
          </p:nvSpPr>
          <p:spPr>
            <a:xfrm>
              <a:off x="3206656" y="3436038"/>
              <a:ext cx="44515" cy="56503"/>
            </a:xfrm>
            <a:custGeom>
              <a:avLst/>
              <a:gdLst/>
              <a:ahLst/>
              <a:cxnLst/>
              <a:rect l="l" t="t" r="r" b="b"/>
              <a:pathLst>
                <a:path w="1166" h="1480" fill="none" extrusionOk="0">
                  <a:moveTo>
                    <a:pt x="1165" y="1480"/>
                  </a:moveTo>
                  <a:cubicBezTo>
                    <a:pt x="798" y="1087"/>
                    <a:pt x="851" y="467"/>
                    <a:pt x="438" y="119"/>
                  </a:cubicBezTo>
                  <a:cubicBezTo>
                    <a:pt x="350" y="48"/>
                    <a:pt x="208" y="0"/>
                    <a:pt x="134" y="86"/>
                  </a:cubicBezTo>
                  <a:cubicBezTo>
                    <a:pt x="110" y="116"/>
                    <a:pt x="98" y="153"/>
                    <a:pt x="88" y="190"/>
                  </a:cubicBezTo>
                  <a:cubicBezTo>
                    <a:pt x="34" y="389"/>
                    <a:pt x="0" y="645"/>
                    <a:pt x="171" y="761"/>
                  </a:cubicBezTo>
                  <a:cubicBezTo>
                    <a:pt x="350" y="808"/>
                    <a:pt x="269" y="423"/>
                    <a:pt x="295" y="378"/>
                  </a:cubicBezTo>
                </a:path>
              </a:pathLst>
            </a:custGeom>
            <a:noFill/>
            <a:ln w="1375" cap="flat" cmpd="sng">
              <a:solidFill>
                <a:schemeClr val="dk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01" name="Google Shape;1101;p48"/>
            <p:cNvSpPr/>
            <p:nvPr/>
          </p:nvSpPr>
          <p:spPr>
            <a:xfrm>
              <a:off x="3215323" y="3652927"/>
              <a:ext cx="125451" cy="83914"/>
            </a:xfrm>
            <a:custGeom>
              <a:avLst/>
              <a:gdLst/>
              <a:ahLst/>
              <a:cxnLst/>
              <a:rect l="l" t="t" r="r" b="b"/>
              <a:pathLst>
                <a:path w="3286" h="2198" fill="none" extrusionOk="0">
                  <a:moveTo>
                    <a:pt x="0" y="2197"/>
                  </a:moveTo>
                  <a:cubicBezTo>
                    <a:pt x="0" y="2197"/>
                    <a:pt x="1188" y="92"/>
                    <a:pt x="3285" y="0"/>
                  </a:cubicBez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02" name="Google Shape;1102;p48"/>
            <p:cNvSpPr/>
            <p:nvPr/>
          </p:nvSpPr>
          <p:spPr>
            <a:xfrm>
              <a:off x="3232388" y="3712867"/>
              <a:ext cx="41079" cy="44668"/>
            </a:xfrm>
            <a:custGeom>
              <a:avLst/>
              <a:gdLst/>
              <a:ahLst/>
              <a:cxnLst/>
              <a:rect l="l" t="t" r="r" b="b"/>
              <a:pathLst>
                <a:path w="1076" h="1170" fill="none" extrusionOk="0">
                  <a:moveTo>
                    <a:pt x="1" y="0"/>
                  </a:moveTo>
                  <a:lnTo>
                    <a:pt x="1076" y="1170"/>
                  </a:ln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03" name="Google Shape;1103;p48"/>
            <p:cNvSpPr/>
            <p:nvPr/>
          </p:nvSpPr>
          <p:spPr>
            <a:xfrm>
              <a:off x="3262892" y="3683241"/>
              <a:ext cx="40277" cy="45317"/>
            </a:xfrm>
            <a:custGeom>
              <a:avLst/>
              <a:gdLst/>
              <a:ahLst/>
              <a:cxnLst/>
              <a:rect l="l" t="t" r="r" b="b"/>
              <a:pathLst>
                <a:path w="1055" h="1187" fill="none" extrusionOk="0">
                  <a:moveTo>
                    <a:pt x="1" y="1"/>
                  </a:moveTo>
                  <a:lnTo>
                    <a:pt x="1055" y="1187"/>
                  </a:ln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04" name="Google Shape;1104;p48"/>
            <p:cNvSpPr/>
            <p:nvPr/>
          </p:nvSpPr>
          <p:spPr>
            <a:xfrm>
              <a:off x="3301452" y="3661174"/>
              <a:ext cx="33138" cy="45698"/>
            </a:xfrm>
            <a:custGeom>
              <a:avLst/>
              <a:gdLst/>
              <a:ahLst/>
              <a:cxnLst/>
              <a:rect l="l" t="t" r="r" b="b"/>
              <a:pathLst>
                <a:path w="868" h="1197" fill="none" extrusionOk="0">
                  <a:moveTo>
                    <a:pt x="0" y="1"/>
                  </a:moveTo>
                  <a:lnTo>
                    <a:pt x="868" y="1197"/>
                  </a:ln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05" name="Google Shape;1105;p48"/>
            <p:cNvSpPr/>
            <p:nvPr/>
          </p:nvSpPr>
          <p:spPr>
            <a:xfrm>
              <a:off x="3327604" y="3654149"/>
              <a:ext cx="33520" cy="41919"/>
            </a:xfrm>
            <a:custGeom>
              <a:avLst/>
              <a:gdLst/>
              <a:ahLst/>
              <a:cxnLst/>
              <a:rect l="l" t="t" r="r" b="b"/>
              <a:pathLst>
                <a:path w="878" h="1098" fill="none" extrusionOk="0">
                  <a:moveTo>
                    <a:pt x="0" y="1"/>
                  </a:moveTo>
                  <a:lnTo>
                    <a:pt x="878" y="1098"/>
                  </a:lnTo>
                </a:path>
              </a:pathLst>
            </a:custGeom>
            <a:noFill/>
            <a:ln w="1375" cap="flat" cmpd="sng">
              <a:solidFill>
                <a:schemeClr val="lt1"/>
              </a:solidFill>
              <a:prstDash val="solid"/>
              <a:miter lim="1482"/>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06" name="Google Shape;1106;p48"/>
            <p:cNvSpPr/>
            <p:nvPr/>
          </p:nvSpPr>
          <p:spPr>
            <a:xfrm>
              <a:off x="3391782" y="2900171"/>
              <a:ext cx="217650" cy="202150"/>
            </a:xfrm>
            <a:custGeom>
              <a:avLst/>
              <a:gdLst/>
              <a:ahLst/>
              <a:cxnLst/>
              <a:rect l="l" t="t" r="r" b="b"/>
              <a:pathLst>
                <a:path w="5701" h="5295" extrusionOk="0">
                  <a:moveTo>
                    <a:pt x="3352" y="0"/>
                  </a:moveTo>
                  <a:lnTo>
                    <a:pt x="3219" y="2758"/>
                  </a:lnTo>
                  <a:lnTo>
                    <a:pt x="1425" y="3214"/>
                  </a:lnTo>
                  <a:lnTo>
                    <a:pt x="884" y="3352"/>
                  </a:lnTo>
                  <a:lnTo>
                    <a:pt x="0" y="3576"/>
                  </a:lnTo>
                  <a:cubicBezTo>
                    <a:pt x="0" y="3576"/>
                    <a:pt x="229" y="4559"/>
                    <a:pt x="1354" y="5036"/>
                  </a:cubicBezTo>
                  <a:cubicBezTo>
                    <a:pt x="1665" y="5170"/>
                    <a:pt x="2045" y="5264"/>
                    <a:pt x="2506" y="5288"/>
                  </a:cubicBezTo>
                  <a:cubicBezTo>
                    <a:pt x="2583" y="5292"/>
                    <a:pt x="2664" y="5294"/>
                    <a:pt x="2746" y="5294"/>
                  </a:cubicBezTo>
                  <a:cubicBezTo>
                    <a:pt x="3106" y="5294"/>
                    <a:pt x="3511" y="5254"/>
                    <a:pt x="3966" y="5162"/>
                  </a:cubicBezTo>
                  <a:cubicBezTo>
                    <a:pt x="5659" y="4818"/>
                    <a:pt x="5701" y="2686"/>
                    <a:pt x="5701" y="2686"/>
                  </a:cubicBezTo>
                  <a:lnTo>
                    <a:pt x="5348" y="375"/>
                  </a:lnTo>
                  <a:lnTo>
                    <a:pt x="3352" y="0"/>
                  </a:lnTo>
                  <a:close/>
                </a:path>
              </a:pathLst>
            </a:custGeom>
            <a:solidFill>
              <a:srgbClr val="FF9785"/>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07" name="Google Shape;1107;p48"/>
            <p:cNvSpPr/>
            <p:nvPr/>
          </p:nvSpPr>
          <p:spPr>
            <a:xfrm>
              <a:off x="3536935" y="2914526"/>
              <a:ext cx="69216" cy="67269"/>
            </a:xfrm>
            <a:custGeom>
              <a:avLst/>
              <a:gdLst/>
              <a:ahLst/>
              <a:cxnLst/>
              <a:rect l="l" t="t" r="r" b="b"/>
              <a:pathLst>
                <a:path w="1813" h="1762" extrusionOk="0">
                  <a:moveTo>
                    <a:pt x="1546" y="1"/>
                  </a:moveTo>
                  <a:lnTo>
                    <a:pt x="1" y="82"/>
                  </a:lnTo>
                  <a:cubicBezTo>
                    <a:pt x="1" y="82"/>
                    <a:pt x="117" y="1762"/>
                    <a:pt x="1531" y="1762"/>
                  </a:cubicBezTo>
                  <a:cubicBezTo>
                    <a:pt x="1620" y="1762"/>
                    <a:pt x="1714" y="1755"/>
                    <a:pt x="1813" y="1741"/>
                  </a:cubicBezTo>
                  <a:lnTo>
                    <a:pt x="1546" y="1"/>
                  </a:lnTo>
                  <a:close/>
                </a:path>
              </a:pathLst>
            </a:custGeom>
            <a:solidFill>
              <a:schemeClr val="dk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08" name="Google Shape;1108;p48"/>
            <p:cNvSpPr/>
            <p:nvPr/>
          </p:nvSpPr>
          <p:spPr>
            <a:xfrm>
              <a:off x="3425569" y="3022875"/>
              <a:ext cx="61886" cy="79218"/>
            </a:xfrm>
            <a:custGeom>
              <a:avLst/>
              <a:gdLst/>
              <a:ahLst/>
              <a:cxnLst/>
              <a:rect l="l" t="t" r="r" b="b"/>
              <a:pathLst>
                <a:path w="1621" h="2075" extrusionOk="0">
                  <a:moveTo>
                    <a:pt x="542" y="0"/>
                  </a:moveTo>
                  <a:lnTo>
                    <a:pt x="0" y="138"/>
                  </a:lnTo>
                  <a:lnTo>
                    <a:pt x="469" y="1822"/>
                  </a:lnTo>
                  <a:cubicBezTo>
                    <a:pt x="780" y="1956"/>
                    <a:pt x="1160" y="2050"/>
                    <a:pt x="1621" y="2074"/>
                  </a:cubicBezTo>
                  <a:cubicBezTo>
                    <a:pt x="1401" y="1827"/>
                    <a:pt x="931" y="1200"/>
                    <a:pt x="542" y="0"/>
                  </a:cubicBezTo>
                  <a:close/>
                </a:path>
              </a:pathLst>
            </a:custGeom>
            <a:solidFill>
              <a:schemeClr val="lt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09" name="Google Shape;1109;p48"/>
            <p:cNvSpPr/>
            <p:nvPr/>
          </p:nvSpPr>
          <p:spPr>
            <a:xfrm>
              <a:off x="3506965" y="2788004"/>
              <a:ext cx="136103" cy="171379"/>
            </a:xfrm>
            <a:custGeom>
              <a:avLst/>
              <a:gdLst/>
              <a:ahLst/>
              <a:cxnLst/>
              <a:rect l="l" t="t" r="r" b="b"/>
              <a:pathLst>
                <a:path w="3565" h="4489" extrusionOk="0">
                  <a:moveTo>
                    <a:pt x="1841" y="1"/>
                  </a:moveTo>
                  <a:cubicBezTo>
                    <a:pt x="1342" y="1"/>
                    <a:pt x="867" y="190"/>
                    <a:pt x="679" y="434"/>
                  </a:cubicBezTo>
                  <a:cubicBezTo>
                    <a:pt x="97" y="1189"/>
                    <a:pt x="0" y="2473"/>
                    <a:pt x="387" y="3327"/>
                  </a:cubicBezTo>
                  <a:cubicBezTo>
                    <a:pt x="685" y="3982"/>
                    <a:pt x="1477" y="4488"/>
                    <a:pt x="2222" y="4488"/>
                  </a:cubicBezTo>
                  <a:cubicBezTo>
                    <a:pt x="2452" y="4488"/>
                    <a:pt x="2677" y="4440"/>
                    <a:pt x="2882" y="4333"/>
                  </a:cubicBezTo>
                  <a:cubicBezTo>
                    <a:pt x="3410" y="4059"/>
                    <a:pt x="3564" y="3561"/>
                    <a:pt x="3536" y="2849"/>
                  </a:cubicBezTo>
                  <a:cubicBezTo>
                    <a:pt x="3531" y="2676"/>
                    <a:pt x="3512" y="2493"/>
                    <a:pt x="3488" y="2296"/>
                  </a:cubicBezTo>
                  <a:cubicBezTo>
                    <a:pt x="3448" y="1969"/>
                    <a:pt x="3388" y="1608"/>
                    <a:pt x="3315" y="1214"/>
                  </a:cubicBezTo>
                  <a:cubicBezTo>
                    <a:pt x="3153" y="311"/>
                    <a:pt x="2478" y="1"/>
                    <a:pt x="1841" y="1"/>
                  </a:cubicBezTo>
                  <a:close/>
                </a:path>
              </a:pathLst>
            </a:custGeom>
            <a:solidFill>
              <a:srgbClr val="FF9785"/>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10" name="Google Shape;1110;p48"/>
            <p:cNvSpPr/>
            <p:nvPr/>
          </p:nvSpPr>
          <p:spPr>
            <a:xfrm>
              <a:off x="3495740" y="2770862"/>
              <a:ext cx="122397" cy="108730"/>
            </a:xfrm>
            <a:custGeom>
              <a:avLst/>
              <a:gdLst/>
              <a:ahLst/>
              <a:cxnLst/>
              <a:rect l="l" t="t" r="r" b="b"/>
              <a:pathLst>
                <a:path w="3206" h="2848" extrusionOk="0">
                  <a:moveTo>
                    <a:pt x="2044" y="1"/>
                  </a:moveTo>
                  <a:cubicBezTo>
                    <a:pt x="1874" y="1"/>
                    <a:pt x="1714" y="20"/>
                    <a:pt x="1590" y="52"/>
                  </a:cubicBezTo>
                  <a:cubicBezTo>
                    <a:pt x="1047" y="190"/>
                    <a:pt x="588" y="590"/>
                    <a:pt x="328" y="1086"/>
                  </a:cubicBezTo>
                  <a:cubicBezTo>
                    <a:pt x="69" y="1586"/>
                    <a:pt x="1" y="2169"/>
                    <a:pt x="85" y="2723"/>
                  </a:cubicBezTo>
                  <a:cubicBezTo>
                    <a:pt x="91" y="2759"/>
                    <a:pt x="99" y="2796"/>
                    <a:pt x="122" y="2819"/>
                  </a:cubicBezTo>
                  <a:cubicBezTo>
                    <a:pt x="145" y="2841"/>
                    <a:pt x="175" y="2847"/>
                    <a:pt x="207" y="2847"/>
                  </a:cubicBezTo>
                  <a:cubicBezTo>
                    <a:pt x="228" y="2847"/>
                    <a:pt x="249" y="2845"/>
                    <a:pt x="269" y="2842"/>
                  </a:cubicBezTo>
                  <a:cubicBezTo>
                    <a:pt x="823" y="2757"/>
                    <a:pt x="1428" y="2642"/>
                    <a:pt x="1783" y="2206"/>
                  </a:cubicBezTo>
                  <a:cubicBezTo>
                    <a:pt x="1918" y="2040"/>
                    <a:pt x="2012" y="1832"/>
                    <a:pt x="2198" y="1727"/>
                  </a:cubicBezTo>
                  <a:cubicBezTo>
                    <a:pt x="2387" y="1619"/>
                    <a:pt x="2632" y="1645"/>
                    <a:pt x="2817" y="1530"/>
                  </a:cubicBezTo>
                  <a:cubicBezTo>
                    <a:pt x="3117" y="1343"/>
                    <a:pt x="3206" y="659"/>
                    <a:pt x="3018" y="366"/>
                  </a:cubicBezTo>
                  <a:cubicBezTo>
                    <a:pt x="2839" y="96"/>
                    <a:pt x="2418" y="1"/>
                    <a:pt x="2044" y="1"/>
                  </a:cubicBezTo>
                  <a:close/>
                </a:path>
              </a:pathLst>
            </a:custGeom>
            <a:solidFill>
              <a:srgbClr val="8A525F"/>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11" name="Google Shape;1111;p48"/>
            <p:cNvSpPr/>
            <p:nvPr/>
          </p:nvSpPr>
          <p:spPr>
            <a:xfrm>
              <a:off x="3543119" y="2886122"/>
              <a:ext cx="30809" cy="21265"/>
            </a:xfrm>
            <a:custGeom>
              <a:avLst/>
              <a:gdLst/>
              <a:ahLst/>
              <a:cxnLst/>
              <a:rect l="l" t="t" r="r" b="b"/>
              <a:pathLst>
                <a:path w="807" h="557" extrusionOk="0">
                  <a:moveTo>
                    <a:pt x="404" y="0"/>
                  </a:moveTo>
                  <a:cubicBezTo>
                    <a:pt x="397" y="0"/>
                    <a:pt x="391" y="0"/>
                    <a:pt x="385" y="1"/>
                  </a:cubicBezTo>
                  <a:cubicBezTo>
                    <a:pt x="168" y="8"/>
                    <a:pt x="1" y="140"/>
                    <a:pt x="12" y="291"/>
                  </a:cubicBezTo>
                  <a:cubicBezTo>
                    <a:pt x="22" y="441"/>
                    <a:pt x="196" y="557"/>
                    <a:pt x="404" y="557"/>
                  </a:cubicBezTo>
                  <a:cubicBezTo>
                    <a:pt x="410" y="557"/>
                    <a:pt x="417" y="557"/>
                    <a:pt x="423" y="556"/>
                  </a:cubicBezTo>
                  <a:cubicBezTo>
                    <a:pt x="639" y="549"/>
                    <a:pt x="807" y="420"/>
                    <a:pt x="795" y="266"/>
                  </a:cubicBezTo>
                  <a:cubicBezTo>
                    <a:pt x="785" y="116"/>
                    <a:pt x="612" y="0"/>
                    <a:pt x="404" y="0"/>
                  </a:cubicBezTo>
                  <a:close/>
                </a:path>
              </a:pathLst>
            </a:custGeom>
            <a:solidFill>
              <a:srgbClr val="FF755C"/>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12" name="Google Shape;1112;p48"/>
            <p:cNvSpPr/>
            <p:nvPr/>
          </p:nvSpPr>
          <p:spPr>
            <a:xfrm>
              <a:off x="3626844" y="2875661"/>
              <a:ext cx="15233" cy="21150"/>
            </a:xfrm>
            <a:custGeom>
              <a:avLst/>
              <a:gdLst/>
              <a:ahLst/>
              <a:cxnLst/>
              <a:rect l="l" t="t" r="r" b="b"/>
              <a:pathLst>
                <a:path w="399" h="554" extrusionOk="0">
                  <a:moveTo>
                    <a:pt x="350" y="0"/>
                  </a:moveTo>
                  <a:cubicBezTo>
                    <a:pt x="150" y="18"/>
                    <a:pt x="0" y="146"/>
                    <a:pt x="9" y="289"/>
                  </a:cubicBezTo>
                  <a:cubicBezTo>
                    <a:pt x="18" y="438"/>
                    <a:pt x="191" y="553"/>
                    <a:pt x="399" y="553"/>
                  </a:cubicBezTo>
                  <a:cubicBezTo>
                    <a:pt x="391" y="380"/>
                    <a:pt x="374" y="197"/>
                    <a:pt x="350" y="0"/>
                  </a:cubicBezTo>
                  <a:close/>
                </a:path>
              </a:pathLst>
            </a:custGeom>
            <a:solidFill>
              <a:srgbClr val="FF755C"/>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13" name="Google Shape;1113;p48"/>
            <p:cNvSpPr/>
            <p:nvPr/>
          </p:nvSpPr>
          <p:spPr>
            <a:xfrm>
              <a:off x="3571028" y="2862375"/>
              <a:ext cx="8514" cy="10461"/>
            </a:xfrm>
            <a:custGeom>
              <a:avLst/>
              <a:gdLst/>
              <a:ahLst/>
              <a:cxnLst/>
              <a:rect l="l" t="t" r="r" b="b"/>
              <a:pathLst>
                <a:path w="223" h="274" extrusionOk="0">
                  <a:moveTo>
                    <a:pt x="104" y="1"/>
                  </a:moveTo>
                  <a:cubicBezTo>
                    <a:pt x="100" y="1"/>
                    <a:pt x="97" y="1"/>
                    <a:pt x="94" y="1"/>
                  </a:cubicBezTo>
                  <a:cubicBezTo>
                    <a:pt x="39" y="9"/>
                    <a:pt x="0" y="76"/>
                    <a:pt x="9" y="150"/>
                  </a:cubicBezTo>
                  <a:cubicBezTo>
                    <a:pt x="18" y="219"/>
                    <a:pt x="65" y="273"/>
                    <a:pt x="118" y="273"/>
                  </a:cubicBezTo>
                  <a:cubicBezTo>
                    <a:pt x="121" y="273"/>
                    <a:pt x="125" y="273"/>
                    <a:pt x="128" y="273"/>
                  </a:cubicBezTo>
                  <a:cubicBezTo>
                    <a:pt x="183" y="265"/>
                    <a:pt x="223" y="199"/>
                    <a:pt x="212" y="124"/>
                  </a:cubicBezTo>
                  <a:cubicBezTo>
                    <a:pt x="204" y="55"/>
                    <a:pt x="156" y="1"/>
                    <a:pt x="104" y="1"/>
                  </a:cubicBezTo>
                  <a:close/>
                </a:path>
              </a:pathLst>
            </a:custGeom>
            <a:solidFill>
              <a:schemeClr val="dk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14" name="Google Shape;1114;p48"/>
            <p:cNvSpPr/>
            <p:nvPr/>
          </p:nvSpPr>
          <p:spPr>
            <a:xfrm>
              <a:off x="3616574" y="2858633"/>
              <a:ext cx="8552" cy="10461"/>
            </a:xfrm>
            <a:custGeom>
              <a:avLst/>
              <a:gdLst/>
              <a:ahLst/>
              <a:cxnLst/>
              <a:rect l="l" t="t" r="r" b="b"/>
              <a:pathLst>
                <a:path w="224" h="274" extrusionOk="0">
                  <a:moveTo>
                    <a:pt x="104" y="1"/>
                  </a:moveTo>
                  <a:cubicBezTo>
                    <a:pt x="101" y="1"/>
                    <a:pt x="98" y="1"/>
                    <a:pt x="94" y="2"/>
                  </a:cubicBezTo>
                  <a:cubicBezTo>
                    <a:pt x="39" y="8"/>
                    <a:pt x="1" y="74"/>
                    <a:pt x="10" y="150"/>
                  </a:cubicBezTo>
                  <a:cubicBezTo>
                    <a:pt x="18" y="220"/>
                    <a:pt x="67" y="273"/>
                    <a:pt x="120" y="273"/>
                  </a:cubicBezTo>
                  <a:cubicBezTo>
                    <a:pt x="123" y="273"/>
                    <a:pt x="125" y="273"/>
                    <a:pt x="128" y="273"/>
                  </a:cubicBezTo>
                  <a:cubicBezTo>
                    <a:pt x="183" y="265"/>
                    <a:pt x="223" y="199"/>
                    <a:pt x="213" y="125"/>
                  </a:cubicBezTo>
                  <a:cubicBezTo>
                    <a:pt x="204" y="55"/>
                    <a:pt x="157" y="1"/>
                    <a:pt x="104" y="1"/>
                  </a:cubicBezTo>
                  <a:close/>
                </a:path>
              </a:pathLst>
            </a:custGeom>
            <a:solidFill>
              <a:schemeClr val="dk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15" name="Google Shape;1115;p48"/>
            <p:cNvSpPr/>
            <p:nvPr/>
          </p:nvSpPr>
          <p:spPr>
            <a:xfrm>
              <a:off x="3561979" y="2843629"/>
              <a:ext cx="16340" cy="18096"/>
            </a:xfrm>
            <a:custGeom>
              <a:avLst/>
              <a:gdLst/>
              <a:ahLst/>
              <a:cxnLst/>
              <a:rect l="l" t="t" r="r" b="b"/>
              <a:pathLst>
                <a:path w="428" h="474" fill="none" extrusionOk="0">
                  <a:moveTo>
                    <a:pt x="427" y="300"/>
                  </a:moveTo>
                  <a:cubicBezTo>
                    <a:pt x="153" y="0"/>
                    <a:pt x="0" y="473"/>
                    <a:pt x="54" y="365"/>
                  </a:cubicBezTo>
                </a:path>
              </a:pathLst>
            </a:custGeom>
            <a:noFill/>
            <a:ln w="2075" cap="rnd" cmpd="sng">
              <a:solidFill>
                <a:schemeClr val="dk1"/>
              </a:solidFill>
              <a:prstDash val="solid"/>
              <a:round/>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16" name="Google Shape;1116;p48"/>
            <p:cNvSpPr/>
            <p:nvPr/>
          </p:nvSpPr>
          <p:spPr>
            <a:xfrm>
              <a:off x="3608137" y="2836261"/>
              <a:ext cx="16416" cy="18096"/>
            </a:xfrm>
            <a:custGeom>
              <a:avLst/>
              <a:gdLst/>
              <a:ahLst/>
              <a:cxnLst/>
              <a:rect l="l" t="t" r="r" b="b"/>
              <a:pathLst>
                <a:path w="430" h="474" fill="none" extrusionOk="0">
                  <a:moveTo>
                    <a:pt x="429" y="300"/>
                  </a:moveTo>
                  <a:cubicBezTo>
                    <a:pt x="155" y="1"/>
                    <a:pt x="1" y="473"/>
                    <a:pt x="54" y="365"/>
                  </a:cubicBezTo>
                </a:path>
              </a:pathLst>
            </a:custGeom>
            <a:noFill/>
            <a:ln w="2075" cap="rnd" cmpd="sng">
              <a:solidFill>
                <a:schemeClr val="dk1"/>
              </a:solidFill>
              <a:prstDash val="solid"/>
              <a:round/>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17" name="Google Shape;1117;p48"/>
            <p:cNvSpPr/>
            <p:nvPr/>
          </p:nvSpPr>
          <p:spPr>
            <a:xfrm>
              <a:off x="3476270" y="2866193"/>
              <a:ext cx="66276" cy="50471"/>
            </a:xfrm>
            <a:custGeom>
              <a:avLst/>
              <a:gdLst/>
              <a:ahLst/>
              <a:cxnLst/>
              <a:rect l="l" t="t" r="r" b="b"/>
              <a:pathLst>
                <a:path w="1736" h="1322" extrusionOk="0">
                  <a:moveTo>
                    <a:pt x="406" y="1"/>
                  </a:moveTo>
                  <a:cubicBezTo>
                    <a:pt x="162" y="1"/>
                    <a:pt x="1" y="136"/>
                    <a:pt x="17" y="523"/>
                  </a:cubicBezTo>
                  <a:cubicBezTo>
                    <a:pt x="37" y="1022"/>
                    <a:pt x="423" y="1322"/>
                    <a:pt x="823" y="1322"/>
                  </a:cubicBezTo>
                  <a:cubicBezTo>
                    <a:pt x="966" y="1322"/>
                    <a:pt x="1111" y="1283"/>
                    <a:pt x="1242" y="1202"/>
                  </a:cubicBezTo>
                  <a:cubicBezTo>
                    <a:pt x="1735" y="890"/>
                    <a:pt x="1462" y="360"/>
                    <a:pt x="1059" y="182"/>
                  </a:cubicBezTo>
                  <a:cubicBezTo>
                    <a:pt x="821" y="77"/>
                    <a:pt x="590" y="1"/>
                    <a:pt x="406" y="1"/>
                  </a:cubicBezTo>
                  <a:close/>
                </a:path>
              </a:pathLst>
            </a:custGeom>
            <a:solidFill>
              <a:srgbClr val="FF9785"/>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18" name="Google Shape;1118;p48"/>
            <p:cNvSpPr/>
            <p:nvPr/>
          </p:nvSpPr>
          <p:spPr>
            <a:xfrm>
              <a:off x="3490777" y="2878715"/>
              <a:ext cx="22563" cy="23861"/>
            </a:xfrm>
            <a:custGeom>
              <a:avLst/>
              <a:gdLst/>
              <a:ahLst/>
              <a:cxnLst/>
              <a:rect l="l" t="t" r="r" b="b"/>
              <a:pathLst>
                <a:path w="591" h="625" fill="none" extrusionOk="0">
                  <a:moveTo>
                    <a:pt x="0" y="43"/>
                  </a:moveTo>
                  <a:cubicBezTo>
                    <a:pt x="0" y="43"/>
                    <a:pt x="590" y="0"/>
                    <a:pt x="509" y="624"/>
                  </a:cubicBezTo>
                </a:path>
              </a:pathLst>
            </a:custGeom>
            <a:noFill/>
            <a:ln w="1375" cap="rnd" cmpd="sng">
              <a:solidFill>
                <a:schemeClr val="dk1"/>
              </a:solidFill>
              <a:prstDash val="solid"/>
              <a:round/>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19" name="Google Shape;1119;p48"/>
            <p:cNvSpPr/>
            <p:nvPr/>
          </p:nvSpPr>
          <p:spPr>
            <a:xfrm>
              <a:off x="3499329" y="2888832"/>
              <a:ext cx="8972" cy="5765"/>
            </a:xfrm>
            <a:custGeom>
              <a:avLst/>
              <a:gdLst/>
              <a:ahLst/>
              <a:cxnLst/>
              <a:rect l="l" t="t" r="r" b="b"/>
              <a:pathLst>
                <a:path w="235" h="151" fill="none" extrusionOk="0">
                  <a:moveTo>
                    <a:pt x="234" y="1"/>
                  </a:moveTo>
                  <a:lnTo>
                    <a:pt x="0" y="150"/>
                  </a:lnTo>
                </a:path>
              </a:pathLst>
            </a:custGeom>
            <a:noFill/>
            <a:ln w="1375" cap="rnd" cmpd="sng">
              <a:solidFill>
                <a:schemeClr val="dk1"/>
              </a:solidFill>
              <a:prstDash val="solid"/>
              <a:round/>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20" name="Google Shape;1120;p48"/>
            <p:cNvSpPr/>
            <p:nvPr/>
          </p:nvSpPr>
          <p:spPr>
            <a:xfrm>
              <a:off x="3599165" y="2865353"/>
              <a:ext cx="13897" cy="28786"/>
            </a:xfrm>
            <a:custGeom>
              <a:avLst/>
              <a:gdLst/>
              <a:ahLst/>
              <a:cxnLst/>
              <a:rect l="l" t="t" r="r" b="b"/>
              <a:pathLst>
                <a:path w="364" h="754" fill="none" extrusionOk="0">
                  <a:moveTo>
                    <a:pt x="94" y="754"/>
                  </a:moveTo>
                  <a:cubicBezTo>
                    <a:pt x="165" y="752"/>
                    <a:pt x="347" y="675"/>
                    <a:pt x="356" y="536"/>
                  </a:cubicBezTo>
                  <a:cubicBezTo>
                    <a:pt x="363" y="404"/>
                    <a:pt x="134" y="543"/>
                    <a:pt x="67" y="352"/>
                  </a:cubicBezTo>
                  <a:lnTo>
                    <a:pt x="0" y="1"/>
                  </a:lnTo>
                </a:path>
              </a:pathLst>
            </a:custGeom>
            <a:noFill/>
            <a:ln w="1375" cap="rnd" cmpd="sng">
              <a:solidFill>
                <a:schemeClr val="dk1"/>
              </a:solidFill>
              <a:prstDash val="solid"/>
              <a:round/>
              <a:headEnd type="none" w="sm" len="sm"/>
              <a:tailEnd type="none" w="sm" len="sm"/>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sp>
          <p:nvSpPr>
            <p:cNvPr id="1121" name="Google Shape;1121;p48"/>
            <p:cNvSpPr/>
            <p:nvPr/>
          </p:nvSpPr>
          <p:spPr>
            <a:xfrm>
              <a:off x="3576754" y="2910517"/>
              <a:ext cx="40812" cy="21036"/>
            </a:xfrm>
            <a:custGeom>
              <a:avLst/>
              <a:gdLst/>
              <a:ahLst/>
              <a:cxnLst/>
              <a:rect l="l" t="t" r="r" b="b"/>
              <a:pathLst>
                <a:path w="1069" h="551" extrusionOk="0">
                  <a:moveTo>
                    <a:pt x="1069" y="1"/>
                  </a:moveTo>
                  <a:cubicBezTo>
                    <a:pt x="770" y="56"/>
                    <a:pt x="530" y="72"/>
                    <a:pt x="353" y="72"/>
                  </a:cubicBezTo>
                  <a:cubicBezTo>
                    <a:pt x="122" y="72"/>
                    <a:pt x="0" y="45"/>
                    <a:pt x="0" y="45"/>
                  </a:cubicBezTo>
                  <a:lnTo>
                    <a:pt x="0" y="45"/>
                  </a:lnTo>
                  <a:cubicBezTo>
                    <a:pt x="0" y="45"/>
                    <a:pt x="22" y="524"/>
                    <a:pt x="455" y="549"/>
                  </a:cubicBezTo>
                  <a:cubicBezTo>
                    <a:pt x="469" y="550"/>
                    <a:pt x="483" y="550"/>
                    <a:pt x="496" y="550"/>
                  </a:cubicBezTo>
                  <a:cubicBezTo>
                    <a:pt x="972" y="550"/>
                    <a:pt x="1069" y="1"/>
                    <a:pt x="1069" y="1"/>
                  </a:cubicBezTo>
                  <a:close/>
                </a:path>
              </a:pathLst>
            </a:custGeom>
            <a:solidFill>
              <a:schemeClr val="lt1"/>
            </a:solidFill>
            <a:ln>
              <a:noFill/>
            </a:ln>
          </p:spPr>
          <p:txBody>
            <a:bodyPr spcFirstLastPara="1" wrap="square" lIns="74250" tIns="74250" rIns="74250" bIns="74250" anchor="ctr" anchorCtr="0">
              <a:noAutofit/>
            </a:bodyPr>
            <a:lstStyle/>
            <a:p>
              <a:pPr marL="0" lvl="0" indent="0" algn="l" rtl="0">
                <a:spcBef>
                  <a:spcPts val="0"/>
                </a:spcBef>
                <a:spcAft>
                  <a:spcPts val="0"/>
                </a:spcAft>
                <a:buNone/>
              </a:pPr>
              <a:endParaRPr/>
            </a:p>
          </p:txBody>
        </p:sp>
      </p:grpSp>
      <p:grpSp>
        <p:nvGrpSpPr>
          <p:cNvPr id="1122" name="Google Shape;1122;p48"/>
          <p:cNvGrpSpPr/>
          <p:nvPr/>
        </p:nvGrpSpPr>
        <p:grpSpPr>
          <a:xfrm>
            <a:off x="7848889" y="1215291"/>
            <a:ext cx="485454" cy="712737"/>
            <a:chOff x="7629064" y="673091"/>
            <a:chExt cx="485454" cy="712737"/>
          </a:xfrm>
        </p:grpSpPr>
        <p:grpSp>
          <p:nvGrpSpPr>
            <p:cNvPr id="1123" name="Google Shape;1123;p48"/>
            <p:cNvGrpSpPr/>
            <p:nvPr/>
          </p:nvGrpSpPr>
          <p:grpSpPr>
            <a:xfrm>
              <a:off x="7629064" y="673091"/>
              <a:ext cx="485454" cy="442220"/>
              <a:chOff x="1453550" y="959950"/>
              <a:chExt cx="167925" cy="152975"/>
            </a:xfrm>
          </p:grpSpPr>
          <p:sp>
            <p:nvSpPr>
              <p:cNvPr id="1124" name="Google Shape;1124;p48"/>
              <p:cNvSpPr/>
              <p:nvPr/>
            </p:nvSpPr>
            <p:spPr>
              <a:xfrm>
                <a:off x="1453550" y="959950"/>
                <a:ext cx="167925" cy="152975"/>
              </a:xfrm>
              <a:custGeom>
                <a:avLst/>
                <a:gdLst/>
                <a:ahLst/>
                <a:cxnLst/>
                <a:rect l="l" t="t" r="r" b="b"/>
                <a:pathLst>
                  <a:path w="6717" h="6119" extrusionOk="0">
                    <a:moveTo>
                      <a:pt x="3359" y="0"/>
                    </a:moveTo>
                    <a:cubicBezTo>
                      <a:pt x="2576" y="0"/>
                      <a:pt x="1793" y="299"/>
                      <a:pt x="1195" y="896"/>
                    </a:cubicBezTo>
                    <a:cubicBezTo>
                      <a:pt x="1" y="2091"/>
                      <a:pt x="1" y="4027"/>
                      <a:pt x="1195" y="5222"/>
                    </a:cubicBezTo>
                    <a:cubicBezTo>
                      <a:pt x="1793" y="5820"/>
                      <a:pt x="2576" y="6118"/>
                      <a:pt x="3359" y="6118"/>
                    </a:cubicBezTo>
                    <a:cubicBezTo>
                      <a:pt x="4142" y="6118"/>
                      <a:pt x="4925" y="5820"/>
                      <a:pt x="5523" y="5222"/>
                    </a:cubicBezTo>
                    <a:cubicBezTo>
                      <a:pt x="6716" y="4027"/>
                      <a:pt x="6716" y="2091"/>
                      <a:pt x="5523" y="896"/>
                    </a:cubicBezTo>
                    <a:cubicBezTo>
                      <a:pt x="4925" y="299"/>
                      <a:pt x="4142" y="0"/>
                      <a:pt x="3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8"/>
              <p:cNvSpPr/>
              <p:nvPr/>
            </p:nvSpPr>
            <p:spPr>
              <a:xfrm>
                <a:off x="1495475" y="998925"/>
                <a:ext cx="84150" cy="80175"/>
              </a:xfrm>
              <a:custGeom>
                <a:avLst/>
                <a:gdLst/>
                <a:ahLst/>
                <a:cxnLst/>
                <a:rect l="l" t="t" r="r" b="b"/>
                <a:pathLst>
                  <a:path w="3366" h="3207" extrusionOk="0">
                    <a:moveTo>
                      <a:pt x="909" y="0"/>
                    </a:moveTo>
                    <a:cubicBezTo>
                      <a:pt x="863" y="0"/>
                      <a:pt x="811" y="2"/>
                      <a:pt x="758" y="8"/>
                    </a:cubicBezTo>
                    <a:cubicBezTo>
                      <a:pt x="427" y="40"/>
                      <a:pt x="46" y="343"/>
                      <a:pt x="0" y="921"/>
                    </a:cubicBezTo>
                    <a:lnTo>
                      <a:pt x="0" y="1113"/>
                    </a:lnTo>
                    <a:cubicBezTo>
                      <a:pt x="42" y="1668"/>
                      <a:pt x="461" y="2351"/>
                      <a:pt x="1683" y="3207"/>
                    </a:cubicBezTo>
                    <a:cubicBezTo>
                      <a:pt x="2903" y="2350"/>
                      <a:pt x="3322" y="1668"/>
                      <a:pt x="3365" y="1113"/>
                    </a:cubicBezTo>
                    <a:lnTo>
                      <a:pt x="3365" y="921"/>
                    </a:lnTo>
                    <a:cubicBezTo>
                      <a:pt x="3318" y="341"/>
                      <a:pt x="2937" y="39"/>
                      <a:pt x="2606" y="8"/>
                    </a:cubicBezTo>
                    <a:cubicBezTo>
                      <a:pt x="2553" y="2"/>
                      <a:pt x="2503" y="0"/>
                      <a:pt x="2455" y="0"/>
                    </a:cubicBezTo>
                    <a:cubicBezTo>
                      <a:pt x="2076" y="0"/>
                      <a:pt x="1892" y="165"/>
                      <a:pt x="1683" y="412"/>
                    </a:cubicBezTo>
                    <a:cubicBezTo>
                      <a:pt x="1472" y="165"/>
                      <a:pt x="1291" y="0"/>
                      <a:pt x="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6" name="Google Shape;1126;p48"/>
            <p:cNvSpPr/>
            <p:nvPr/>
          </p:nvSpPr>
          <p:spPr>
            <a:xfrm>
              <a:off x="7708929" y="1285924"/>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055"/>
                                        </p:tgtEl>
                                        <p:attrNameLst>
                                          <p:attrName>style.visibility</p:attrName>
                                        </p:attrNameLst>
                                      </p:cBhvr>
                                      <p:to>
                                        <p:strVal val="visible"/>
                                      </p:to>
                                    </p:set>
                                    <p:anim calcmode="lin" valueType="num">
                                      <p:cBhvr additive="base">
                                        <p:cTn id="7" dur="1000"/>
                                        <p:tgtEl>
                                          <p:spTgt spid="1055"/>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056"/>
                                        </p:tgtEl>
                                        <p:attrNameLst>
                                          <p:attrName>style.visibility</p:attrName>
                                        </p:attrNameLst>
                                      </p:cBhvr>
                                      <p:to>
                                        <p:strVal val="visible"/>
                                      </p:to>
                                    </p:set>
                                    <p:anim calcmode="lin" valueType="num">
                                      <p:cBhvr additive="base">
                                        <p:cTn id="10" dur="1000"/>
                                        <p:tgtEl>
                                          <p:spTgt spid="1056"/>
                                        </p:tgtEl>
                                        <p:attrNameLst>
                                          <p:attrName>ppt_y</p:attrName>
                                        </p:attrNameLst>
                                      </p:cBhvr>
                                      <p:tavLst>
                                        <p:tav tm="0">
                                          <p:val>
                                            <p:strVal val="#ppt_y+1"/>
                                          </p:val>
                                        </p:tav>
                                        <p:tav tm="100000">
                                          <p:val>
                                            <p:strVal val="#ppt_y"/>
                                          </p:val>
                                        </p:tav>
                                      </p:tavLst>
                                    </p:anim>
                                  </p:childTnLst>
                                </p:cTn>
                              </p:par>
                            </p:childTnLst>
                          </p:cTn>
                        </p:par>
                        <p:par>
                          <p:cTn id="11" fill="hold">
                            <p:stCondLst>
                              <p:cond delay="1000"/>
                            </p:stCondLst>
                            <p:childTnLst>
                              <p:par>
                                <p:cTn id="12" presetID="23" presetClass="entr" presetSubtype="16" fill="hold" nodeType="afterEffect">
                                  <p:stCondLst>
                                    <p:cond delay="0"/>
                                  </p:stCondLst>
                                  <p:childTnLst>
                                    <p:set>
                                      <p:cBhvr>
                                        <p:cTn id="13" dur="1" fill="hold">
                                          <p:stCondLst>
                                            <p:cond delay="0"/>
                                          </p:stCondLst>
                                        </p:cTn>
                                        <p:tgtEl>
                                          <p:spTgt spid="1122"/>
                                        </p:tgtEl>
                                        <p:attrNameLst>
                                          <p:attrName>style.visibility</p:attrName>
                                        </p:attrNameLst>
                                      </p:cBhvr>
                                      <p:to>
                                        <p:strVal val="visible"/>
                                      </p:to>
                                    </p:set>
                                    <p:anim calcmode="lin" valueType="num">
                                      <p:cBhvr additive="base">
                                        <p:cTn id="14" dur="500"/>
                                        <p:tgtEl>
                                          <p:spTgt spid="1122"/>
                                        </p:tgtEl>
                                        <p:attrNameLst>
                                          <p:attrName>ppt_w</p:attrName>
                                        </p:attrNameLst>
                                      </p:cBhvr>
                                      <p:tavLst>
                                        <p:tav tm="0">
                                          <p:val>
                                            <p:strVal val="0"/>
                                          </p:val>
                                        </p:tav>
                                        <p:tav tm="100000">
                                          <p:val>
                                            <p:strVal val="#ppt_w"/>
                                          </p:val>
                                        </p:tav>
                                      </p:tavLst>
                                    </p:anim>
                                    <p:anim calcmode="lin" valueType="num">
                                      <p:cBhvr additive="base">
                                        <p:cTn id="15" dur="500"/>
                                        <p:tgtEl>
                                          <p:spTgt spid="112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PEARSON CORRELATION COEFFICIENT</a:t>
            </a:r>
            <a:endParaRPr sz="2700"/>
          </a:p>
        </p:txBody>
      </p:sp>
      <p:sp>
        <p:nvSpPr>
          <p:cNvPr id="1132" name="Google Shape;1132;p49"/>
          <p:cNvSpPr txBox="1">
            <a:spLocks noGrp="1"/>
          </p:cNvSpPr>
          <p:nvPr>
            <p:ph type="body" idx="1"/>
          </p:nvPr>
        </p:nvSpPr>
        <p:spPr>
          <a:xfrm>
            <a:off x="720000" y="1005447"/>
            <a:ext cx="7846800" cy="32259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Positive correlations indicate behaviors that increase addiction risk (more phone use, gaming, apps, social media)</a:t>
            </a:r>
            <a:endParaRPr sz="1400"/>
          </a:p>
          <a:p>
            <a:pPr marL="457200" lvl="0" indent="-317500" algn="l" rtl="0">
              <a:lnSpc>
                <a:spcPct val="115000"/>
              </a:lnSpc>
              <a:spcBef>
                <a:spcPts val="0"/>
              </a:spcBef>
              <a:spcAft>
                <a:spcPts val="0"/>
              </a:spcAft>
              <a:buSzPts val="1400"/>
              <a:buChar char="●"/>
            </a:pPr>
            <a:r>
              <a:rPr lang="en" sz="1400"/>
              <a:t>Negative correlations show behaviors protective against addiction (more sleep, education time, balanced weekend use)</a:t>
            </a:r>
            <a:endParaRPr sz="1400"/>
          </a:p>
          <a:p>
            <a:pPr marL="457200" lvl="0" indent="-317500" algn="l" rtl="0">
              <a:lnSpc>
                <a:spcPct val="115000"/>
              </a:lnSpc>
              <a:spcBef>
                <a:spcPts val="0"/>
              </a:spcBef>
              <a:spcAft>
                <a:spcPts val="0"/>
              </a:spcAft>
              <a:buSzPts val="1400"/>
              <a:buChar char="●"/>
            </a:pPr>
            <a:r>
              <a:rPr lang="en" sz="1400"/>
              <a:t>Positive Correlations</a:t>
            </a:r>
            <a:endParaRPr sz="1400"/>
          </a:p>
          <a:p>
            <a:pPr marL="914400" lvl="1" indent="-317500" algn="l" rtl="0">
              <a:lnSpc>
                <a:spcPct val="115000"/>
              </a:lnSpc>
              <a:spcBef>
                <a:spcPts val="0"/>
              </a:spcBef>
              <a:spcAft>
                <a:spcPts val="0"/>
              </a:spcAft>
              <a:buSzPts val="1400"/>
              <a:buChar char="○"/>
            </a:pPr>
            <a:r>
              <a:rPr lang="en" sz="1400"/>
              <a:t>Daily Usage Hours: 0.60</a:t>
            </a:r>
            <a:endParaRPr sz="1400"/>
          </a:p>
          <a:p>
            <a:pPr marL="914400" lvl="1" indent="-317500" algn="l" rtl="0">
              <a:lnSpc>
                <a:spcPct val="115000"/>
              </a:lnSpc>
              <a:spcBef>
                <a:spcPts val="0"/>
              </a:spcBef>
              <a:spcAft>
                <a:spcPts val="0"/>
              </a:spcAft>
              <a:buSzPts val="1400"/>
              <a:buChar char="○"/>
            </a:pPr>
            <a:r>
              <a:rPr lang="en" sz="1400"/>
              <a:t>Apps Used Daily: 0.32</a:t>
            </a:r>
            <a:endParaRPr sz="1400"/>
          </a:p>
          <a:p>
            <a:pPr marL="914400" lvl="1" indent="-317500" algn="l" rtl="0">
              <a:lnSpc>
                <a:spcPct val="115000"/>
              </a:lnSpc>
              <a:spcBef>
                <a:spcPts val="0"/>
              </a:spcBef>
              <a:spcAft>
                <a:spcPts val="0"/>
              </a:spcAft>
              <a:buSzPts val="1400"/>
              <a:buChar char="○"/>
            </a:pPr>
            <a:r>
              <a:rPr lang="en" sz="1400"/>
              <a:t>Time on Social Media: 0.31</a:t>
            </a:r>
            <a:endParaRPr sz="1400"/>
          </a:p>
          <a:p>
            <a:pPr marL="914400" lvl="1" indent="-317500" algn="l" rtl="0">
              <a:lnSpc>
                <a:spcPct val="115000"/>
              </a:lnSpc>
              <a:spcBef>
                <a:spcPts val="0"/>
              </a:spcBef>
              <a:spcAft>
                <a:spcPts val="0"/>
              </a:spcAft>
              <a:buSzPts val="1400"/>
              <a:buChar char="○"/>
            </a:pPr>
            <a:r>
              <a:rPr lang="en" sz="1400"/>
              <a:t>Time on Gaming: 0.27</a:t>
            </a:r>
            <a:endParaRPr sz="1400"/>
          </a:p>
          <a:p>
            <a:pPr marL="914400" lvl="1" indent="-317500" algn="l" rtl="0">
              <a:lnSpc>
                <a:spcPct val="115000"/>
              </a:lnSpc>
              <a:spcBef>
                <a:spcPts val="0"/>
              </a:spcBef>
              <a:spcAft>
                <a:spcPts val="0"/>
              </a:spcAft>
              <a:buSzPts val="1400"/>
              <a:buChar char="○"/>
            </a:pPr>
            <a:r>
              <a:rPr lang="en" sz="1400"/>
              <a:t>Phone Checks per Day: 0.25</a:t>
            </a:r>
            <a:endParaRPr sz="1400"/>
          </a:p>
          <a:p>
            <a:pPr marL="457200" lvl="0" indent="-317500" algn="l" rtl="0">
              <a:lnSpc>
                <a:spcPct val="115000"/>
              </a:lnSpc>
              <a:spcBef>
                <a:spcPts val="0"/>
              </a:spcBef>
              <a:spcAft>
                <a:spcPts val="0"/>
              </a:spcAft>
              <a:buSzPts val="1400"/>
              <a:buChar char="●"/>
            </a:pPr>
            <a:r>
              <a:rPr lang="en" sz="1400"/>
              <a:t>Negative Correlations</a:t>
            </a:r>
            <a:endParaRPr sz="1400"/>
          </a:p>
          <a:p>
            <a:pPr marL="914400" lvl="1" indent="-317500" algn="l" rtl="0">
              <a:lnSpc>
                <a:spcPct val="115000"/>
              </a:lnSpc>
              <a:spcBef>
                <a:spcPts val="0"/>
              </a:spcBef>
              <a:spcAft>
                <a:spcPts val="0"/>
              </a:spcAft>
              <a:buSzPts val="1400"/>
              <a:buChar char="○"/>
            </a:pPr>
            <a:r>
              <a:rPr lang="en" sz="1400"/>
              <a:t>Weekend-Weekday Usage Difference: -0.43</a:t>
            </a:r>
            <a:endParaRPr sz="1400"/>
          </a:p>
          <a:p>
            <a:pPr marL="914400" lvl="1" indent="-317500" algn="l" rtl="0">
              <a:lnSpc>
                <a:spcPct val="115000"/>
              </a:lnSpc>
              <a:spcBef>
                <a:spcPts val="0"/>
              </a:spcBef>
              <a:spcAft>
                <a:spcPts val="0"/>
              </a:spcAft>
              <a:buSzPts val="1400"/>
              <a:buChar char="○"/>
            </a:pPr>
            <a:r>
              <a:rPr lang="en" sz="1400"/>
              <a:t>Share of Education Time: -0.34</a:t>
            </a:r>
            <a:endParaRPr sz="1400"/>
          </a:p>
          <a:p>
            <a:pPr marL="914400" lvl="1" indent="-317500" algn="l" rtl="0">
              <a:lnSpc>
                <a:spcPct val="115000"/>
              </a:lnSpc>
              <a:spcBef>
                <a:spcPts val="0"/>
              </a:spcBef>
              <a:spcAft>
                <a:spcPts val="0"/>
              </a:spcAft>
              <a:buSzPts val="1400"/>
              <a:buChar char="○"/>
            </a:pPr>
            <a:r>
              <a:rPr lang="en" sz="1400"/>
              <a:t>Sleep Hours: -0.22</a:t>
            </a:r>
            <a:endParaRPr sz="1400"/>
          </a:p>
        </p:txBody>
      </p:sp>
      <p:pic>
        <p:nvPicPr>
          <p:cNvPr id="1133" name="Google Shape;1133;p49"/>
          <p:cNvPicPr preferRelativeResize="0"/>
          <p:nvPr/>
        </p:nvPicPr>
        <p:blipFill>
          <a:blip r:embed="rId3">
            <a:alphaModFix/>
          </a:blip>
          <a:stretch>
            <a:fillRect/>
          </a:stretch>
        </p:blipFill>
        <p:spPr>
          <a:xfrm>
            <a:off x="6056025" y="2133600"/>
            <a:ext cx="1670575" cy="167055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32"/>
                                        </p:tgtEl>
                                        <p:attrNameLst>
                                          <p:attrName>style.visibility</p:attrName>
                                        </p:attrNameLst>
                                      </p:cBhvr>
                                      <p:to>
                                        <p:strVal val="visible"/>
                                      </p:to>
                                    </p:set>
                                    <p:anim calcmode="lin" valueType="num">
                                      <p:cBhvr additive="base">
                                        <p:cTn id="7" dur="1000"/>
                                        <p:tgtEl>
                                          <p:spTgt spid="1132"/>
                                        </p:tgtEl>
                                        <p:attrNameLst>
                                          <p:attrName>ppt_x</p:attrName>
                                        </p:attrNameLst>
                                      </p:cBhvr>
                                      <p:tavLst>
                                        <p:tav tm="0">
                                          <p:val>
                                            <p:strVal val="#ppt_x-1"/>
                                          </p:val>
                                        </p:tav>
                                        <p:tav tm="100000">
                                          <p:val>
                                            <p:strVal val="#ppt_x"/>
                                          </p:val>
                                        </p:tav>
                                      </p:tavLst>
                                    </p:anim>
                                  </p:childTnLst>
                                </p:cTn>
                              </p:par>
                              <p:par>
                                <p:cTn id="8" presetID="23" presetClass="entr" presetSubtype="16" fill="hold" nodeType="withEffect">
                                  <p:stCondLst>
                                    <p:cond delay="0"/>
                                  </p:stCondLst>
                                  <p:childTnLst>
                                    <p:set>
                                      <p:cBhvr>
                                        <p:cTn id="9" dur="1" fill="hold">
                                          <p:stCondLst>
                                            <p:cond delay="0"/>
                                          </p:stCondLst>
                                        </p:cTn>
                                        <p:tgtEl>
                                          <p:spTgt spid="1133"/>
                                        </p:tgtEl>
                                        <p:attrNameLst>
                                          <p:attrName>style.visibility</p:attrName>
                                        </p:attrNameLst>
                                      </p:cBhvr>
                                      <p:to>
                                        <p:strVal val="visible"/>
                                      </p:to>
                                    </p:set>
                                    <p:anim calcmode="lin" valueType="num">
                                      <p:cBhvr additive="base">
                                        <p:cTn id="10" dur="700"/>
                                        <p:tgtEl>
                                          <p:spTgt spid="1133"/>
                                        </p:tgtEl>
                                        <p:attrNameLst>
                                          <p:attrName>ppt_w</p:attrName>
                                        </p:attrNameLst>
                                      </p:cBhvr>
                                      <p:tavLst>
                                        <p:tav tm="0">
                                          <p:val>
                                            <p:strVal val="0"/>
                                          </p:val>
                                        </p:tav>
                                        <p:tav tm="100000">
                                          <p:val>
                                            <p:strVal val="#ppt_w"/>
                                          </p:val>
                                        </p:tav>
                                      </p:tavLst>
                                    </p:anim>
                                    <p:anim calcmode="lin" valueType="num">
                                      <p:cBhvr additive="base">
                                        <p:cTn id="11" dur="700"/>
                                        <p:tgtEl>
                                          <p:spTgt spid="113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TAKEAWAYS</a:t>
            </a:r>
            <a:endParaRPr/>
          </a:p>
        </p:txBody>
      </p:sp>
      <p:sp>
        <p:nvSpPr>
          <p:cNvPr id="1139" name="Google Shape;1139;p50"/>
          <p:cNvSpPr txBox="1">
            <a:spLocks noGrp="1"/>
          </p:cNvSpPr>
          <p:nvPr>
            <p:ph type="body" idx="1"/>
          </p:nvPr>
        </p:nvSpPr>
        <p:spPr>
          <a:xfrm>
            <a:off x="720000" y="1197250"/>
            <a:ext cx="5527800" cy="32082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Increase addiction → more phone use, social media, gaming, apps</a:t>
            </a:r>
            <a:endParaRPr sz="1400"/>
          </a:p>
          <a:p>
            <a:pPr marL="457200" lvl="0" indent="-317500" algn="l" rtl="0">
              <a:lnSpc>
                <a:spcPct val="115000"/>
              </a:lnSpc>
              <a:spcBef>
                <a:spcPts val="0"/>
              </a:spcBef>
              <a:spcAft>
                <a:spcPts val="0"/>
              </a:spcAft>
              <a:buSzPts val="1400"/>
              <a:buChar char="●"/>
            </a:pPr>
            <a:r>
              <a:rPr lang="en" sz="1400"/>
              <a:t>Decrease addiction → more sleep, education, balanced usage</a:t>
            </a:r>
            <a:endParaRPr sz="1400"/>
          </a:p>
          <a:p>
            <a:pPr marL="457200" lvl="0" indent="-317500" algn="l" rtl="0">
              <a:lnSpc>
                <a:spcPct val="115000"/>
              </a:lnSpc>
              <a:spcBef>
                <a:spcPts val="0"/>
              </a:spcBef>
              <a:spcAft>
                <a:spcPts val="0"/>
              </a:spcAft>
              <a:buSzPts val="1400"/>
              <a:buChar char="●"/>
            </a:pPr>
            <a:r>
              <a:rPr lang="en" sz="1400"/>
              <a:t>Despite these behavioral changes, academic performance, anxiety, and depression show near zero relationship with addiction</a:t>
            </a:r>
            <a:endParaRPr sz="1400"/>
          </a:p>
          <a:p>
            <a:pPr marL="457200" lvl="0" indent="-317500" algn="l" rtl="0">
              <a:lnSpc>
                <a:spcPct val="115000"/>
              </a:lnSpc>
              <a:spcBef>
                <a:spcPts val="0"/>
              </a:spcBef>
              <a:spcAft>
                <a:spcPts val="0"/>
              </a:spcAft>
              <a:buSzPts val="1400"/>
              <a:buChar char="●"/>
            </a:pPr>
            <a:r>
              <a:rPr lang="en" sz="1400"/>
              <a:t>Indicates that addiction level reflects behavioral patterns, not direct academic outcomes</a:t>
            </a:r>
            <a:endParaRPr sz="1400"/>
          </a:p>
          <a:p>
            <a:pPr marL="457200" lvl="0" indent="-317500" algn="l" rtl="0">
              <a:lnSpc>
                <a:spcPct val="115000"/>
              </a:lnSpc>
              <a:spcBef>
                <a:spcPts val="0"/>
              </a:spcBef>
              <a:spcAft>
                <a:spcPts val="0"/>
              </a:spcAft>
              <a:buSzPts val="1400"/>
              <a:buChar char="●"/>
            </a:pPr>
            <a:r>
              <a:rPr lang="en" sz="1400"/>
              <a:t>Supports the idea that usage context matters</a:t>
            </a:r>
            <a:endParaRPr sz="1400"/>
          </a:p>
          <a:p>
            <a:pPr marL="914400" lvl="1" indent="-317500" algn="l" rtl="0">
              <a:lnSpc>
                <a:spcPct val="115000"/>
              </a:lnSpc>
              <a:spcBef>
                <a:spcPts val="0"/>
              </a:spcBef>
              <a:spcAft>
                <a:spcPts val="0"/>
              </a:spcAft>
              <a:buSzPts val="1400"/>
              <a:buChar char="○"/>
            </a:pPr>
            <a:r>
              <a:rPr lang="en" sz="1400"/>
              <a:t> Some heavy phone behaviors (e.g., gaming) may not harm academics</a:t>
            </a:r>
            <a:endParaRPr sz="1400"/>
          </a:p>
          <a:p>
            <a:pPr marL="457200" lvl="0" indent="-317500" algn="l" rtl="0">
              <a:lnSpc>
                <a:spcPct val="115000"/>
              </a:lnSpc>
              <a:spcBef>
                <a:spcPts val="0"/>
              </a:spcBef>
              <a:spcAft>
                <a:spcPts val="0"/>
              </a:spcAft>
              <a:buSzPts val="1400"/>
              <a:buChar char="●"/>
            </a:pPr>
            <a:r>
              <a:rPr lang="en" sz="1400"/>
              <a:t>Healthy habits and balanced usage should be encouraged</a:t>
            </a:r>
            <a:endParaRPr sz="1400"/>
          </a:p>
        </p:txBody>
      </p:sp>
      <p:grpSp>
        <p:nvGrpSpPr>
          <p:cNvPr id="1140" name="Google Shape;1140;p50"/>
          <p:cNvGrpSpPr/>
          <p:nvPr/>
        </p:nvGrpSpPr>
        <p:grpSpPr>
          <a:xfrm flipH="1">
            <a:off x="7283837" y="1502055"/>
            <a:ext cx="1583721" cy="3641441"/>
            <a:chOff x="150425" y="2599939"/>
            <a:chExt cx="924207" cy="2125024"/>
          </a:xfrm>
        </p:grpSpPr>
        <p:sp>
          <p:nvSpPr>
            <p:cNvPr id="1141" name="Google Shape;1141;p50"/>
            <p:cNvSpPr/>
            <p:nvPr/>
          </p:nvSpPr>
          <p:spPr>
            <a:xfrm>
              <a:off x="150425" y="2599939"/>
              <a:ext cx="707505" cy="554414"/>
            </a:xfrm>
            <a:custGeom>
              <a:avLst/>
              <a:gdLst/>
              <a:ahLst/>
              <a:cxnLst/>
              <a:rect l="l" t="t" r="r" b="b"/>
              <a:pathLst>
                <a:path w="18532" h="14522" extrusionOk="0">
                  <a:moveTo>
                    <a:pt x="12559" y="1"/>
                  </a:moveTo>
                  <a:cubicBezTo>
                    <a:pt x="11915" y="1"/>
                    <a:pt x="10706" y="307"/>
                    <a:pt x="10367" y="2520"/>
                  </a:cubicBezTo>
                  <a:cubicBezTo>
                    <a:pt x="9899" y="5581"/>
                    <a:pt x="8952" y="4567"/>
                    <a:pt x="6904" y="5064"/>
                  </a:cubicBezTo>
                  <a:cubicBezTo>
                    <a:pt x="3644" y="5855"/>
                    <a:pt x="1" y="7457"/>
                    <a:pt x="82" y="11090"/>
                  </a:cubicBezTo>
                  <a:lnTo>
                    <a:pt x="1060" y="11625"/>
                  </a:lnTo>
                  <a:cubicBezTo>
                    <a:pt x="1267" y="11010"/>
                    <a:pt x="1656" y="10215"/>
                    <a:pt x="2374" y="9720"/>
                  </a:cubicBezTo>
                  <a:lnTo>
                    <a:pt x="2374" y="9720"/>
                  </a:lnTo>
                  <a:cubicBezTo>
                    <a:pt x="2374" y="9720"/>
                    <a:pt x="2103" y="10943"/>
                    <a:pt x="2097" y="12193"/>
                  </a:cubicBezTo>
                  <a:lnTo>
                    <a:pt x="6351" y="14522"/>
                  </a:lnTo>
                  <a:cubicBezTo>
                    <a:pt x="6351" y="14522"/>
                    <a:pt x="6996" y="11011"/>
                    <a:pt x="9978" y="11011"/>
                  </a:cubicBezTo>
                  <a:cubicBezTo>
                    <a:pt x="10086" y="11011"/>
                    <a:pt x="10196" y="11015"/>
                    <a:pt x="10310" y="11025"/>
                  </a:cubicBezTo>
                  <a:cubicBezTo>
                    <a:pt x="10455" y="11037"/>
                    <a:pt x="10598" y="11043"/>
                    <a:pt x="10737" y="11043"/>
                  </a:cubicBezTo>
                  <a:cubicBezTo>
                    <a:pt x="12186" y="11043"/>
                    <a:pt x="13283" y="10395"/>
                    <a:pt x="14048" y="9412"/>
                  </a:cubicBezTo>
                  <a:cubicBezTo>
                    <a:pt x="18531" y="7600"/>
                    <a:pt x="15599" y="5472"/>
                    <a:pt x="16234" y="4692"/>
                  </a:cubicBezTo>
                  <a:cubicBezTo>
                    <a:pt x="17912" y="2628"/>
                    <a:pt x="17900" y="1116"/>
                    <a:pt x="16914" y="427"/>
                  </a:cubicBezTo>
                  <a:cubicBezTo>
                    <a:pt x="16515" y="147"/>
                    <a:pt x="16050" y="50"/>
                    <a:pt x="15597" y="50"/>
                  </a:cubicBezTo>
                  <a:cubicBezTo>
                    <a:pt x="14871" y="50"/>
                    <a:pt x="14174" y="300"/>
                    <a:pt x="13825" y="447"/>
                  </a:cubicBezTo>
                  <a:cubicBezTo>
                    <a:pt x="13358" y="106"/>
                    <a:pt x="12971" y="46"/>
                    <a:pt x="12971" y="46"/>
                  </a:cubicBezTo>
                  <a:cubicBezTo>
                    <a:pt x="12971" y="46"/>
                    <a:pt x="12807" y="1"/>
                    <a:pt x="125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50"/>
            <p:cNvSpPr/>
            <p:nvPr/>
          </p:nvSpPr>
          <p:spPr>
            <a:xfrm>
              <a:off x="339025" y="3706567"/>
              <a:ext cx="622866" cy="258614"/>
            </a:xfrm>
            <a:custGeom>
              <a:avLst/>
              <a:gdLst/>
              <a:ahLst/>
              <a:cxnLst/>
              <a:rect l="l" t="t" r="r" b="b"/>
              <a:pathLst>
                <a:path w="16315" h="6774" extrusionOk="0">
                  <a:moveTo>
                    <a:pt x="14307" y="1"/>
                  </a:moveTo>
                  <a:cubicBezTo>
                    <a:pt x="6001" y="1"/>
                    <a:pt x="0" y="5260"/>
                    <a:pt x="0" y="5260"/>
                  </a:cubicBezTo>
                  <a:cubicBezTo>
                    <a:pt x="322" y="6342"/>
                    <a:pt x="1183" y="6773"/>
                    <a:pt x="2353" y="6773"/>
                  </a:cubicBezTo>
                  <a:cubicBezTo>
                    <a:pt x="6953" y="6773"/>
                    <a:pt x="16315" y="104"/>
                    <a:pt x="16315" y="104"/>
                  </a:cubicBezTo>
                  <a:cubicBezTo>
                    <a:pt x="15632" y="34"/>
                    <a:pt x="14962" y="1"/>
                    <a:pt x="143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50"/>
            <p:cNvSpPr/>
            <p:nvPr/>
          </p:nvSpPr>
          <p:spPr>
            <a:xfrm>
              <a:off x="547286" y="3478492"/>
              <a:ext cx="527346" cy="991890"/>
            </a:xfrm>
            <a:custGeom>
              <a:avLst/>
              <a:gdLst/>
              <a:ahLst/>
              <a:cxnLst/>
              <a:rect l="l" t="t" r="r" b="b"/>
              <a:pathLst>
                <a:path w="13813" h="25981" extrusionOk="0">
                  <a:moveTo>
                    <a:pt x="7640" y="1"/>
                  </a:moveTo>
                  <a:cubicBezTo>
                    <a:pt x="5141" y="1"/>
                    <a:pt x="1" y="3828"/>
                    <a:pt x="1" y="3828"/>
                  </a:cubicBezTo>
                  <a:lnTo>
                    <a:pt x="8784" y="15184"/>
                  </a:lnTo>
                  <a:cubicBezTo>
                    <a:pt x="8784" y="15184"/>
                    <a:pt x="6984" y="16485"/>
                    <a:pt x="5764" y="18887"/>
                  </a:cubicBezTo>
                  <a:cubicBezTo>
                    <a:pt x="4546" y="21287"/>
                    <a:pt x="2494" y="23622"/>
                    <a:pt x="2494" y="23622"/>
                  </a:cubicBezTo>
                  <a:lnTo>
                    <a:pt x="4420" y="25980"/>
                  </a:lnTo>
                  <a:cubicBezTo>
                    <a:pt x="4420" y="25980"/>
                    <a:pt x="13798" y="16633"/>
                    <a:pt x="13805" y="15178"/>
                  </a:cubicBezTo>
                  <a:cubicBezTo>
                    <a:pt x="13813" y="13541"/>
                    <a:pt x="7748" y="3"/>
                    <a:pt x="7748" y="3"/>
                  </a:cubicBezTo>
                  <a:cubicBezTo>
                    <a:pt x="7712" y="1"/>
                    <a:pt x="7676" y="1"/>
                    <a:pt x="7640" y="1"/>
                  </a:cubicBezTo>
                  <a:close/>
                </a:path>
              </a:pathLst>
            </a:custGeom>
            <a:solidFill>
              <a:srgbClr val="ED70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50"/>
            <p:cNvSpPr/>
            <p:nvPr/>
          </p:nvSpPr>
          <p:spPr>
            <a:xfrm>
              <a:off x="519683" y="4380295"/>
              <a:ext cx="288431" cy="344514"/>
            </a:xfrm>
            <a:custGeom>
              <a:avLst/>
              <a:gdLst/>
              <a:ahLst/>
              <a:cxnLst/>
              <a:rect l="l" t="t" r="r" b="b"/>
              <a:pathLst>
                <a:path w="7555" h="9024" extrusionOk="0">
                  <a:moveTo>
                    <a:pt x="3217" y="1"/>
                  </a:moveTo>
                  <a:lnTo>
                    <a:pt x="0" y="2319"/>
                  </a:lnTo>
                  <a:lnTo>
                    <a:pt x="732" y="3179"/>
                  </a:lnTo>
                  <a:cubicBezTo>
                    <a:pt x="1143" y="3055"/>
                    <a:pt x="1465" y="3026"/>
                    <a:pt x="1678" y="3026"/>
                  </a:cubicBezTo>
                  <a:cubicBezTo>
                    <a:pt x="1872" y="3026"/>
                    <a:pt x="1976" y="3050"/>
                    <a:pt x="1976" y="3050"/>
                  </a:cubicBezTo>
                  <a:lnTo>
                    <a:pt x="2440" y="5188"/>
                  </a:lnTo>
                  <a:lnTo>
                    <a:pt x="5702" y="9023"/>
                  </a:lnTo>
                  <a:cubicBezTo>
                    <a:pt x="5702" y="9023"/>
                    <a:pt x="7272" y="8295"/>
                    <a:pt x="6317" y="6916"/>
                  </a:cubicBezTo>
                  <a:cubicBezTo>
                    <a:pt x="5671" y="5984"/>
                    <a:pt x="5545" y="4171"/>
                    <a:pt x="6308" y="3390"/>
                  </a:cubicBezTo>
                  <a:cubicBezTo>
                    <a:pt x="6768" y="2920"/>
                    <a:pt x="7555" y="2355"/>
                    <a:pt x="7555" y="2355"/>
                  </a:cubicBezTo>
                  <a:lnTo>
                    <a:pt x="5402" y="250"/>
                  </a:lnTo>
                  <a:lnTo>
                    <a:pt x="4534" y="1371"/>
                  </a:lnTo>
                  <a:lnTo>
                    <a:pt x="32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50"/>
            <p:cNvSpPr/>
            <p:nvPr/>
          </p:nvSpPr>
          <p:spPr>
            <a:xfrm>
              <a:off x="708588" y="4495440"/>
              <a:ext cx="66162" cy="90710"/>
            </a:xfrm>
            <a:custGeom>
              <a:avLst/>
              <a:gdLst/>
              <a:ahLst/>
              <a:cxnLst/>
              <a:rect l="l" t="t" r="r" b="b"/>
              <a:pathLst>
                <a:path w="1733" h="2376" fill="none" extrusionOk="0">
                  <a:moveTo>
                    <a:pt x="1" y="0"/>
                  </a:moveTo>
                  <a:lnTo>
                    <a:pt x="1732" y="1059"/>
                  </a:lnTo>
                  <a:lnTo>
                    <a:pt x="70" y="1204"/>
                  </a:lnTo>
                  <a:lnTo>
                    <a:pt x="1424" y="2371"/>
                  </a:lnTo>
                  <a:lnTo>
                    <a:pt x="15" y="2375"/>
                  </a:ln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50"/>
            <p:cNvSpPr/>
            <p:nvPr/>
          </p:nvSpPr>
          <p:spPr>
            <a:xfrm>
              <a:off x="558510" y="4440807"/>
              <a:ext cx="196805" cy="273389"/>
            </a:xfrm>
            <a:custGeom>
              <a:avLst/>
              <a:gdLst/>
              <a:ahLst/>
              <a:cxnLst/>
              <a:rect l="l" t="t" r="r" b="b"/>
              <a:pathLst>
                <a:path w="5155" h="7161" fill="none" extrusionOk="0">
                  <a:moveTo>
                    <a:pt x="0" y="1"/>
                  </a:moveTo>
                  <a:lnTo>
                    <a:pt x="2242" y="2405"/>
                  </a:lnTo>
                  <a:cubicBezTo>
                    <a:pt x="2242" y="2405"/>
                    <a:pt x="1991" y="3213"/>
                    <a:pt x="2326" y="3836"/>
                  </a:cubicBezTo>
                  <a:cubicBezTo>
                    <a:pt x="2660" y="4458"/>
                    <a:pt x="5155" y="7161"/>
                    <a:pt x="5155" y="716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50"/>
            <p:cNvSpPr/>
            <p:nvPr/>
          </p:nvSpPr>
          <p:spPr>
            <a:xfrm>
              <a:off x="459629" y="3496970"/>
              <a:ext cx="307749" cy="1076987"/>
            </a:xfrm>
            <a:custGeom>
              <a:avLst/>
              <a:gdLst/>
              <a:ahLst/>
              <a:cxnLst/>
              <a:rect l="l" t="t" r="r" b="b"/>
              <a:pathLst>
                <a:path w="8061" h="28210" extrusionOk="0">
                  <a:moveTo>
                    <a:pt x="1229" y="1"/>
                  </a:moveTo>
                  <a:lnTo>
                    <a:pt x="1229" y="2"/>
                  </a:lnTo>
                  <a:lnTo>
                    <a:pt x="1229" y="2"/>
                  </a:lnTo>
                  <a:cubicBezTo>
                    <a:pt x="1229" y="1"/>
                    <a:pt x="1229" y="1"/>
                    <a:pt x="1229" y="1"/>
                  </a:cubicBezTo>
                  <a:close/>
                  <a:moveTo>
                    <a:pt x="1229" y="2"/>
                  </a:moveTo>
                  <a:cubicBezTo>
                    <a:pt x="1235" y="124"/>
                    <a:pt x="1582" y="7651"/>
                    <a:pt x="793" y="10249"/>
                  </a:cubicBezTo>
                  <a:cubicBezTo>
                    <a:pt x="0" y="12869"/>
                    <a:pt x="570" y="28209"/>
                    <a:pt x="570" y="28209"/>
                  </a:cubicBezTo>
                  <a:lnTo>
                    <a:pt x="3331" y="28080"/>
                  </a:lnTo>
                  <a:cubicBezTo>
                    <a:pt x="3331" y="28080"/>
                    <a:pt x="6089" y="14723"/>
                    <a:pt x="6428" y="11342"/>
                  </a:cubicBezTo>
                  <a:cubicBezTo>
                    <a:pt x="6766" y="7957"/>
                    <a:pt x="8060" y="2"/>
                    <a:pt x="8060" y="2"/>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50"/>
            <p:cNvSpPr/>
            <p:nvPr/>
          </p:nvSpPr>
          <p:spPr>
            <a:xfrm>
              <a:off x="469174" y="4506015"/>
              <a:ext cx="353676" cy="218948"/>
            </a:xfrm>
            <a:custGeom>
              <a:avLst/>
              <a:gdLst/>
              <a:ahLst/>
              <a:cxnLst/>
              <a:rect l="l" t="t" r="r" b="b"/>
              <a:pathLst>
                <a:path w="9264" h="5735" extrusionOk="0">
                  <a:moveTo>
                    <a:pt x="4923" y="0"/>
                  </a:moveTo>
                  <a:lnTo>
                    <a:pt x="1922" y="278"/>
                  </a:lnTo>
                  <a:lnTo>
                    <a:pt x="2214" y="1665"/>
                  </a:lnTo>
                  <a:lnTo>
                    <a:pt x="320" y="1779"/>
                  </a:lnTo>
                  <a:lnTo>
                    <a:pt x="1" y="5735"/>
                  </a:lnTo>
                  <a:lnTo>
                    <a:pt x="1130" y="5735"/>
                  </a:lnTo>
                  <a:cubicBezTo>
                    <a:pt x="1458" y="4984"/>
                    <a:pt x="1839" y="4706"/>
                    <a:pt x="1839" y="4706"/>
                  </a:cubicBezTo>
                  <a:lnTo>
                    <a:pt x="3768" y="5735"/>
                  </a:lnTo>
                  <a:lnTo>
                    <a:pt x="8802" y="5735"/>
                  </a:lnTo>
                  <a:cubicBezTo>
                    <a:pt x="8802" y="5735"/>
                    <a:pt x="9263" y="4065"/>
                    <a:pt x="7595" y="3899"/>
                  </a:cubicBezTo>
                  <a:cubicBezTo>
                    <a:pt x="6467" y="3788"/>
                    <a:pt x="5004" y="2710"/>
                    <a:pt x="4903" y="1622"/>
                  </a:cubicBezTo>
                  <a:cubicBezTo>
                    <a:pt x="4844" y="967"/>
                    <a:pt x="4923" y="0"/>
                    <a:pt x="49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50"/>
            <p:cNvSpPr/>
            <p:nvPr/>
          </p:nvSpPr>
          <p:spPr>
            <a:xfrm>
              <a:off x="611807" y="4573934"/>
              <a:ext cx="104225" cy="82540"/>
            </a:xfrm>
            <a:custGeom>
              <a:avLst/>
              <a:gdLst/>
              <a:ahLst/>
              <a:cxnLst/>
              <a:rect l="l" t="t" r="r" b="b"/>
              <a:pathLst>
                <a:path w="2730" h="2162" fill="none" extrusionOk="0">
                  <a:moveTo>
                    <a:pt x="1" y="635"/>
                  </a:moveTo>
                  <a:lnTo>
                    <a:pt x="1929" y="0"/>
                  </a:lnTo>
                  <a:lnTo>
                    <a:pt x="964" y="1361"/>
                  </a:lnTo>
                  <a:lnTo>
                    <a:pt x="2730" y="1087"/>
                  </a:lnTo>
                  <a:lnTo>
                    <a:pt x="1820" y="2162"/>
                  </a:ln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50"/>
            <p:cNvSpPr/>
            <p:nvPr/>
          </p:nvSpPr>
          <p:spPr>
            <a:xfrm>
              <a:off x="473030" y="4671441"/>
              <a:ext cx="335771" cy="38597"/>
            </a:xfrm>
            <a:custGeom>
              <a:avLst/>
              <a:gdLst/>
              <a:ahLst/>
              <a:cxnLst/>
              <a:rect l="l" t="t" r="r" b="b"/>
              <a:pathLst>
                <a:path w="8795" h="1011" fill="none" extrusionOk="0">
                  <a:moveTo>
                    <a:pt x="1" y="149"/>
                  </a:moveTo>
                  <a:lnTo>
                    <a:pt x="3284" y="1"/>
                  </a:lnTo>
                  <a:cubicBezTo>
                    <a:pt x="3284" y="1"/>
                    <a:pt x="3739" y="714"/>
                    <a:pt x="4429" y="862"/>
                  </a:cubicBezTo>
                  <a:cubicBezTo>
                    <a:pt x="5120" y="1010"/>
                    <a:pt x="8795" y="862"/>
                    <a:pt x="8795" y="862"/>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50"/>
            <p:cNvSpPr/>
            <p:nvPr/>
          </p:nvSpPr>
          <p:spPr>
            <a:xfrm>
              <a:off x="393467" y="3241177"/>
              <a:ext cx="118541" cy="57572"/>
            </a:xfrm>
            <a:custGeom>
              <a:avLst/>
              <a:gdLst/>
              <a:ahLst/>
              <a:cxnLst/>
              <a:rect l="l" t="t" r="r" b="b"/>
              <a:pathLst>
                <a:path w="3105" h="1508" extrusionOk="0">
                  <a:moveTo>
                    <a:pt x="772" y="0"/>
                  </a:moveTo>
                  <a:cubicBezTo>
                    <a:pt x="537" y="0"/>
                    <a:pt x="280" y="24"/>
                    <a:pt x="0" y="77"/>
                  </a:cubicBezTo>
                  <a:cubicBezTo>
                    <a:pt x="0" y="77"/>
                    <a:pt x="258" y="1508"/>
                    <a:pt x="2267" y="1508"/>
                  </a:cubicBezTo>
                  <a:cubicBezTo>
                    <a:pt x="2518" y="1508"/>
                    <a:pt x="2796" y="1485"/>
                    <a:pt x="3105" y="1435"/>
                  </a:cubicBezTo>
                  <a:cubicBezTo>
                    <a:pt x="3105" y="1435"/>
                    <a:pt x="2603" y="0"/>
                    <a:pt x="7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50"/>
            <p:cNvSpPr/>
            <p:nvPr/>
          </p:nvSpPr>
          <p:spPr>
            <a:xfrm>
              <a:off x="404844" y="3224455"/>
              <a:ext cx="113044" cy="289882"/>
            </a:xfrm>
            <a:custGeom>
              <a:avLst/>
              <a:gdLst/>
              <a:ahLst/>
              <a:cxnLst/>
              <a:rect l="l" t="t" r="r" b="b"/>
              <a:pathLst>
                <a:path w="2961" h="7593" extrusionOk="0">
                  <a:moveTo>
                    <a:pt x="704" y="1"/>
                  </a:moveTo>
                  <a:cubicBezTo>
                    <a:pt x="460" y="1"/>
                    <a:pt x="220" y="50"/>
                    <a:pt x="0" y="173"/>
                  </a:cubicBezTo>
                  <a:cubicBezTo>
                    <a:pt x="0" y="173"/>
                    <a:pt x="221" y="5229"/>
                    <a:pt x="657" y="6764"/>
                  </a:cubicBezTo>
                  <a:cubicBezTo>
                    <a:pt x="657" y="6764"/>
                    <a:pt x="1247" y="7593"/>
                    <a:pt x="1851" y="7593"/>
                  </a:cubicBezTo>
                  <a:cubicBezTo>
                    <a:pt x="2200" y="7593"/>
                    <a:pt x="2554" y="7316"/>
                    <a:pt x="2802" y="6444"/>
                  </a:cubicBezTo>
                  <a:cubicBezTo>
                    <a:pt x="2961" y="5888"/>
                    <a:pt x="2709" y="1461"/>
                    <a:pt x="2802" y="850"/>
                  </a:cubicBezTo>
                  <a:cubicBezTo>
                    <a:pt x="2802" y="850"/>
                    <a:pt x="1717" y="1"/>
                    <a:pt x="704"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50"/>
            <p:cNvSpPr/>
            <p:nvPr/>
          </p:nvSpPr>
          <p:spPr>
            <a:xfrm>
              <a:off x="391749" y="2847791"/>
              <a:ext cx="159696" cy="448127"/>
            </a:xfrm>
            <a:custGeom>
              <a:avLst/>
              <a:gdLst/>
              <a:ahLst/>
              <a:cxnLst/>
              <a:rect l="l" t="t" r="r" b="b"/>
              <a:pathLst>
                <a:path w="4183" h="11738" extrusionOk="0">
                  <a:moveTo>
                    <a:pt x="1799" y="1"/>
                  </a:moveTo>
                  <a:cubicBezTo>
                    <a:pt x="690" y="1"/>
                    <a:pt x="339" y="1091"/>
                    <a:pt x="296" y="2339"/>
                  </a:cubicBezTo>
                  <a:cubicBezTo>
                    <a:pt x="253" y="3587"/>
                    <a:pt x="422" y="4893"/>
                    <a:pt x="505" y="5436"/>
                  </a:cubicBezTo>
                  <a:cubicBezTo>
                    <a:pt x="588" y="5978"/>
                    <a:pt x="450" y="8804"/>
                    <a:pt x="288" y="9401"/>
                  </a:cubicBezTo>
                  <a:cubicBezTo>
                    <a:pt x="127" y="10000"/>
                    <a:pt x="1" y="10107"/>
                    <a:pt x="44" y="10380"/>
                  </a:cubicBezTo>
                  <a:cubicBezTo>
                    <a:pt x="44" y="10380"/>
                    <a:pt x="55" y="10379"/>
                    <a:pt x="76" y="10379"/>
                  </a:cubicBezTo>
                  <a:cubicBezTo>
                    <a:pt x="355" y="10379"/>
                    <a:pt x="2367" y="10426"/>
                    <a:pt x="3148" y="11738"/>
                  </a:cubicBezTo>
                  <a:cubicBezTo>
                    <a:pt x="3148" y="11738"/>
                    <a:pt x="3273" y="10979"/>
                    <a:pt x="3526" y="8859"/>
                  </a:cubicBezTo>
                  <a:cubicBezTo>
                    <a:pt x="3780" y="6742"/>
                    <a:pt x="4183" y="1"/>
                    <a:pt x="17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50"/>
            <p:cNvSpPr/>
            <p:nvPr/>
          </p:nvSpPr>
          <p:spPr>
            <a:xfrm>
              <a:off x="400911" y="3213155"/>
              <a:ext cx="122206" cy="23517"/>
            </a:xfrm>
            <a:custGeom>
              <a:avLst/>
              <a:gdLst/>
              <a:ahLst/>
              <a:cxnLst/>
              <a:rect l="l" t="t" r="r" b="b"/>
              <a:pathLst>
                <a:path w="3201" h="616" fill="none" extrusionOk="0">
                  <a:moveTo>
                    <a:pt x="1" y="0"/>
                  </a:moveTo>
                  <a:cubicBezTo>
                    <a:pt x="1079" y="70"/>
                    <a:pt x="2176" y="276"/>
                    <a:pt x="3200" y="616"/>
                  </a:cubicBezTo>
                </a:path>
              </a:pathLst>
            </a:custGeom>
            <a:noFill/>
            <a:ln w="175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50"/>
            <p:cNvSpPr/>
            <p:nvPr/>
          </p:nvSpPr>
          <p:spPr>
            <a:xfrm>
              <a:off x="409081" y="3038414"/>
              <a:ext cx="43217" cy="127780"/>
            </a:xfrm>
            <a:custGeom>
              <a:avLst/>
              <a:gdLst/>
              <a:ahLst/>
              <a:cxnLst/>
              <a:rect l="l" t="t" r="r" b="b"/>
              <a:pathLst>
                <a:path w="1132" h="3347" fill="none" extrusionOk="0">
                  <a:moveTo>
                    <a:pt x="0" y="1"/>
                  </a:moveTo>
                  <a:cubicBezTo>
                    <a:pt x="46" y="377"/>
                    <a:pt x="229" y="720"/>
                    <a:pt x="389" y="1064"/>
                  </a:cubicBezTo>
                  <a:cubicBezTo>
                    <a:pt x="727" y="1792"/>
                    <a:pt x="977" y="2558"/>
                    <a:pt x="1132" y="3347"/>
                  </a:cubicBezTo>
                  <a:cubicBezTo>
                    <a:pt x="874" y="3157"/>
                    <a:pt x="645" y="2924"/>
                    <a:pt x="464" y="2662"/>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50"/>
            <p:cNvSpPr/>
            <p:nvPr/>
          </p:nvSpPr>
          <p:spPr>
            <a:xfrm>
              <a:off x="339025" y="3161462"/>
              <a:ext cx="622866" cy="745950"/>
            </a:xfrm>
            <a:custGeom>
              <a:avLst/>
              <a:gdLst/>
              <a:ahLst/>
              <a:cxnLst/>
              <a:rect l="l" t="t" r="r" b="b"/>
              <a:pathLst>
                <a:path w="16315" h="19539" extrusionOk="0">
                  <a:moveTo>
                    <a:pt x="7208" y="0"/>
                  </a:moveTo>
                  <a:cubicBezTo>
                    <a:pt x="6803" y="0"/>
                    <a:pt x="6447" y="73"/>
                    <a:pt x="6172" y="245"/>
                  </a:cubicBezTo>
                  <a:cubicBezTo>
                    <a:pt x="3471" y="1932"/>
                    <a:pt x="3144" y="5880"/>
                    <a:pt x="2233" y="8933"/>
                  </a:cubicBezTo>
                  <a:cubicBezTo>
                    <a:pt x="1701" y="10710"/>
                    <a:pt x="1382" y="11585"/>
                    <a:pt x="1065" y="13410"/>
                  </a:cubicBezTo>
                  <a:cubicBezTo>
                    <a:pt x="709" y="15453"/>
                    <a:pt x="356" y="17495"/>
                    <a:pt x="0" y="19538"/>
                  </a:cubicBezTo>
                  <a:cubicBezTo>
                    <a:pt x="1724" y="18188"/>
                    <a:pt x="4962" y="16661"/>
                    <a:pt x="8157" y="15626"/>
                  </a:cubicBezTo>
                  <a:cubicBezTo>
                    <a:pt x="9152" y="15304"/>
                    <a:pt x="13497" y="14379"/>
                    <a:pt x="16055" y="14379"/>
                  </a:cubicBezTo>
                  <a:cubicBezTo>
                    <a:pt x="16144" y="14379"/>
                    <a:pt x="16231" y="14380"/>
                    <a:pt x="16315" y="14382"/>
                  </a:cubicBezTo>
                  <a:cubicBezTo>
                    <a:pt x="15748" y="9993"/>
                    <a:pt x="13442" y="6620"/>
                    <a:pt x="13135" y="2207"/>
                  </a:cubicBezTo>
                  <a:cubicBezTo>
                    <a:pt x="13135" y="2204"/>
                    <a:pt x="9433" y="0"/>
                    <a:pt x="72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50"/>
            <p:cNvSpPr/>
            <p:nvPr/>
          </p:nvSpPr>
          <p:spPr>
            <a:xfrm>
              <a:off x="552211" y="3184330"/>
              <a:ext cx="131063" cy="90328"/>
            </a:xfrm>
            <a:custGeom>
              <a:avLst/>
              <a:gdLst/>
              <a:ahLst/>
              <a:cxnLst/>
              <a:rect l="l" t="t" r="r" b="b"/>
              <a:pathLst>
                <a:path w="3433" h="2366" fill="none" extrusionOk="0">
                  <a:moveTo>
                    <a:pt x="1" y="1491"/>
                  </a:moveTo>
                  <a:cubicBezTo>
                    <a:pt x="1" y="1491"/>
                    <a:pt x="1846" y="2365"/>
                    <a:pt x="3432" y="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50"/>
            <p:cNvSpPr/>
            <p:nvPr/>
          </p:nvSpPr>
          <p:spPr>
            <a:xfrm>
              <a:off x="353876" y="3630173"/>
              <a:ext cx="599578" cy="191727"/>
            </a:xfrm>
            <a:custGeom>
              <a:avLst/>
              <a:gdLst/>
              <a:ahLst/>
              <a:cxnLst/>
              <a:rect l="l" t="t" r="r" b="b"/>
              <a:pathLst>
                <a:path w="15705" h="5022" fill="none" extrusionOk="0">
                  <a:moveTo>
                    <a:pt x="1" y="5021"/>
                  </a:moveTo>
                  <a:cubicBezTo>
                    <a:pt x="1" y="5021"/>
                    <a:pt x="8789" y="0"/>
                    <a:pt x="15705" y="799"/>
                  </a:cubicBezTo>
                </a:path>
              </a:pathLst>
            </a:custGeom>
            <a:noFill/>
            <a:ln w="1750" cap="flat" cmpd="sng">
              <a:solidFill>
                <a:srgbClr val="FFFFFF"/>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50"/>
            <p:cNvSpPr/>
            <p:nvPr/>
          </p:nvSpPr>
          <p:spPr>
            <a:xfrm>
              <a:off x="371896" y="3171388"/>
              <a:ext cx="252582" cy="710369"/>
            </a:xfrm>
            <a:custGeom>
              <a:avLst/>
              <a:gdLst/>
              <a:ahLst/>
              <a:cxnLst/>
              <a:rect l="l" t="t" r="r" b="b"/>
              <a:pathLst>
                <a:path w="6616" h="18607" fill="none" extrusionOk="0">
                  <a:moveTo>
                    <a:pt x="6615" y="0"/>
                  </a:moveTo>
                  <a:cubicBezTo>
                    <a:pt x="5232" y="859"/>
                    <a:pt x="4273" y="2285"/>
                    <a:pt x="3671" y="3800"/>
                  </a:cubicBezTo>
                  <a:cubicBezTo>
                    <a:pt x="3069" y="5313"/>
                    <a:pt x="2783" y="6931"/>
                    <a:pt x="2467" y="8529"/>
                  </a:cubicBezTo>
                  <a:cubicBezTo>
                    <a:pt x="1796" y="11922"/>
                    <a:pt x="973" y="15286"/>
                    <a:pt x="0" y="18607"/>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50"/>
            <p:cNvSpPr/>
            <p:nvPr/>
          </p:nvSpPr>
          <p:spPr>
            <a:xfrm>
              <a:off x="757609" y="3219492"/>
              <a:ext cx="28939" cy="208258"/>
            </a:xfrm>
            <a:custGeom>
              <a:avLst/>
              <a:gdLst/>
              <a:ahLst/>
              <a:cxnLst/>
              <a:rect l="l" t="t" r="r" b="b"/>
              <a:pathLst>
                <a:path w="758" h="5455" fill="none" extrusionOk="0">
                  <a:moveTo>
                    <a:pt x="512" y="0"/>
                  </a:moveTo>
                  <a:cubicBezTo>
                    <a:pt x="267" y="878"/>
                    <a:pt x="23" y="1770"/>
                    <a:pt x="11" y="2682"/>
                  </a:cubicBezTo>
                  <a:cubicBezTo>
                    <a:pt x="0" y="3652"/>
                    <a:pt x="261" y="4621"/>
                    <a:pt x="758" y="5454"/>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50"/>
            <p:cNvSpPr/>
            <p:nvPr/>
          </p:nvSpPr>
          <p:spPr>
            <a:xfrm>
              <a:off x="903182" y="2739442"/>
              <a:ext cx="93649" cy="178976"/>
            </a:xfrm>
            <a:custGeom>
              <a:avLst/>
              <a:gdLst/>
              <a:ahLst/>
              <a:cxnLst/>
              <a:rect l="l" t="t" r="r" b="b"/>
              <a:pathLst>
                <a:path w="2453" h="4688" extrusionOk="0">
                  <a:moveTo>
                    <a:pt x="0" y="0"/>
                  </a:moveTo>
                  <a:lnTo>
                    <a:pt x="64" y="4688"/>
                  </a:lnTo>
                  <a:lnTo>
                    <a:pt x="2452" y="4688"/>
                  </a:lnTo>
                  <a:lnTo>
                    <a:pt x="24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50"/>
            <p:cNvSpPr/>
            <p:nvPr/>
          </p:nvSpPr>
          <p:spPr>
            <a:xfrm>
              <a:off x="918682" y="2756125"/>
              <a:ext cx="13057" cy="13057"/>
            </a:xfrm>
            <a:custGeom>
              <a:avLst/>
              <a:gdLst/>
              <a:ahLst/>
              <a:cxnLst/>
              <a:rect l="l" t="t" r="r" b="b"/>
              <a:pathLst>
                <a:path w="342" h="342" extrusionOk="0">
                  <a:moveTo>
                    <a:pt x="174" y="0"/>
                  </a:moveTo>
                  <a:cubicBezTo>
                    <a:pt x="173" y="0"/>
                    <a:pt x="172" y="0"/>
                    <a:pt x="171" y="0"/>
                  </a:cubicBezTo>
                  <a:cubicBezTo>
                    <a:pt x="76" y="0"/>
                    <a:pt x="1" y="76"/>
                    <a:pt x="1" y="171"/>
                  </a:cubicBezTo>
                  <a:cubicBezTo>
                    <a:pt x="1" y="264"/>
                    <a:pt x="76" y="341"/>
                    <a:pt x="171" y="341"/>
                  </a:cubicBezTo>
                  <a:cubicBezTo>
                    <a:pt x="266" y="341"/>
                    <a:pt x="342" y="264"/>
                    <a:pt x="342" y="171"/>
                  </a:cubicBezTo>
                  <a:cubicBezTo>
                    <a:pt x="342" y="77"/>
                    <a:pt x="267" y="0"/>
                    <a:pt x="1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50"/>
            <p:cNvSpPr/>
            <p:nvPr/>
          </p:nvSpPr>
          <p:spPr>
            <a:xfrm>
              <a:off x="918682" y="2778650"/>
              <a:ext cx="13057" cy="13057"/>
            </a:xfrm>
            <a:custGeom>
              <a:avLst/>
              <a:gdLst/>
              <a:ahLst/>
              <a:cxnLst/>
              <a:rect l="l" t="t" r="r" b="b"/>
              <a:pathLst>
                <a:path w="342" h="342" extrusionOk="0">
                  <a:moveTo>
                    <a:pt x="171" y="0"/>
                  </a:moveTo>
                  <a:cubicBezTo>
                    <a:pt x="76" y="0"/>
                    <a:pt x="1" y="76"/>
                    <a:pt x="1" y="171"/>
                  </a:cubicBezTo>
                  <a:cubicBezTo>
                    <a:pt x="1" y="266"/>
                    <a:pt x="76" y="341"/>
                    <a:pt x="171" y="341"/>
                  </a:cubicBezTo>
                  <a:cubicBezTo>
                    <a:pt x="266" y="341"/>
                    <a:pt x="342" y="266"/>
                    <a:pt x="342" y="171"/>
                  </a:cubicBezTo>
                  <a:cubicBezTo>
                    <a:pt x="342" y="76"/>
                    <a:pt x="266" y="0"/>
                    <a:pt x="1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50"/>
            <p:cNvSpPr/>
            <p:nvPr/>
          </p:nvSpPr>
          <p:spPr>
            <a:xfrm>
              <a:off x="811593" y="2952971"/>
              <a:ext cx="213412" cy="260256"/>
            </a:xfrm>
            <a:custGeom>
              <a:avLst/>
              <a:gdLst/>
              <a:ahLst/>
              <a:cxnLst/>
              <a:rect l="l" t="t" r="r" b="b"/>
              <a:pathLst>
                <a:path w="5590" h="6817" extrusionOk="0">
                  <a:moveTo>
                    <a:pt x="4355" y="0"/>
                  </a:moveTo>
                  <a:cubicBezTo>
                    <a:pt x="3836" y="257"/>
                    <a:pt x="515" y="3947"/>
                    <a:pt x="1" y="4283"/>
                  </a:cubicBezTo>
                  <a:cubicBezTo>
                    <a:pt x="1" y="4283"/>
                    <a:pt x="150" y="6403"/>
                    <a:pt x="1375" y="6817"/>
                  </a:cubicBezTo>
                  <a:cubicBezTo>
                    <a:pt x="1375" y="6817"/>
                    <a:pt x="4356" y="2764"/>
                    <a:pt x="5590" y="1022"/>
                  </a:cubicBezTo>
                  <a:lnTo>
                    <a:pt x="4355" y="0"/>
                  </a:ln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50"/>
            <p:cNvSpPr/>
            <p:nvPr/>
          </p:nvSpPr>
          <p:spPr>
            <a:xfrm>
              <a:off x="909558" y="2823853"/>
              <a:ext cx="138546" cy="168859"/>
            </a:xfrm>
            <a:custGeom>
              <a:avLst/>
              <a:gdLst/>
              <a:ahLst/>
              <a:cxnLst/>
              <a:rect l="l" t="t" r="r" b="b"/>
              <a:pathLst>
                <a:path w="3629" h="4423" extrusionOk="0">
                  <a:moveTo>
                    <a:pt x="1485" y="1"/>
                  </a:moveTo>
                  <a:cubicBezTo>
                    <a:pt x="1358" y="1"/>
                    <a:pt x="1137" y="807"/>
                    <a:pt x="1827" y="1474"/>
                  </a:cubicBezTo>
                  <a:cubicBezTo>
                    <a:pt x="1827" y="1474"/>
                    <a:pt x="1040" y="853"/>
                    <a:pt x="581" y="428"/>
                  </a:cubicBezTo>
                  <a:cubicBezTo>
                    <a:pt x="568" y="417"/>
                    <a:pt x="558" y="411"/>
                    <a:pt x="551" y="411"/>
                  </a:cubicBezTo>
                  <a:cubicBezTo>
                    <a:pt x="429" y="411"/>
                    <a:pt x="804" y="1674"/>
                    <a:pt x="1560" y="1786"/>
                  </a:cubicBezTo>
                  <a:cubicBezTo>
                    <a:pt x="1560" y="1786"/>
                    <a:pt x="647" y="1781"/>
                    <a:pt x="287" y="1678"/>
                  </a:cubicBezTo>
                  <a:cubicBezTo>
                    <a:pt x="264" y="1671"/>
                    <a:pt x="244" y="1668"/>
                    <a:pt x="227" y="1668"/>
                  </a:cubicBezTo>
                  <a:cubicBezTo>
                    <a:pt x="1" y="1668"/>
                    <a:pt x="326" y="2227"/>
                    <a:pt x="1211" y="2227"/>
                  </a:cubicBezTo>
                  <a:cubicBezTo>
                    <a:pt x="1290" y="2227"/>
                    <a:pt x="1373" y="2222"/>
                    <a:pt x="1461" y="2213"/>
                  </a:cubicBezTo>
                  <a:lnTo>
                    <a:pt x="1461" y="2213"/>
                  </a:lnTo>
                  <a:cubicBezTo>
                    <a:pt x="1461" y="2213"/>
                    <a:pt x="1323" y="2929"/>
                    <a:pt x="1789" y="3381"/>
                  </a:cubicBezTo>
                  <a:cubicBezTo>
                    <a:pt x="1789" y="3382"/>
                    <a:pt x="1709" y="4423"/>
                    <a:pt x="2764" y="4423"/>
                  </a:cubicBezTo>
                  <a:cubicBezTo>
                    <a:pt x="2844" y="4423"/>
                    <a:pt x="2930" y="4417"/>
                    <a:pt x="3024" y="4404"/>
                  </a:cubicBezTo>
                  <a:cubicBezTo>
                    <a:pt x="3024" y="4404"/>
                    <a:pt x="3628" y="3623"/>
                    <a:pt x="3477" y="2985"/>
                  </a:cubicBezTo>
                  <a:cubicBezTo>
                    <a:pt x="3359" y="2490"/>
                    <a:pt x="2866" y="2045"/>
                    <a:pt x="2542" y="481"/>
                  </a:cubicBezTo>
                  <a:cubicBezTo>
                    <a:pt x="2523" y="389"/>
                    <a:pt x="2491" y="349"/>
                    <a:pt x="2457" y="349"/>
                  </a:cubicBezTo>
                  <a:cubicBezTo>
                    <a:pt x="2336" y="349"/>
                    <a:pt x="2176" y="852"/>
                    <a:pt x="2371" y="1307"/>
                  </a:cubicBezTo>
                  <a:cubicBezTo>
                    <a:pt x="2371" y="1307"/>
                    <a:pt x="1654" y="449"/>
                    <a:pt x="1531" y="54"/>
                  </a:cubicBezTo>
                  <a:cubicBezTo>
                    <a:pt x="1519" y="18"/>
                    <a:pt x="1503" y="1"/>
                    <a:pt x="1485"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50"/>
            <p:cNvSpPr/>
            <p:nvPr/>
          </p:nvSpPr>
          <p:spPr>
            <a:xfrm>
              <a:off x="688049" y="2892306"/>
              <a:ext cx="137286" cy="147976"/>
            </a:xfrm>
            <a:custGeom>
              <a:avLst/>
              <a:gdLst/>
              <a:ahLst/>
              <a:cxnLst/>
              <a:rect l="l" t="t" r="r" b="b"/>
              <a:pathLst>
                <a:path w="3596" h="3876" extrusionOk="0">
                  <a:moveTo>
                    <a:pt x="284" y="0"/>
                  </a:moveTo>
                  <a:lnTo>
                    <a:pt x="284" y="0"/>
                  </a:lnTo>
                  <a:cubicBezTo>
                    <a:pt x="0" y="1979"/>
                    <a:pt x="2722" y="3875"/>
                    <a:pt x="2722" y="3875"/>
                  </a:cubicBezTo>
                  <a:cubicBezTo>
                    <a:pt x="2722" y="3875"/>
                    <a:pt x="3595" y="764"/>
                    <a:pt x="2722" y="418"/>
                  </a:cubicBezTo>
                  <a:cubicBezTo>
                    <a:pt x="1851" y="71"/>
                    <a:pt x="284" y="0"/>
                    <a:pt x="2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50"/>
            <p:cNvSpPr/>
            <p:nvPr/>
          </p:nvSpPr>
          <p:spPr>
            <a:xfrm>
              <a:off x="437104" y="2846264"/>
              <a:ext cx="442630" cy="418884"/>
            </a:xfrm>
            <a:custGeom>
              <a:avLst/>
              <a:gdLst/>
              <a:ahLst/>
              <a:cxnLst/>
              <a:rect l="l" t="t" r="r" b="b"/>
              <a:pathLst>
                <a:path w="11594" h="10972" extrusionOk="0">
                  <a:moveTo>
                    <a:pt x="956" y="1"/>
                  </a:moveTo>
                  <a:cubicBezTo>
                    <a:pt x="817" y="1"/>
                    <a:pt x="699" y="14"/>
                    <a:pt x="612" y="42"/>
                  </a:cubicBezTo>
                  <a:cubicBezTo>
                    <a:pt x="0" y="246"/>
                    <a:pt x="1406" y="3084"/>
                    <a:pt x="1938" y="4678"/>
                  </a:cubicBezTo>
                  <a:cubicBezTo>
                    <a:pt x="2049" y="5006"/>
                    <a:pt x="2120" y="5283"/>
                    <a:pt x="2132" y="5471"/>
                  </a:cubicBezTo>
                  <a:cubicBezTo>
                    <a:pt x="2178" y="6293"/>
                    <a:pt x="2765" y="6810"/>
                    <a:pt x="3113" y="7197"/>
                  </a:cubicBezTo>
                  <a:cubicBezTo>
                    <a:pt x="3235" y="7330"/>
                    <a:pt x="3327" y="7449"/>
                    <a:pt x="3358" y="7560"/>
                  </a:cubicBezTo>
                  <a:cubicBezTo>
                    <a:pt x="3483" y="7990"/>
                    <a:pt x="2683" y="8728"/>
                    <a:pt x="2562" y="8973"/>
                  </a:cubicBezTo>
                  <a:cubicBezTo>
                    <a:pt x="2552" y="8993"/>
                    <a:pt x="2555" y="9002"/>
                    <a:pt x="2574" y="9002"/>
                  </a:cubicBezTo>
                  <a:cubicBezTo>
                    <a:pt x="2659" y="9002"/>
                    <a:pt x="3054" y="8835"/>
                    <a:pt x="3899" y="8835"/>
                  </a:cubicBezTo>
                  <a:cubicBezTo>
                    <a:pt x="5142" y="8835"/>
                    <a:pt x="7361" y="9195"/>
                    <a:pt x="11008" y="10971"/>
                  </a:cubicBezTo>
                  <a:cubicBezTo>
                    <a:pt x="11008" y="10971"/>
                    <a:pt x="11134" y="10134"/>
                    <a:pt x="11008" y="9069"/>
                  </a:cubicBezTo>
                  <a:cubicBezTo>
                    <a:pt x="10922" y="8329"/>
                    <a:pt x="10618" y="6927"/>
                    <a:pt x="10618" y="6927"/>
                  </a:cubicBezTo>
                  <a:cubicBezTo>
                    <a:pt x="10618" y="6927"/>
                    <a:pt x="11593" y="6491"/>
                    <a:pt x="11541" y="5262"/>
                  </a:cubicBezTo>
                  <a:cubicBezTo>
                    <a:pt x="11492" y="4036"/>
                    <a:pt x="8520" y="1566"/>
                    <a:pt x="6857" y="1208"/>
                  </a:cubicBezTo>
                  <a:cubicBezTo>
                    <a:pt x="5760" y="970"/>
                    <a:pt x="4267" y="711"/>
                    <a:pt x="4267" y="711"/>
                  </a:cubicBezTo>
                  <a:cubicBezTo>
                    <a:pt x="4267" y="711"/>
                    <a:pt x="1997" y="1"/>
                    <a:pt x="9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50"/>
            <p:cNvSpPr/>
            <p:nvPr/>
          </p:nvSpPr>
          <p:spPr>
            <a:xfrm>
              <a:off x="529839" y="2973282"/>
              <a:ext cx="47646" cy="147747"/>
            </a:xfrm>
            <a:custGeom>
              <a:avLst/>
              <a:gdLst/>
              <a:ahLst/>
              <a:cxnLst/>
              <a:rect l="l" t="t" r="r" b="b"/>
              <a:pathLst>
                <a:path w="1248" h="3870" extrusionOk="0">
                  <a:moveTo>
                    <a:pt x="1" y="1"/>
                  </a:moveTo>
                  <a:lnTo>
                    <a:pt x="1" y="1"/>
                  </a:lnTo>
                  <a:cubicBezTo>
                    <a:pt x="112" y="1035"/>
                    <a:pt x="120" y="2166"/>
                    <a:pt x="84" y="3179"/>
                  </a:cubicBezTo>
                  <a:cubicBezTo>
                    <a:pt x="280" y="3455"/>
                    <a:pt x="511" y="3679"/>
                    <a:pt x="683" y="3870"/>
                  </a:cubicBezTo>
                  <a:cubicBezTo>
                    <a:pt x="1248" y="1663"/>
                    <a:pt x="1"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50"/>
            <p:cNvSpPr/>
            <p:nvPr/>
          </p:nvSpPr>
          <p:spPr>
            <a:xfrm>
              <a:off x="771697" y="2927163"/>
              <a:ext cx="34016" cy="26419"/>
            </a:xfrm>
            <a:custGeom>
              <a:avLst/>
              <a:gdLst/>
              <a:ahLst/>
              <a:cxnLst/>
              <a:rect l="l" t="t" r="r" b="b"/>
              <a:pathLst>
                <a:path w="891" h="692" fill="none" extrusionOk="0">
                  <a:moveTo>
                    <a:pt x="1" y="0"/>
                  </a:moveTo>
                  <a:cubicBezTo>
                    <a:pt x="257" y="276"/>
                    <a:pt x="559" y="510"/>
                    <a:pt x="890" y="69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50"/>
            <p:cNvSpPr/>
            <p:nvPr/>
          </p:nvSpPr>
          <p:spPr>
            <a:xfrm>
              <a:off x="660331" y="3066093"/>
              <a:ext cx="79218" cy="22448"/>
            </a:xfrm>
            <a:custGeom>
              <a:avLst/>
              <a:gdLst/>
              <a:ahLst/>
              <a:cxnLst/>
              <a:rect l="l" t="t" r="r" b="b"/>
              <a:pathLst>
                <a:path w="2075" h="588" fill="none" extrusionOk="0">
                  <a:moveTo>
                    <a:pt x="0" y="492"/>
                  </a:moveTo>
                  <a:cubicBezTo>
                    <a:pt x="721" y="588"/>
                    <a:pt x="1474" y="410"/>
                    <a:pt x="2074" y="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50"/>
            <p:cNvSpPr/>
            <p:nvPr/>
          </p:nvSpPr>
          <p:spPr>
            <a:xfrm>
              <a:off x="801399" y="3110723"/>
              <a:ext cx="40964" cy="7674"/>
            </a:xfrm>
            <a:custGeom>
              <a:avLst/>
              <a:gdLst/>
              <a:ahLst/>
              <a:cxnLst/>
              <a:rect l="l" t="t" r="r" b="b"/>
              <a:pathLst>
                <a:path w="1073" h="201" fill="none" extrusionOk="0">
                  <a:moveTo>
                    <a:pt x="1073" y="0"/>
                  </a:moveTo>
                  <a:cubicBezTo>
                    <a:pt x="1073" y="0"/>
                    <a:pt x="582" y="200"/>
                    <a:pt x="1" y="90"/>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50"/>
            <p:cNvSpPr/>
            <p:nvPr/>
          </p:nvSpPr>
          <p:spPr>
            <a:xfrm>
              <a:off x="555838" y="3119466"/>
              <a:ext cx="303740" cy="109340"/>
            </a:xfrm>
            <a:custGeom>
              <a:avLst/>
              <a:gdLst/>
              <a:ahLst/>
              <a:cxnLst/>
              <a:rect l="l" t="t" r="r" b="b"/>
              <a:pathLst>
                <a:path w="7956" h="2864" fill="none" extrusionOk="0">
                  <a:moveTo>
                    <a:pt x="0" y="1101"/>
                  </a:moveTo>
                  <a:cubicBezTo>
                    <a:pt x="0" y="1101"/>
                    <a:pt x="1926" y="1"/>
                    <a:pt x="7955" y="2863"/>
                  </a:cubicBezTo>
                </a:path>
              </a:pathLst>
            </a:custGeom>
            <a:noFill/>
            <a:ln w="175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50"/>
            <p:cNvSpPr/>
            <p:nvPr/>
          </p:nvSpPr>
          <p:spPr>
            <a:xfrm>
              <a:off x="599972" y="2767083"/>
              <a:ext cx="131636" cy="199057"/>
            </a:xfrm>
            <a:custGeom>
              <a:avLst/>
              <a:gdLst/>
              <a:ahLst/>
              <a:cxnLst/>
              <a:rect l="l" t="t" r="r" b="b"/>
              <a:pathLst>
                <a:path w="3448" h="5214" extrusionOk="0">
                  <a:moveTo>
                    <a:pt x="134" y="1"/>
                  </a:moveTo>
                  <a:lnTo>
                    <a:pt x="1" y="2784"/>
                  </a:lnTo>
                  <a:cubicBezTo>
                    <a:pt x="1" y="2784"/>
                    <a:pt x="589" y="5213"/>
                    <a:pt x="1704" y="5213"/>
                  </a:cubicBezTo>
                  <a:cubicBezTo>
                    <a:pt x="1704" y="5213"/>
                    <a:pt x="1705" y="5213"/>
                    <a:pt x="1706" y="5213"/>
                  </a:cubicBezTo>
                  <a:cubicBezTo>
                    <a:pt x="3448" y="5207"/>
                    <a:pt x="2591" y="3280"/>
                    <a:pt x="2591" y="3280"/>
                  </a:cubicBezTo>
                  <a:lnTo>
                    <a:pt x="2146" y="382"/>
                  </a:lnTo>
                  <a:lnTo>
                    <a:pt x="134" y="1"/>
                  </a:ln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50"/>
            <p:cNvSpPr/>
            <p:nvPr/>
          </p:nvSpPr>
          <p:spPr>
            <a:xfrm>
              <a:off x="622459" y="2781628"/>
              <a:ext cx="69827" cy="67918"/>
            </a:xfrm>
            <a:custGeom>
              <a:avLst/>
              <a:gdLst/>
              <a:ahLst/>
              <a:cxnLst/>
              <a:rect l="l" t="t" r="r" b="b"/>
              <a:pathLst>
                <a:path w="1829" h="1779" extrusionOk="0">
                  <a:moveTo>
                    <a:pt x="1560" y="1"/>
                  </a:moveTo>
                  <a:lnTo>
                    <a:pt x="0" y="84"/>
                  </a:lnTo>
                  <a:cubicBezTo>
                    <a:pt x="0" y="84"/>
                    <a:pt x="117" y="1778"/>
                    <a:pt x="1545" y="1778"/>
                  </a:cubicBezTo>
                  <a:cubicBezTo>
                    <a:pt x="1634" y="1778"/>
                    <a:pt x="1729" y="1772"/>
                    <a:pt x="1828" y="1758"/>
                  </a:cubicBezTo>
                  <a:lnTo>
                    <a:pt x="1560" y="1"/>
                  </a:lnTo>
                  <a:close/>
                </a:path>
              </a:pathLst>
            </a:custGeom>
            <a:solidFill>
              <a:srgbClr val="332C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50"/>
            <p:cNvSpPr/>
            <p:nvPr/>
          </p:nvSpPr>
          <p:spPr>
            <a:xfrm>
              <a:off x="592183" y="2653923"/>
              <a:ext cx="137401" cy="172906"/>
            </a:xfrm>
            <a:custGeom>
              <a:avLst/>
              <a:gdLst/>
              <a:ahLst/>
              <a:cxnLst/>
              <a:rect l="l" t="t" r="r" b="b"/>
              <a:pathLst>
                <a:path w="3599" h="4529" extrusionOk="0">
                  <a:moveTo>
                    <a:pt x="1858" y="1"/>
                  </a:moveTo>
                  <a:cubicBezTo>
                    <a:pt x="1355" y="1"/>
                    <a:pt x="876" y="192"/>
                    <a:pt x="687" y="437"/>
                  </a:cubicBezTo>
                  <a:cubicBezTo>
                    <a:pt x="100" y="1199"/>
                    <a:pt x="0" y="2495"/>
                    <a:pt x="392" y="3356"/>
                  </a:cubicBezTo>
                  <a:cubicBezTo>
                    <a:pt x="692" y="4017"/>
                    <a:pt x="1489" y="4528"/>
                    <a:pt x="2241" y="4528"/>
                  </a:cubicBezTo>
                  <a:cubicBezTo>
                    <a:pt x="2473" y="4528"/>
                    <a:pt x="2701" y="4480"/>
                    <a:pt x="2909" y="4372"/>
                  </a:cubicBezTo>
                  <a:cubicBezTo>
                    <a:pt x="3442" y="4096"/>
                    <a:pt x="3598" y="3592"/>
                    <a:pt x="3570" y="2875"/>
                  </a:cubicBezTo>
                  <a:cubicBezTo>
                    <a:pt x="3564" y="2701"/>
                    <a:pt x="3548" y="2516"/>
                    <a:pt x="3521" y="2317"/>
                  </a:cubicBezTo>
                  <a:cubicBezTo>
                    <a:pt x="3483" y="1988"/>
                    <a:pt x="3420" y="1623"/>
                    <a:pt x="3348" y="1226"/>
                  </a:cubicBezTo>
                  <a:cubicBezTo>
                    <a:pt x="3183" y="313"/>
                    <a:pt x="2501" y="1"/>
                    <a:pt x="1858"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50"/>
            <p:cNvSpPr/>
            <p:nvPr/>
          </p:nvSpPr>
          <p:spPr>
            <a:xfrm>
              <a:off x="574163" y="2642355"/>
              <a:ext cx="184855" cy="100560"/>
            </a:xfrm>
            <a:custGeom>
              <a:avLst/>
              <a:gdLst/>
              <a:ahLst/>
              <a:cxnLst/>
              <a:rect l="l" t="t" r="r" b="b"/>
              <a:pathLst>
                <a:path w="4842" h="2634" extrusionOk="0">
                  <a:moveTo>
                    <a:pt x="1842" y="0"/>
                  </a:moveTo>
                  <a:cubicBezTo>
                    <a:pt x="928" y="0"/>
                    <a:pt x="0" y="424"/>
                    <a:pt x="308" y="2467"/>
                  </a:cubicBezTo>
                  <a:cubicBezTo>
                    <a:pt x="308" y="2469"/>
                    <a:pt x="485" y="2633"/>
                    <a:pt x="733" y="2633"/>
                  </a:cubicBezTo>
                  <a:cubicBezTo>
                    <a:pt x="1060" y="2633"/>
                    <a:pt x="1510" y="2345"/>
                    <a:pt x="1835" y="1009"/>
                  </a:cubicBezTo>
                  <a:cubicBezTo>
                    <a:pt x="1835" y="1009"/>
                    <a:pt x="2974" y="2040"/>
                    <a:pt x="4304" y="2040"/>
                  </a:cubicBezTo>
                  <a:cubicBezTo>
                    <a:pt x="4394" y="2040"/>
                    <a:pt x="4484" y="2036"/>
                    <a:pt x="4576" y="2026"/>
                  </a:cubicBezTo>
                  <a:cubicBezTo>
                    <a:pt x="4576" y="2026"/>
                    <a:pt x="4841" y="546"/>
                    <a:pt x="2892" y="135"/>
                  </a:cubicBezTo>
                  <a:cubicBezTo>
                    <a:pt x="2605" y="75"/>
                    <a:pt x="2225" y="0"/>
                    <a:pt x="18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50"/>
            <p:cNvSpPr/>
            <p:nvPr/>
          </p:nvSpPr>
          <p:spPr>
            <a:xfrm>
              <a:off x="628682" y="2753033"/>
              <a:ext cx="31115" cy="21418"/>
            </a:xfrm>
            <a:custGeom>
              <a:avLst/>
              <a:gdLst/>
              <a:ahLst/>
              <a:cxnLst/>
              <a:rect l="l" t="t" r="r" b="b"/>
              <a:pathLst>
                <a:path w="815" h="561" extrusionOk="0">
                  <a:moveTo>
                    <a:pt x="408" y="1"/>
                  </a:moveTo>
                  <a:cubicBezTo>
                    <a:pt x="402" y="1"/>
                    <a:pt x="395" y="1"/>
                    <a:pt x="389" y="1"/>
                  </a:cubicBezTo>
                  <a:cubicBezTo>
                    <a:pt x="169" y="6"/>
                    <a:pt x="0" y="138"/>
                    <a:pt x="12" y="293"/>
                  </a:cubicBezTo>
                  <a:cubicBezTo>
                    <a:pt x="22" y="443"/>
                    <a:pt x="197" y="561"/>
                    <a:pt x="408" y="561"/>
                  </a:cubicBezTo>
                  <a:cubicBezTo>
                    <a:pt x="414" y="561"/>
                    <a:pt x="421" y="560"/>
                    <a:pt x="427" y="560"/>
                  </a:cubicBezTo>
                  <a:cubicBezTo>
                    <a:pt x="645" y="553"/>
                    <a:pt x="814" y="421"/>
                    <a:pt x="804" y="268"/>
                  </a:cubicBezTo>
                  <a:cubicBezTo>
                    <a:pt x="792" y="117"/>
                    <a:pt x="618" y="1"/>
                    <a:pt x="408" y="1"/>
                  </a:cubicBezTo>
                  <a:close/>
                </a:path>
              </a:pathLst>
            </a:custGeom>
            <a:solidFill>
              <a:srgbClr val="FF7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50"/>
            <p:cNvSpPr/>
            <p:nvPr/>
          </p:nvSpPr>
          <p:spPr>
            <a:xfrm>
              <a:off x="713132" y="2742381"/>
              <a:ext cx="15347" cy="21303"/>
            </a:xfrm>
            <a:custGeom>
              <a:avLst/>
              <a:gdLst/>
              <a:ahLst/>
              <a:cxnLst/>
              <a:rect l="l" t="t" r="r" b="b"/>
              <a:pathLst>
                <a:path w="402" h="558" extrusionOk="0">
                  <a:moveTo>
                    <a:pt x="353" y="0"/>
                  </a:moveTo>
                  <a:cubicBezTo>
                    <a:pt x="150" y="19"/>
                    <a:pt x="0" y="145"/>
                    <a:pt x="9" y="291"/>
                  </a:cubicBezTo>
                  <a:cubicBezTo>
                    <a:pt x="19" y="442"/>
                    <a:pt x="193" y="558"/>
                    <a:pt x="402" y="558"/>
                  </a:cubicBezTo>
                  <a:cubicBezTo>
                    <a:pt x="396" y="386"/>
                    <a:pt x="380" y="199"/>
                    <a:pt x="353" y="0"/>
                  </a:cubicBezTo>
                  <a:close/>
                </a:path>
              </a:pathLst>
            </a:custGeom>
            <a:solidFill>
              <a:srgbClr val="FF7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50"/>
            <p:cNvSpPr/>
            <p:nvPr/>
          </p:nvSpPr>
          <p:spPr>
            <a:xfrm>
              <a:off x="656857" y="2729057"/>
              <a:ext cx="8590" cy="10537"/>
            </a:xfrm>
            <a:custGeom>
              <a:avLst/>
              <a:gdLst/>
              <a:ahLst/>
              <a:cxnLst/>
              <a:rect l="l" t="t" r="r" b="b"/>
              <a:pathLst>
                <a:path w="225" h="276" extrusionOk="0">
                  <a:moveTo>
                    <a:pt x="106" y="0"/>
                  </a:moveTo>
                  <a:cubicBezTo>
                    <a:pt x="102" y="0"/>
                    <a:pt x="99" y="0"/>
                    <a:pt x="96" y="1"/>
                  </a:cubicBezTo>
                  <a:cubicBezTo>
                    <a:pt x="38" y="8"/>
                    <a:pt x="1" y="75"/>
                    <a:pt x="10" y="150"/>
                  </a:cubicBezTo>
                  <a:cubicBezTo>
                    <a:pt x="18" y="223"/>
                    <a:pt x="67" y="276"/>
                    <a:pt x="119" y="276"/>
                  </a:cubicBezTo>
                  <a:cubicBezTo>
                    <a:pt x="123" y="276"/>
                    <a:pt x="126" y="275"/>
                    <a:pt x="130" y="275"/>
                  </a:cubicBezTo>
                  <a:cubicBezTo>
                    <a:pt x="187" y="268"/>
                    <a:pt x="224" y="201"/>
                    <a:pt x="216" y="125"/>
                  </a:cubicBezTo>
                  <a:cubicBezTo>
                    <a:pt x="207" y="53"/>
                    <a:pt x="158" y="0"/>
                    <a:pt x="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50"/>
            <p:cNvSpPr/>
            <p:nvPr/>
          </p:nvSpPr>
          <p:spPr>
            <a:xfrm>
              <a:off x="702824" y="2725201"/>
              <a:ext cx="8628" cy="10575"/>
            </a:xfrm>
            <a:custGeom>
              <a:avLst/>
              <a:gdLst/>
              <a:ahLst/>
              <a:cxnLst/>
              <a:rect l="l" t="t" r="r" b="b"/>
              <a:pathLst>
                <a:path w="226" h="277" extrusionOk="0">
                  <a:moveTo>
                    <a:pt x="106" y="0"/>
                  </a:moveTo>
                  <a:cubicBezTo>
                    <a:pt x="102" y="0"/>
                    <a:pt x="99" y="0"/>
                    <a:pt x="95" y="1"/>
                  </a:cubicBezTo>
                  <a:cubicBezTo>
                    <a:pt x="37" y="10"/>
                    <a:pt x="0" y="77"/>
                    <a:pt x="11" y="152"/>
                  </a:cubicBezTo>
                  <a:cubicBezTo>
                    <a:pt x="19" y="222"/>
                    <a:pt x="66" y="276"/>
                    <a:pt x="119" y="276"/>
                  </a:cubicBezTo>
                  <a:cubicBezTo>
                    <a:pt x="123" y="276"/>
                    <a:pt x="127" y="276"/>
                    <a:pt x="131" y="275"/>
                  </a:cubicBezTo>
                  <a:cubicBezTo>
                    <a:pt x="189" y="269"/>
                    <a:pt x="226" y="201"/>
                    <a:pt x="215" y="125"/>
                  </a:cubicBezTo>
                  <a:cubicBezTo>
                    <a:pt x="207" y="54"/>
                    <a:pt x="159" y="0"/>
                    <a:pt x="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50"/>
            <p:cNvSpPr/>
            <p:nvPr/>
          </p:nvSpPr>
          <p:spPr>
            <a:xfrm>
              <a:off x="647656" y="2710121"/>
              <a:ext cx="16531" cy="18172"/>
            </a:xfrm>
            <a:custGeom>
              <a:avLst/>
              <a:gdLst/>
              <a:ahLst/>
              <a:cxnLst/>
              <a:rect l="l" t="t" r="r" b="b"/>
              <a:pathLst>
                <a:path w="433" h="476" fill="none" extrusionOk="0">
                  <a:moveTo>
                    <a:pt x="433" y="303"/>
                  </a:moveTo>
                  <a:cubicBezTo>
                    <a:pt x="156" y="0"/>
                    <a:pt x="0" y="476"/>
                    <a:pt x="53" y="369"/>
                  </a:cubicBezTo>
                </a:path>
              </a:pathLst>
            </a:custGeom>
            <a:noFill/>
            <a:ln w="26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50"/>
            <p:cNvSpPr/>
            <p:nvPr/>
          </p:nvSpPr>
          <p:spPr>
            <a:xfrm>
              <a:off x="694348" y="2702676"/>
              <a:ext cx="16531" cy="18211"/>
            </a:xfrm>
            <a:custGeom>
              <a:avLst/>
              <a:gdLst/>
              <a:ahLst/>
              <a:cxnLst/>
              <a:rect l="l" t="t" r="r" b="b"/>
              <a:pathLst>
                <a:path w="433" h="477" fill="none" extrusionOk="0">
                  <a:moveTo>
                    <a:pt x="433" y="303"/>
                  </a:moveTo>
                  <a:cubicBezTo>
                    <a:pt x="156" y="1"/>
                    <a:pt x="0" y="477"/>
                    <a:pt x="53" y="370"/>
                  </a:cubicBezTo>
                </a:path>
              </a:pathLst>
            </a:custGeom>
            <a:noFill/>
            <a:ln w="26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50"/>
            <p:cNvSpPr/>
            <p:nvPr/>
          </p:nvSpPr>
          <p:spPr>
            <a:xfrm>
              <a:off x="561183" y="2732837"/>
              <a:ext cx="66925" cy="50967"/>
            </a:xfrm>
            <a:custGeom>
              <a:avLst/>
              <a:gdLst/>
              <a:ahLst/>
              <a:cxnLst/>
              <a:rect l="l" t="t" r="r" b="b"/>
              <a:pathLst>
                <a:path w="1753" h="1335" extrusionOk="0">
                  <a:moveTo>
                    <a:pt x="410" y="1"/>
                  </a:moveTo>
                  <a:cubicBezTo>
                    <a:pt x="163" y="1"/>
                    <a:pt x="1" y="138"/>
                    <a:pt x="16" y="529"/>
                  </a:cubicBezTo>
                  <a:cubicBezTo>
                    <a:pt x="35" y="1032"/>
                    <a:pt x="424" y="1334"/>
                    <a:pt x="828" y="1334"/>
                  </a:cubicBezTo>
                  <a:cubicBezTo>
                    <a:pt x="973" y="1334"/>
                    <a:pt x="1120" y="1295"/>
                    <a:pt x="1252" y="1212"/>
                  </a:cubicBezTo>
                  <a:cubicBezTo>
                    <a:pt x="1752" y="896"/>
                    <a:pt x="1478" y="363"/>
                    <a:pt x="1069" y="183"/>
                  </a:cubicBezTo>
                  <a:cubicBezTo>
                    <a:pt x="828" y="78"/>
                    <a:pt x="595" y="1"/>
                    <a:pt x="410"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50"/>
            <p:cNvSpPr/>
            <p:nvPr/>
          </p:nvSpPr>
          <p:spPr>
            <a:xfrm>
              <a:off x="575881" y="2745550"/>
              <a:ext cx="22716" cy="24090"/>
            </a:xfrm>
            <a:custGeom>
              <a:avLst/>
              <a:gdLst/>
              <a:ahLst/>
              <a:cxnLst/>
              <a:rect l="l" t="t" r="r" b="b"/>
              <a:pathLst>
                <a:path w="595" h="631" fill="none" extrusionOk="0">
                  <a:moveTo>
                    <a:pt x="0" y="43"/>
                  </a:moveTo>
                  <a:cubicBezTo>
                    <a:pt x="0" y="43"/>
                    <a:pt x="595" y="0"/>
                    <a:pt x="512" y="630"/>
                  </a:cubicBezTo>
                </a:path>
              </a:pathLst>
            </a:custGeom>
            <a:noFill/>
            <a:ln w="17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50"/>
            <p:cNvSpPr/>
            <p:nvPr/>
          </p:nvSpPr>
          <p:spPr>
            <a:xfrm>
              <a:off x="584548" y="2755667"/>
              <a:ext cx="9010" cy="5879"/>
            </a:xfrm>
            <a:custGeom>
              <a:avLst/>
              <a:gdLst/>
              <a:ahLst/>
              <a:cxnLst/>
              <a:rect l="l" t="t" r="r" b="b"/>
              <a:pathLst>
                <a:path w="236" h="154" fill="none" extrusionOk="0">
                  <a:moveTo>
                    <a:pt x="236" y="0"/>
                  </a:moveTo>
                  <a:lnTo>
                    <a:pt x="0" y="153"/>
                  </a:lnTo>
                </a:path>
              </a:pathLst>
            </a:custGeom>
            <a:noFill/>
            <a:ln w="17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50"/>
            <p:cNvSpPr/>
            <p:nvPr/>
          </p:nvSpPr>
          <p:spPr>
            <a:xfrm>
              <a:off x="685223" y="2731959"/>
              <a:ext cx="13973" cy="29129"/>
            </a:xfrm>
            <a:custGeom>
              <a:avLst/>
              <a:gdLst/>
              <a:ahLst/>
              <a:cxnLst/>
              <a:rect l="l" t="t" r="r" b="b"/>
              <a:pathLst>
                <a:path w="366" h="763" fill="none" extrusionOk="0">
                  <a:moveTo>
                    <a:pt x="94" y="762"/>
                  </a:moveTo>
                  <a:cubicBezTo>
                    <a:pt x="165" y="761"/>
                    <a:pt x="349" y="681"/>
                    <a:pt x="358" y="541"/>
                  </a:cubicBezTo>
                  <a:cubicBezTo>
                    <a:pt x="365" y="409"/>
                    <a:pt x="134" y="549"/>
                    <a:pt x="67" y="356"/>
                  </a:cubicBezTo>
                  <a:lnTo>
                    <a:pt x="0" y="0"/>
                  </a:lnTo>
                </a:path>
              </a:pathLst>
            </a:custGeom>
            <a:noFill/>
            <a:ln w="17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50"/>
            <p:cNvSpPr/>
            <p:nvPr/>
          </p:nvSpPr>
          <p:spPr>
            <a:xfrm>
              <a:off x="662622" y="2777696"/>
              <a:ext cx="41308" cy="21227"/>
            </a:xfrm>
            <a:custGeom>
              <a:avLst/>
              <a:gdLst/>
              <a:ahLst/>
              <a:cxnLst/>
              <a:rect l="l" t="t" r="r" b="b"/>
              <a:pathLst>
                <a:path w="1082" h="556" extrusionOk="0">
                  <a:moveTo>
                    <a:pt x="1082" y="0"/>
                  </a:moveTo>
                  <a:lnTo>
                    <a:pt x="1082" y="0"/>
                  </a:lnTo>
                  <a:cubicBezTo>
                    <a:pt x="778" y="56"/>
                    <a:pt x="535" y="71"/>
                    <a:pt x="356" y="71"/>
                  </a:cubicBezTo>
                  <a:cubicBezTo>
                    <a:pt x="123" y="71"/>
                    <a:pt x="1" y="45"/>
                    <a:pt x="1" y="45"/>
                  </a:cubicBezTo>
                  <a:lnTo>
                    <a:pt x="1" y="45"/>
                  </a:lnTo>
                  <a:cubicBezTo>
                    <a:pt x="1" y="45"/>
                    <a:pt x="22" y="526"/>
                    <a:pt x="463" y="555"/>
                  </a:cubicBezTo>
                  <a:cubicBezTo>
                    <a:pt x="477" y="555"/>
                    <a:pt x="490" y="556"/>
                    <a:pt x="503" y="556"/>
                  </a:cubicBezTo>
                  <a:cubicBezTo>
                    <a:pt x="985" y="556"/>
                    <a:pt x="1082" y="0"/>
                    <a:pt x="10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8" name="Google Shape;1188;p50"/>
          <p:cNvGrpSpPr/>
          <p:nvPr/>
        </p:nvGrpSpPr>
        <p:grpSpPr>
          <a:xfrm>
            <a:off x="6417512" y="1104931"/>
            <a:ext cx="696605" cy="557919"/>
            <a:chOff x="1976200" y="925650"/>
            <a:chExt cx="197400" cy="158100"/>
          </a:xfrm>
        </p:grpSpPr>
        <p:sp>
          <p:nvSpPr>
            <p:cNvPr id="1189" name="Google Shape;1189;p50"/>
            <p:cNvSpPr/>
            <p:nvPr/>
          </p:nvSpPr>
          <p:spPr>
            <a:xfrm>
              <a:off x="1976200" y="963625"/>
              <a:ext cx="137000" cy="120125"/>
            </a:xfrm>
            <a:custGeom>
              <a:avLst/>
              <a:gdLst/>
              <a:ahLst/>
              <a:cxnLst/>
              <a:rect l="l" t="t" r="r" b="b"/>
              <a:pathLst>
                <a:path w="5480" h="4805" extrusionOk="0">
                  <a:moveTo>
                    <a:pt x="3078" y="1"/>
                  </a:moveTo>
                  <a:cubicBezTo>
                    <a:pt x="1751" y="1"/>
                    <a:pt x="676" y="1076"/>
                    <a:pt x="676" y="2402"/>
                  </a:cubicBezTo>
                  <a:cubicBezTo>
                    <a:pt x="676" y="2831"/>
                    <a:pt x="789" y="3231"/>
                    <a:pt x="986" y="3580"/>
                  </a:cubicBezTo>
                  <a:lnTo>
                    <a:pt x="0" y="4690"/>
                  </a:lnTo>
                  <a:lnTo>
                    <a:pt x="1452" y="4170"/>
                  </a:lnTo>
                  <a:cubicBezTo>
                    <a:pt x="1879" y="4564"/>
                    <a:pt x="2449" y="4804"/>
                    <a:pt x="3076" y="4804"/>
                  </a:cubicBezTo>
                  <a:cubicBezTo>
                    <a:pt x="4403" y="4804"/>
                    <a:pt x="5478" y="3729"/>
                    <a:pt x="5478" y="2402"/>
                  </a:cubicBezTo>
                  <a:cubicBezTo>
                    <a:pt x="5479" y="1076"/>
                    <a:pt x="4405" y="1"/>
                    <a:pt x="30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50"/>
            <p:cNvSpPr/>
            <p:nvPr/>
          </p:nvSpPr>
          <p:spPr>
            <a:xfrm>
              <a:off x="2036600" y="925650"/>
              <a:ext cx="137000" cy="120100"/>
            </a:xfrm>
            <a:custGeom>
              <a:avLst/>
              <a:gdLst/>
              <a:ahLst/>
              <a:cxnLst/>
              <a:rect l="l" t="t" r="r" b="b"/>
              <a:pathLst>
                <a:path w="5480" h="4804" extrusionOk="0">
                  <a:moveTo>
                    <a:pt x="2402" y="0"/>
                  </a:moveTo>
                  <a:cubicBezTo>
                    <a:pt x="1075" y="0"/>
                    <a:pt x="1" y="1075"/>
                    <a:pt x="1" y="2402"/>
                  </a:cubicBezTo>
                  <a:cubicBezTo>
                    <a:pt x="1" y="3727"/>
                    <a:pt x="1075" y="4803"/>
                    <a:pt x="2402" y="4803"/>
                  </a:cubicBezTo>
                  <a:cubicBezTo>
                    <a:pt x="3031" y="4803"/>
                    <a:pt x="3602" y="4563"/>
                    <a:pt x="4029" y="4169"/>
                  </a:cubicBezTo>
                  <a:lnTo>
                    <a:pt x="5480" y="4689"/>
                  </a:lnTo>
                  <a:lnTo>
                    <a:pt x="4496" y="3579"/>
                  </a:lnTo>
                  <a:cubicBezTo>
                    <a:pt x="4693" y="3231"/>
                    <a:pt x="4804" y="2830"/>
                    <a:pt x="4804" y="2402"/>
                  </a:cubicBezTo>
                  <a:cubicBezTo>
                    <a:pt x="4804" y="1075"/>
                    <a:pt x="3729" y="0"/>
                    <a:pt x="24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50"/>
            <p:cNvSpPr/>
            <p:nvPr/>
          </p:nvSpPr>
          <p:spPr>
            <a:xfrm>
              <a:off x="2069700" y="980425"/>
              <a:ext cx="10525" cy="10475"/>
            </a:xfrm>
            <a:custGeom>
              <a:avLst/>
              <a:gdLst/>
              <a:ahLst/>
              <a:cxnLst/>
              <a:rect l="l" t="t" r="r" b="b"/>
              <a:pathLst>
                <a:path w="421" h="419" extrusionOk="0">
                  <a:moveTo>
                    <a:pt x="211" y="0"/>
                  </a:moveTo>
                  <a:cubicBezTo>
                    <a:pt x="94" y="0"/>
                    <a:pt x="1" y="95"/>
                    <a:pt x="1" y="209"/>
                  </a:cubicBezTo>
                  <a:cubicBezTo>
                    <a:pt x="1" y="325"/>
                    <a:pt x="95" y="418"/>
                    <a:pt x="211" y="418"/>
                  </a:cubicBezTo>
                  <a:cubicBezTo>
                    <a:pt x="325" y="418"/>
                    <a:pt x="420" y="325"/>
                    <a:pt x="420" y="209"/>
                  </a:cubicBezTo>
                  <a:cubicBezTo>
                    <a:pt x="420" y="95"/>
                    <a:pt x="325" y="0"/>
                    <a:pt x="2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50"/>
            <p:cNvSpPr/>
            <p:nvPr/>
          </p:nvSpPr>
          <p:spPr>
            <a:xfrm>
              <a:off x="2091450" y="980425"/>
              <a:ext cx="10475" cy="10475"/>
            </a:xfrm>
            <a:custGeom>
              <a:avLst/>
              <a:gdLst/>
              <a:ahLst/>
              <a:cxnLst/>
              <a:rect l="l" t="t" r="r" b="b"/>
              <a:pathLst>
                <a:path w="419" h="419" extrusionOk="0">
                  <a:moveTo>
                    <a:pt x="210" y="0"/>
                  </a:moveTo>
                  <a:cubicBezTo>
                    <a:pt x="93" y="0"/>
                    <a:pt x="1" y="95"/>
                    <a:pt x="1" y="209"/>
                  </a:cubicBezTo>
                  <a:cubicBezTo>
                    <a:pt x="1" y="325"/>
                    <a:pt x="96" y="418"/>
                    <a:pt x="210" y="418"/>
                  </a:cubicBezTo>
                  <a:cubicBezTo>
                    <a:pt x="325" y="418"/>
                    <a:pt x="419" y="325"/>
                    <a:pt x="419" y="209"/>
                  </a:cubicBezTo>
                  <a:cubicBezTo>
                    <a:pt x="419" y="95"/>
                    <a:pt x="325" y="0"/>
                    <a:pt x="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50"/>
            <p:cNvSpPr/>
            <p:nvPr/>
          </p:nvSpPr>
          <p:spPr>
            <a:xfrm>
              <a:off x="2113125" y="980425"/>
              <a:ext cx="10500" cy="10475"/>
            </a:xfrm>
            <a:custGeom>
              <a:avLst/>
              <a:gdLst/>
              <a:ahLst/>
              <a:cxnLst/>
              <a:rect l="l" t="t" r="r" b="b"/>
              <a:pathLst>
                <a:path w="420" h="419" extrusionOk="0">
                  <a:moveTo>
                    <a:pt x="210" y="0"/>
                  </a:moveTo>
                  <a:cubicBezTo>
                    <a:pt x="94" y="0"/>
                    <a:pt x="1" y="95"/>
                    <a:pt x="1" y="209"/>
                  </a:cubicBezTo>
                  <a:cubicBezTo>
                    <a:pt x="1" y="325"/>
                    <a:pt x="96" y="418"/>
                    <a:pt x="210" y="418"/>
                  </a:cubicBezTo>
                  <a:cubicBezTo>
                    <a:pt x="326" y="418"/>
                    <a:pt x="419" y="325"/>
                    <a:pt x="419" y="209"/>
                  </a:cubicBezTo>
                  <a:cubicBezTo>
                    <a:pt x="419" y="95"/>
                    <a:pt x="327" y="0"/>
                    <a:pt x="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139"/>
                                        </p:tgtEl>
                                        <p:attrNameLst>
                                          <p:attrName>style.visibility</p:attrName>
                                        </p:attrNameLst>
                                      </p:cBhvr>
                                      <p:to>
                                        <p:strVal val="visible"/>
                                      </p:to>
                                    </p:set>
                                    <p:anim calcmode="lin" valueType="num">
                                      <p:cBhvr additive="base">
                                        <p:cTn id="7" dur="1000"/>
                                        <p:tgtEl>
                                          <p:spTgt spid="1139"/>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140"/>
                                        </p:tgtEl>
                                        <p:attrNameLst>
                                          <p:attrName>style.visibility</p:attrName>
                                        </p:attrNameLst>
                                      </p:cBhvr>
                                      <p:to>
                                        <p:strVal val="visible"/>
                                      </p:to>
                                    </p:set>
                                    <p:anim calcmode="lin" valueType="num">
                                      <p:cBhvr additive="base">
                                        <p:cTn id="10" dur="900"/>
                                        <p:tgtEl>
                                          <p:spTgt spid="1140"/>
                                        </p:tgtEl>
                                        <p:attrNameLst>
                                          <p:attrName>ppt_y</p:attrName>
                                        </p:attrNameLst>
                                      </p:cBhvr>
                                      <p:tavLst>
                                        <p:tav tm="0">
                                          <p:val>
                                            <p:strVal val="#ppt_y+1"/>
                                          </p:val>
                                        </p:tav>
                                        <p:tav tm="100000">
                                          <p:val>
                                            <p:strVal val="#ppt_y"/>
                                          </p:val>
                                        </p:tav>
                                      </p:tavLst>
                                    </p:anim>
                                  </p:childTnLst>
                                </p:cTn>
                              </p:par>
                            </p:childTnLst>
                          </p:cTn>
                        </p:par>
                        <p:par>
                          <p:cTn id="11" fill="hold">
                            <p:stCondLst>
                              <p:cond delay="1000"/>
                            </p:stCondLst>
                            <p:childTnLst>
                              <p:par>
                                <p:cTn id="12" presetID="23" presetClass="entr" presetSubtype="16" fill="hold" nodeType="afterEffect">
                                  <p:stCondLst>
                                    <p:cond delay="0"/>
                                  </p:stCondLst>
                                  <p:childTnLst>
                                    <p:set>
                                      <p:cBhvr>
                                        <p:cTn id="13" dur="1" fill="hold">
                                          <p:stCondLst>
                                            <p:cond delay="0"/>
                                          </p:stCondLst>
                                        </p:cTn>
                                        <p:tgtEl>
                                          <p:spTgt spid="1188"/>
                                        </p:tgtEl>
                                        <p:attrNameLst>
                                          <p:attrName>style.visibility</p:attrName>
                                        </p:attrNameLst>
                                      </p:cBhvr>
                                      <p:to>
                                        <p:strVal val="visible"/>
                                      </p:to>
                                    </p:set>
                                    <p:anim calcmode="lin" valueType="num">
                                      <p:cBhvr additive="base">
                                        <p:cTn id="14" dur="500"/>
                                        <p:tgtEl>
                                          <p:spTgt spid="1188"/>
                                        </p:tgtEl>
                                        <p:attrNameLst>
                                          <p:attrName>ppt_w</p:attrName>
                                        </p:attrNameLst>
                                      </p:cBhvr>
                                      <p:tavLst>
                                        <p:tav tm="0">
                                          <p:val>
                                            <p:strVal val="0"/>
                                          </p:val>
                                        </p:tav>
                                        <p:tav tm="100000">
                                          <p:val>
                                            <p:strVal val="#ppt_w"/>
                                          </p:val>
                                        </p:tav>
                                      </p:tavLst>
                                    </p:anim>
                                    <p:anim calcmode="lin" valueType="num">
                                      <p:cBhvr additive="base">
                                        <p:cTn id="15" dur="500"/>
                                        <p:tgtEl>
                                          <p:spTgt spid="118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p5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ACADEMICS &amp; MENTAL HEALTH</a:t>
            </a:r>
            <a:endParaRPr/>
          </a:p>
        </p:txBody>
      </p:sp>
      <p:sp>
        <p:nvSpPr>
          <p:cNvPr id="1199" name="Google Shape;1199;p51"/>
          <p:cNvSpPr txBox="1">
            <a:spLocks noGrp="1"/>
          </p:cNvSpPr>
          <p:nvPr>
            <p:ph type="subTitle" idx="1"/>
          </p:nvPr>
        </p:nvSpPr>
        <p:spPr>
          <a:xfrm>
            <a:off x="564175" y="1326175"/>
            <a:ext cx="3758700" cy="31212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100"/>
              <a:t>R² = .024 → minimal variance explained</a:t>
            </a:r>
            <a:endParaRPr sz="1100"/>
          </a:p>
          <a:p>
            <a:pPr marL="457200" lvl="0" indent="-298450" algn="l" rtl="0">
              <a:spcBef>
                <a:spcPts val="0"/>
              </a:spcBef>
              <a:spcAft>
                <a:spcPts val="0"/>
              </a:spcAft>
              <a:buSzPts val="1100"/>
              <a:buChar char="●"/>
            </a:pPr>
            <a:r>
              <a:rPr lang="en" sz="1100"/>
              <a:t>Leads into grade-specific findings</a:t>
            </a:r>
            <a:endParaRPr sz="1100"/>
          </a:p>
          <a:p>
            <a:pPr marL="457200" lvl="0" indent="-298450" algn="l" rtl="0">
              <a:spcBef>
                <a:spcPts val="0"/>
              </a:spcBef>
              <a:spcAft>
                <a:spcPts val="0"/>
              </a:spcAft>
              <a:buSzPts val="1100"/>
              <a:buChar char="●"/>
            </a:pPr>
            <a:r>
              <a:rPr lang="en" sz="1100"/>
              <a:t>7th Grade: Early-Grade Benefit</a:t>
            </a:r>
            <a:endParaRPr sz="1100"/>
          </a:p>
          <a:p>
            <a:pPr marL="914400" lvl="1" indent="-298450" algn="l" rtl="0">
              <a:spcBef>
                <a:spcPts val="0"/>
              </a:spcBef>
              <a:spcAft>
                <a:spcPts val="0"/>
              </a:spcAft>
              <a:buSzPts val="1100"/>
              <a:buChar char="○"/>
            </a:pPr>
            <a:r>
              <a:rPr lang="en" sz="1100"/>
              <a:t>Moderate use of educational apps → higher scores</a:t>
            </a:r>
            <a:endParaRPr sz="1100"/>
          </a:p>
          <a:p>
            <a:pPr marL="914400" lvl="1" indent="-298450" algn="l" rtl="0">
              <a:spcBef>
                <a:spcPts val="0"/>
              </a:spcBef>
              <a:spcAft>
                <a:spcPts val="0"/>
              </a:spcAft>
              <a:buSzPts val="1100"/>
              <a:buChar char="○"/>
            </a:pPr>
            <a:r>
              <a:rPr lang="en" sz="1100"/>
              <a:t>Likely supported by parental structure and guided learning</a:t>
            </a:r>
            <a:endParaRPr sz="1100"/>
          </a:p>
          <a:p>
            <a:pPr marL="457200" lvl="0" indent="-298450" algn="l" rtl="0">
              <a:spcBef>
                <a:spcPts val="0"/>
              </a:spcBef>
              <a:spcAft>
                <a:spcPts val="0"/>
              </a:spcAft>
              <a:buSzPts val="1100"/>
              <a:buChar char="●"/>
            </a:pPr>
            <a:r>
              <a:rPr lang="en" sz="1100"/>
              <a:t>8th-9th Grade: Transition Pressure</a:t>
            </a:r>
            <a:endParaRPr sz="1100"/>
          </a:p>
          <a:p>
            <a:pPr marL="914400" lvl="1" indent="-298450" algn="l" rtl="0">
              <a:spcBef>
                <a:spcPts val="0"/>
              </a:spcBef>
              <a:spcAft>
                <a:spcPts val="0"/>
              </a:spcAft>
              <a:buSzPts val="1100"/>
              <a:buChar char="○"/>
            </a:pPr>
            <a:r>
              <a:rPr lang="en" sz="1100"/>
              <a:t>Many apps / long weekend hours → modest dips</a:t>
            </a:r>
            <a:endParaRPr sz="1100"/>
          </a:p>
          <a:p>
            <a:pPr marL="914400" lvl="1" indent="-298450" algn="l" rtl="0">
              <a:spcBef>
                <a:spcPts val="0"/>
              </a:spcBef>
              <a:spcAft>
                <a:spcPts val="0"/>
              </a:spcAft>
              <a:buSzPts val="1100"/>
              <a:buChar char="○"/>
            </a:pPr>
            <a:r>
              <a:rPr lang="en" sz="1100"/>
              <a:t>Reflects early struggles balancing leisure and coursework</a:t>
            </a:r>
            <a:endParaRPr sz="1100"/>
          </a:p>
          <a:p>
            <a:pPr marL="457200" lvl="0" indent="-298450" algn="l" rtl="0">
              <a:spcBef>
                <a:spcPts val="0"/>
              </a:spcBef>
              <a:spcAft>
                <a:spcPts val="0"/>
              </a:spcAft>
              <a:buSzPts val="1100"/>
              <a:buChar char="●"/>
            </a:pPr>
            <a:r>
              <a:rPr lang="en" sz="1100"/>
              <a:t>12th Grade — Senior-Year Fatigue</a:t>
            </a:r>
            <a:endParaRPr sz="1100"/>
          </a:p>
          <a:p>
            <a:pPr marL="914400" lvl="1" indent="-298450" algn="l" rtl="0">
              <a:spcBef>
                <a:spcPts val="0"/>
              </a:spcBef>
              <a:spcAft>
                <a:spcPts val="0"/>
              </a:spcAft>
              <a:buSzPts val="1100"/>
              <a:buChar char="○"/>
            </a:pPr>
            <a:r>
              <a:rPr lang="en" sz="1100"/>
              <a:t>Heavy educational-app time + high addiction → lower performance</a:t>
            </a:r>
            <a:endParaRPr sz="1100"/>
          </a:p>
          <a:p>
            <a:pPr marL="914400" lvl="1" indent="-298450" algn="l" rtl="0">
              <a:spcBef>
                <a:spcPts val="0"/>
              </a:spcBef>
              <a:spcAft>
                <a:spcPts val="0"/>
              </a:spcAft>
              <a:buSzPts val="1100"/>
              <a:buChar char="○"/>
            </a:pPr>
            <a:r>
              <a:rPr lang="en" sz="1100"/>
              <a:t>Suggests digital overload and burnout during high-stakes year</a:t>
            </a:r>
            <a:endParaRPr sz="1100"/>
          </a:p>
        </p:txBody>
      </p:sp>
      <p:sp>
        <p:nvSpPr>
          <p:cNvPr id="1200" name="Google Shape;1200;p51"/>
          <p:cNvSpPr txBox="1">
            <a:spLocks noGrp="1"/>
          </p:cNvSpPr>
          <p:nvPr>
            <p:ph type="subTitle" idx="2"/>
          </p:nvPr>
        </p:nvSpPr>
        <p:spPr>
          <a:xfrm>
            <a:off x="1236300" y="1047125"/>
            <a:ext cx="2562900" cy="359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468478"/>
                </a:solidFill>
              </a:rPr>
              <a:t>ACADEMICS</a:t>
            </a:r>
            <a:endParaRPr>
              <a:solidFill>
                <a:srgbClr val="468478"/>
              </a:solidFill>
            </a:endParaRPr>
          </a:p>
        </p:txBody>
      </p:sp>
      <p:sp>
        <p:nvSpPr>
          <p:cNvPr id="1201" name="Google Shape;1201;p51"/>
          <p:cNvSpPr txBox="1">
            <a:spLocks noGrp="1"/>
          </p:cNvSpPr>
          <p:nvPr>
            <p:ph type="subTitle" idx="1"/>
          </p:nvPr>
        </p:nvSpPr>
        <p:spPr>
          <a:xfrm>
            <a:off x="4498725" y="1326175"/>
            <a:ext cx="4103100" cy="3121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sz="1100"/>
              <a:t>R² = .367 → more variance explained than academics</a:t>
            </a:r>
            <a:endParaRPr sz="1100"/>
          </a:p>
          <a:p>
            <a:pPr marL="457200" lvl="0" indent="-311150" algn="l" rtl="0">
              <a:spcBef>
                <a:spcPts val="0"/>
              </a:spcBef>
              <a:spcAft>
                <a:spcPts val="0"/>
              </a:spcAft>
              <a:buSzPts val="1300"/>
              <a:buChar char="●"/>
            </a:pPr>
            <a:r>
              <a:rPr lang="en" sz="1100"/>
              <a:t>Mental health is shaped by addiction patterns, not total hours</a:t>
            </a:r>
            <a:endParaRPr sz="1100"/>
          </a:p>
          <a:p>
            <a:pPr marL="457200" lvl="0" indent="-311150" algn="l" rtl="0">
              <a:spcBef>
                <a:spcPts val="0"/>
              </a:spcBef>
              <a:spcAft>
                <a:spcPts val="0"/>
              </a:spcAft>
              <a:buSzPts val="1300"/>
              <a:buChar char="●"/>
            </a:pPr>
            <a:r>
              <a:rPr lang="en" sz="1100"/>
              <a:t>Younger students show stronger reactions to compulsive use</a:t>
            </a:r>
            <a:endParaRPr sz="1100"/>
          </a:p>
          <a:p>
            <a:pPr marL="914400" lvl="1" indent="-298450" algn="l" rtl="0">
              <a:spcBef>
                <a:spcPts val="0"/>
              </a:spcBef>
              <a:spcAft>
                <a:spcPts val="0"/>
              </a:spcAft>
              <a:buSzPts val="1100"/>
              <a:buChar char="○"/>
            </a:pPr>
            <a:r>
              <a:rPr lang="en" sz="1100"/>
              <a:t>Most pronounced in 7th, 9th, and 10th grades, which appear to be key developmental pressure points</a:t>
            </a:r>
            <a:endParaRPr sz="1100"/>
          </a:p>
          <a:p>
            <a:pPr marL="457200" lvl="0" indent="-298450" algn="l" rtl="0">
              <a:spcBef>
                <a:spcPts val="0"/>
              </a:spcBef>
              <a:spcAft>
                <a:spcPts val="0"/>
              </a:spcAft>
              <a:buSzPts val="1100"/>
              <a:buChar char="●"/>
            </a:pPr>
            <a:r>
              <a:rPr lang="en" sz="1100"/>
              <a:t>Addiction Level = Most Powerful Predictor</a:t>
            </a:r>
            <a:endParaRPr sz="1100"/>
          </a:p>
          <a:p>
            <a:pPr marL="914400" lvl="1" indent="-298450" algn="l" rtl="0">
              <a:spcBef>
                <a:spcPts val="0"/>
              </a:spcBef>
              <a:spcAft>
                <a:spcPts val="0"/>
              </a:spcAft>
              <a:buSzPts val="1100"/>
              <a:buChar char="○"/>
            </a:pPr>
            <a:r>
              <a:rPr lang="en" sz="1100"/>
              <a:t>β = 0.42, p &lt; .001</a:t>
            </a:r>
            <a:endParaRPr sz="1100"/>
          </a:p>
          <a:p>
            <a:pPr marL="914400" lvl="1" indent="-298450" algn="l" rtl="0">
              <a:spcBef>
                <a:spcPts val="0"/>
              </a:spcBef>
              <a:spcAft>
                <a:spcPts val="0"/>
              </a:spcAft>
              <a:buSzPts val="1100"/>
              <a:buChar char="○"/>
            </a:pPr>
            <a:r>
              <a:rPr lang="en" sz="1100"/>
              <a:t>Higher addiction → significantly higher mental-health risk</a:t>
            </a:r>
            <a:endParaRPr sz="1100"/>
          </a:p>
          <a:p>
            <a:pPr marL="914400" lvl="1" indent="-298450" algn="l" rtl="0">
              <a:spcBef>
                <a:spcPts val="0"/>
              </a:spcBef>
              <a:spcAft>
                <a:spcPts val="0"/>
              </a:spcAft>
              <a:buSzPts val="1100"/>
              <a:buChar char="○"/>
            </a:pPr>
            <a:r>
              <a:rPr lang="en" sz="1100"/>
              <a:t>Strongest in grades 7, 9, and 10</a:t>
            </a:r>
            <a:endParaRPr sz="1100"/>
          </a:p>
          <a:p>
            <a:pPr marL="457200" lvl="0" indent="-298450" algn="l" rtl="0">
              <a:spcBef>
                <a:spcPts val="0"/>
              </a:spcBef>
              <a:spcAft>
                <a:spcPts val="0"/>
              </a:spcAft>
              <a:buSzPts val="1100"/>
              <a:buChar char="●"/>
            </a:pPr>
            <a:r>
              <a:rPr lang="en" sz="1100"/>
              <a:t>Other Factors</a:t>
            </a:r>
            <a:endParaRPr sz="1100"/>
          </a:p>
          <a:p>
            <a:pPr marL="914400" lvl="1" indent="-298450" algn="l" rtl="0">
              <a:spcBef>
                <a:spcPts val="0"/>
              </a:spcBef>
              <a:spcAft>
                <a:spcPts val="0"/>
              </a:spcAft>
              <a:buSzPts val="1100"/>
              <a:buChar char="○"/>
            </a:pPr>
            <a:r>
              <a:rPr lang="en" sz="1100"/>
              <a:t>Gaming / total hours → small negative effects</a:t>
            </a:r>
            <a:endParaRPr sz="1100"/>
          </a:p>
          <a:p>
            <a:pPr marL="914400" lvl="1" indent="-298450" algn="l" rtl="0">
              <a:spcBef>
                <a:spcPts val="0"/>
              </a:spcBef>
              <a:spcAft>
                <a:spcPts val="0"/>
              </a:spcAft>
              <a:buSzPts val="1100"/>
              <a:buChar char="○"/>
            </a:pPr>
            <a:r>
              <a:rPr lang="en" sz="1100"/>
              <a:t>Structured leisure may relieve stress</a:t>
            </a:r>
            <a:endParaRPr sz="1100"/>
          </a:p>
          <a:p>
            <a:pPr marL="914400" lvl="1" indent="-298450" algn="l" rtl="0">
              <a:spcBef>
                <a:spcPts val="0"/>
              </a:spcBef>
              <a:spcAft>
                <a:spcPts val="0"/>
              </a:spcAft>
              <a:buSzPts val="1100"/>
              <a:buChar char="○"/>
            </a:pPr>
            <a:r>
              <a:rPr lang="en" sz="1100"/>
              <a:t>Exercise → protective, reduces risk</a:t>
            </a:r>
            <a:endParaRPr sz="1100"/>
          </a:p>
        </p:txBody>
      </p:sp>
      <p:sp>
        <p:nvSpPr>
          <p:cNvPr id="1202" name="Google Shape;1202;p51"/>
          <p:cNvSpPr txBox="1">
            <a:spLocks noGrp="1"/>
          </p:cNvSpPr>
          <p:nvPr>
            <p:ph type="subTitle" idx="2"/>
          </p:nvPr>
        </p:nvSpPr>
        <p:spPr>
          <a:xfrm>
            <a:off x="5194650" y="1047125"/>
            <a:ext cx="2562900" cy="359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468478"/>
                </a:solidFill>
              </a:rPr>
              <a:t>MENTAL HEALTH</a:t>
            </a:r>
            <a:endParaRPr>
              <a:solidFill>
                <a:srgbClr val="46847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199"/>
                                        </p:tgtEl>
                                        <p:attrNameLst>
                                          <p:attrName>style.visibility</p:attrName>
                                        </p:attrNameLst>
                                      </p:cBhvr>
                                      <p:to>
                                        <p:strVal val="visible"/>
                                      </p:to>
                                    </p:set>
                                    <p:anim calcmode="lin" valueType="num">
                                      <p:cBhvr additive="base">
                                        <p:cTn id="7" dur="1200"/>
                                        <p:tgtEl>
                                          <p:spTgt spid="1199"/>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0"/>
                                  </p:stCondLst>
                                  <p:childTnLst>
                                    <p:set>
                                      <p:cBhvr>
                                        <p:cTn id="9" dur="1" fill="hold">
                                          <p:stCondLst>
                                            <p:cond delay="0"/>
                                          </p:stCondLst>
                                        </p:cTn>
                                        <p:tgtEl>
                                          <p:spTgt spid="1200"/>
                                        </p:tgtEl>
                                        <p:attrNameLst>
                                          <p:attrName>style.visibility</p:attrName>
                                        </p:attrNameLst>
                                      </p:cBhvr>
                                      <p:to>
                                        <p:strVal val="visible"/>
                                      </p:to>
                                    </p:set>
                                    <p:anim calcmode="lin" valueType="num">
                                      <p:cBhvr additive="base">
                                        <p:cTn id="10" dur="1000"/>
                                        <p:tgtEl>
                                          <p:spTgt spid="1200"/>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1201"/>
                                        </p:tgtEl>
                                        <p:attrNameLst>
                                          <p:attrName>style.visibility</p:attrName>
                                        </p:attrNameLst>
                                      </p:cBhvr>
                                      <p:to>
                                        <p:strVal val="visible"/>
                                      </p:to>
                                    </p:set>
                                    <p:anim calcmode="lin" valueType="num">
                                      <p:cBhvr additive="base">
                                        <p:cTn id="13" dur="1000"/>
                                        <p:tgtEl>
                                          <p:spTgt spid="1201"/>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202"/>
                                        </p:tgtEl>
                                        <p:attrNameLst>
                                          <p:attrName>style.visibility</p:attrName>
                                        </p:attrNameLst>
                                      </p:cBhvr>
                                      <p:to>
                                        <p:strVal val="visible"/>
                                      </p:to>
                                    </p:set>
                                    <p:anim calcmode="lin" valueType="num">
                                      <p:cBhvr additive="base">
                                        <p:cTn id="16" dur="1000"/>
                                        <p:tgtEl>
                                          <p:spTgt spid="12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VARIOUS ANALYSES</a:t>
            </a:r>
            <a:endParaRPr/>
          </a:p>
        </p:txBody>
      </p:sp>
      <p:sp>
        <p:nvSpPr>
          <p:cNvPr id="1208" name="Google Shape;1208;p52"/>
          <p:cNvSpPr txBox="1">
            <a:spLocks noGrp="1"/>
          </p:cNvSpPr>
          <p:nvPr>
            <p:ph type="body" idx="4294967295"/>
          </p:nvPr>
        </p:nvSpPr>
        <p:spPr>
          <a:xfrm>
            <a:off x="720000" y="1084375"/>
            <a:ext cx="6929400" cy="32514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Regression Analyses</a:t>
            </a:r>
            <a:endParaRPr sz="1400"/>
          </a:p>
          <a:p>
            <a:pPr marL="914400" lvl="1" indent="-317500" algn="l" rtl="0">
              <a:lnSpc>
                <a:spcPct val="115000"/>
              </a:lnSpc>
              <a:spcBef>
                <a:spcPts val="0"/>
              </a:spcBef>
              <a:spcAft>
                <a:spcPts val="0"/>
              </a:spcAft>
              <a:buSzPts val="1400"/>
              <a:buChar char="○"/>
            </a:pPr>
            <a:r>
              <a:rPr lang="en" sz="1400"/>
              <a:t>Examined how individual smartphone behaviors relate to academic performance and mental health</a:t>
            </a:r>
            <a:endParaRPr sz="1400"/>
          </a:p>
          <a:p>
            <a:pPr marL="914400" lvl="1" indent="-317500" algn="l" rtl="0">
              <a:lnSpc>
                <a:spcPct val="115000"/>
              </a:lnSpc>
              <a:spcBef>
                <a:spcPts val="0"/>
              </a:spcBef>
              <a:spcAft>
                <a:spcPts val="0"/>
              </a:spcAft>
              <a:buSzPts val="1400"/>
              <a:buChar char="○"/>
            </a:pPr>
            <a:r>
              <a:rPr lang="en" sz="1400"/>
              <a:t>Tested predictors: social media, gaming, educational apps, phone checks, daily usage, bedtime screen time</a:t>
            </a:r>
            <a:endParaRPr sz="1400"/>
          </a:p>
          <a:p>
            <a:pPr marL="457200" lvl="0" indent="-317500" algn="l" rtl="0">
              <a:lnSpc>
                <a:spcPct val="115000"/>
              </a:lnSpc>
              <a:spcBef>
                <a:spcPts val="0"/>
              </a:spcBef>
              <a:spcAft>
                <a:spcPts val="0"/>
              </a:spcAft>
              <a:buSzPts val="1400"/>
              <a:buChar char="●"/>
            </a:pPr>
            <a:r>
              <a:rPr lang="en" sz="1400"/>
              <a:t>Cluster Analysis</a:t>
            </a:r>
            <a:endParaRPr sz="1400"/>
          </a:p>
          <a:p>
            <a:pPr marL="914400" lvl="1" indent="-317500" algn="l" rtl="0">
              <a:lnSpc>
                <a:spcPct val="115000"/>
              </a:lnSpc>
              <a:spcBef>
                <a:spcPts val="0"/>
              </a:spcBef>
              <a:spcAft>
                <a:spcPts val="0"/>
              </a:spcAft>
              <a:buSzPts val="1400"/>
              <a:buChar char="○"/>
            </a:pPr>
            <a:r>
              <a:rPr lang="en" sz="1400"/>
              <a:t>Identified distinct usage profiles among teens</a:t>
            </a:r>
            <a:endParaRPr sz="1400"/>
          </a:p>
          <a:p>
            <a:pPr marL="914400" lvl="1" indent="-317500" algn="l" rtl="0">
              <a:lnSpc>
                <a:spcPct val="115000"/>
              </a:lnSpc>
              <a:spcBef>
                <a:spcPts val="0"/>
              </a:spcBef>
              <a:spcAft>
                <a:spcPts val="0"/>
              </a:spcAft>
              <a:buSzPts val="1400"/>
              <a:buChar char="○"/>
            </a:pPr>
            <a:r>
              <a:rPr lang="en" sz="1400"/>
              <a:t>Explored whether behavioral patterns better explain differences in outcomes</a:t>
            </a:r>
            <a:endParaRPr sz="1400"/>
          </a:p>
          <a:p>
            <a:pPr marL="457200" lvl="0" indent="-317500" algn="l" rtl="0">
              <a:lnSpc>
                <a:spcPct val="115000"/>
              </a:lnSpc>
              <a:spcBef>
                <a:spcPts val="0"/>
              </a:spcBef>
              <a:spcAft>
                <a:spcPts val="0"/>
              </a:spcAft>
              <a:buSzPts val="1400"/>
              <a:buChar char="●"/>
            </a:pPr>
            <a:r>
              <a:rPr lang="en" sz="1400"/>
              <a:t>How usage profiles and behavior patterns are linked to negative academic and mental-health outcomes</a:t>
            </a:r>
            <a:endParaRPr sz="1400"/>
          </a:p>
          <a:p>
            <a:pPr marL="457200" lvl="0" indent="-317500" algn="l" rtl="0">
              <a:lnSpc>
                <a:spcPct val="115000"/>
              </a:lnSpc>
              <a:spcBef>
                <a:spcPts val="0"/>
              </a:spcBef>
              <a:spcAft>
                <a:spcPts val="0"/>
              </a:spcAft>
              <a:buSzPts val="1400"/>
              <a:buChar char="●"/>
            </a:pPr>
            <a:r>
              <a:rPr lang="en" sz="1400"/>
              <a:t>Which behaviors or combinations of behaviors may pose higher risk</a:t>
            </a:r>
            <a:endParaRPr sz="1400"/>
          </a:p>
        </p:txBody>
      </p:sp>
      <p:grpSp>
        <p:nvGrpSpPr>
          <p:cNvPr id="1209" name="Google Shape;1209;p52"/>
          <p:cNvGrpSpPr/>
          <p:nvPr/>
        </p:nvGrpSpPr>
        <p:grpSpPr>
          <a:xfrm>
            <a:off x="6926238" y="3033297"/>
            <a:ext cx="2400926" cy="2504053"/>
            <a:chOff x="3384425" y="680175"/>
            <a:chExt cx="930375" cy="970375"/>
          </a:xfrm>
        </p:grpSpPr>
        <p:sp>
          <p:nvSpPr>
            <p:cNvPr id="1210" name="Google Shape;1210;p52"/>
            <p:cNvSpPr/>
            <p:nvPr/>
          </p:nvSpPr>
          <p:spPr>
            <a:xfrm>
              <a:off x="3535225" y="1011400"/>
              <a:ext cx="779550" cy="639075"/>
            </a:xfrm>
            <a:custGeom>
              <a:avLst/>
              <a:gdLst/>
              <a:ahLst/>
              <a:cxnLst/>
              <a:rect l="l" t="t" r="r" b="b"/>
              <a:pathLst>
                <a:path w="31182" h="25563" extrusionOk="0">
                  <a:moveTo>
                    <a:pt x="14244" y="1"/>
                  </a:moveTo>
                  <a:lnTo>
                    <a:pt x="14244" y="2"/>
                  </a:lnTo>
                  <a:cubicBezTo>
                    <a:pt x="14244" y="2"/>
                    <a:pt x="10216" y="607"/>
                    <a:pt x="7796" y="1474"/>
                  </a:cubicBezTo>
                  <a:cubicBezTo>
                    <a:pt x="4386" y="2697"/>
                    <a:pt x="379" y="3855"/>
                    <a:pt x="379" y="3855"/>
                  </a:cubicBezTo>
                  <a:lnTo>
                    <a:pt x="1" y="11245"/>
                  </a:lnTo>
                  <a:lnTo>
                    <a:pt x="7770" y="11543"/>
                  </a:lnTo>
                  <a:cubicBezTo>
                    <a:pt x="7770" y="11543"/>
                    <a:pt x="6279" y="22368"/>
                    <a:pt x="6605" y="25563"/>
                  </a:cubicBezTo>
                  <a:lnTo>
                    <a:pt x="31181" y="25563"/>
                  </a:lnTo>
                  <a:cubicBezTo>
                    <a:pt x="31181" y="25563"/>
                    <a:pt x="30961" y="8783"/>
                    <a:pt x="30531" y="6982"/>
                  </a:cubicBezTo>
                  <a:cubicBezTo>
                    <a:pt x="29773" y="3802"/>
                    <a:pt x="28203" y="2103"/>
                    <a:pt x="25550" y="1581"/>
                  </a:cubicBezTo>
                  <a:cubicBezTo>
                    <a:pt x="22896" y="1061"/>
                    <a:pt x="19731" y="1"/>
                    <a:pt x="19731" y="1"/>
                  </a:cubicBezTo>
                  <a:close/>
                </a:path>
              </a:pathLst>
            </a:custGeom>
            <a:solidFill>
              <a:schemeClr val="accent2"/>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11" name="Google Shape;1211;p52"/>
            <p:cNvSpPr/>
            <p:nvPr/>
          </p:nvSpPr>
          <p:spPr>
            <a:xfrm>
              <a:off x="4146925" y="1382425"/>
              <a:ext cx="163700" cy="56525"/>
            </a:xfrm>
            <a:custGeom>
              <a:avLst/>
              <a:gdLst/>
              <a:ahLst/>
              <a:cxnLst/>
              <a:rect l="l" t="t" r="r" b="b"/>
              <a:pathLst>
                <a:path w="6548" h="2261" extrusionOk="0">
                  <a:moveTo>
                    <a:pt x="3276" y="0"/>
                  </a:moveTo>
                  <a:cubicBezTo>
                    <a:pt x="1196" y="0"/>
                    <a:pt x="1" y="383"/>
                    <a:pt x="1" y="383"/>
                  </a:cubicBezTo>
                  <a:lnTo>
                    <a:pt x="1" y="2260"/>
                  </a:lnTo>
                  <a:cubicBezTo>
                    <a:pt x="1" y="2260"/>
                    <a:pt x="1220" y="1876"/>
                    <a:pt x="3315" y="1876"/>
                  </a:cubicBezTo>
                  <a:cubicBezTo>
                    <a:pt x="4234" y="1876"/>
                    <a:pt x="5321" y="1950"/>
                    <a:pt x="6547" y="2162"/>
                  </a:cubicBezTo>
                  <a:lnTo>
                    <a:pt x="6501" y="287"/>
                  </a:lnTo>
                  <a:cubicBezTo>
                    <a:pt x="5273" y="74"/>
                    <a:pt x="4189" y="0"/>
                    <a:pt x="3276" y="0"/>
                  </a:cubicBezTo>
                  <a:close/>
                </a:path>
              </a:pathLst>
            </a:custGeom>
            <a:solidFill>
              <a:schemeClr val="lt2"/>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12" name="Google Shape;1212;p52"/>
            <p:cNvSpPr/>
            <p:nvPr/>
          </p:nvSpPr>
          <p:spPr>
            <a:xfrm>
              <a:off x="4082000" y="1432950"/>
              <a:ext cx="232800" cy="217600"/>
            </a:xfrm>
            <a:custGeom>
              <a:avLst/>
              <a:gdLst/>
              <a:ahLst/>
              <a:cxnLst/>
              <a:rect l="l" t="t" r="r" b="b"/>
              <a:pathLst>
                <a:path w="9312" h="8704" extrusionOk="0">
                  <a:moveTo>
                    <a:pt x="9144" y="0"/>
                  </a:moveTo>
                  <a:lnTo>
                    <a:pt x="2598" y="97"/>
                  </a:lnTo>
                  <a:cubicBezTo>
                    <a:pt x="2598" y="97"/>
                    <a:pt x="2073" y="3260"/>
                    <a:pt x="1516" y="5478"/>
                  </a:cubicBezTo>
                  <a:cubicBezTo>
                    <a:pt x="705" y="8704"/>
                    <a:pt x="1" y="8704"/>
                    <a:pt x="1" y="8704"/>
                  </a:cubicBezTo>
                  <a:lnTo>
                    <a:pt x="9312" y="8704"/>
                  </a:lnTo>
                  <a:lnTo>
                    <a:pt x="9144" y="0"/>
                  </a:lnTo>
                  <a:close/>
                </a:path>
              </a:pathLst>
            </a:custGeom>
            <a:solidFill>
              <a:schemeClr val="accent3"/>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13" name="Google Shape;1213;p52"/>
            <p:cNvSpPr/>
            <p:nvPr/>
          </p:nvSpPr>
          <p:spPr>
            <a:xfrm>
              <a:off x="3535225" y="1054725"/>
              <a:ext cx="176625" cy="241500"/>
            </a:xfrm>
            <a:custGeom>
              <a:avLst/>
              <a:gdLst/>
              <a:ahLst/>
              <a:cxnLst/>
              <a:rect l="l" t="t" r="r" b="b"/>
              <a:pathLst>
                <a:path w="7065" h="9660" extrusionOk="0">
                  <a:moveTo>
                    <a:pt x="7065" y="1"/>
                  </a:moveTo>
                  <a:lnTo>
                    <a:pt x="7065" y="1"/>
                  </a:lnTo>
                  <a:cubicBezTo>
                    <a:pt x="3839" y="1123"/>
                    <a:pt x="379" y="2124"/>
                    <a:pt x="379" y="2124"/>
                  </a:cubicBezTo>
                  <a:lnTo>
                    <a:pt x="1" y="9514"/>
                  </a:lnTo>
                  <a:lnTo>
                    <a:pt x="3742" y="9659"/>
                  </a:lnTo>
                  <a:cubicBezTo>
                    <a:pt x="6331" y="6556"/>
                    <a:pt x="6943" y="1409"/>
                    <a:pt x="7065" y="1"/>
                  </a:cubicBezTo>
                  <a:close/>
                </a:path>
              </a:pathLst>
            </a:custGeom>
            <a:solidFill>
              <a:schemeClr val="accent3"/>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14" name="Google Shape;1214;p52"/>
            <p:cNvSpPr/>
            <p:nvPr/>
          </p:nvSpPr>
          <p:spPr>
            <a:xfrm>
              <a:off x="3869500" y="1011450"/>
              <a:ext cx="180425" cy="87375"/>
            </a:xfrm>
            <a:custGeom>
              <a:avLst/>
              <a:gdLst/>
              <a:ahLst/>
              <a:cxnLst/>
              <a:rect l="l" t="t" r="r" b="b"/>
              <a:pathLst>
                <a:path w="7217" h="3495" extrusionOk="0">
                  <a:moveTo>
                    <a:pt x="873" y="0"/>
                  </a:moveTo>
                  <a:cubicBezTo>
                    <a:pt x="873" y="0"/>
                    <a:pt x="537" y="51"/>
                    <a:pt x="2" y="144"/>
                  </a:cubicBezTo>
                  <a:cubicBezTo>
                    <a:pt x="0" y="177"/>
                    <a:pt x="0" y="212"/>
                    <a:pt x="0" y="245"/>
                  </a:cubicBezTo>
                  <a:cubicBezTo>
                    <a:pt x="0" y="2239"/>
                    <a:pt x="1417" y="3494"/>
                    <a:pt x="3411" y="3494"/>
                  </a:cubicBezTo>
                  <a:cubicBezTo>
                    <a:pt x="5395" y="3494"/>
                    <a:pt x="7199" y="2251"/>
                    <a:pt x="7217" y="274"/>
                  </a:cubicBezTo>
                  <a:cubicBezTo>
                    <a:pt x="6688" y="110"/>
                    <a:pt x="6361" y="0"/>
                    <a:pt x="6361" y="0"/>
                  </a:cubicBezTo>
                  <a:close/>
                </a:path>
              </a:pathLst>
            </a:custGeom>
            <a:solidFill>
              <a:schemeClr val="accent1"/>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15" name="Google Shape;1215;p52"/>
            <p:cNvSpPr/>
            <p:nvPr/>
          </p:nvSpPr>
          <p:spPr>
            <a:xfrm>
              <a:off x="4146925" y="1232325"/>
              <a:ext cx="16275" cy="203050"/>
            </a:xfrm>
            <a:custGeom>
              <a:avLst/>
              <a:gdLst/>
              <a:ahLst/>
              <a:cxnLst/>
              <a:rect l="l" t="t" r="r" b="b"/>
              <a:pathLst>
                <a:path w="651" h="8122" fill="none" extrusionOk="0">
                  <a:moveTo>
                    <a:pt x="1" y="8122"/>
                  </a:moveTo>
                  <a:lnTo>
                    <a:pt x="1" y="1295"/>
                  </a:lnTo>
                  <a:lnTo>
                    <a:pt x="650" y="1"/>
                  </a:lnTo>
                </a:path>
              </a:pathLst>
            </a:custGeom>
            <a:noFill/>
            <a:ln w="2975" cap="rnd" cmpd="sng">
              <a:solidFill>
                <a:schemeClr val="dk1"/>
              </a:solidFill>
              <a:prstDash val="solid"/>
              <a:round/>
              <a:headEnd type="none" w="sm" len="sm"/>
              <a:tailEnd type="none" w="sm" len="sm"/>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16" name="Google Shape;1216;p52"/>
            <p:cNvSpPr/>
            <p:nvPr/>
          </p:nvSpPr>
          <p:spPr>
            <a:xfrm>
              <a:off x="3729475" y="1206650"/>
              <a:ext cx="14225" cy="93450"/>
            </a:xfrm>
            <a:custGeom>
              <a:avLst/>
              <a:gdLst/>
              <a:ahLst/>
              <a:cxnLst/>
              <a:rect l="l" t="t" r="r" b="b"/>
              <a:pathLst>
                <a:path w="569" h="3738" fill="none" extrusionOk="0">
                  <a:moveTo>
                    <a:pt x="0" y="3738"/>
                  </a:moveTo>
                  <a:lnTo>
                    <a:pt x="568" y="0"/>
                  </a:lnTo>
                </a:path>
              </a:pathLst>
            </a:custGeom>
            <a:noFill/>
            <a:ln w="2975" cap="rnd" cmpd="sng">
              <a:solidFill>
                <a:schemeClr val="dk1"/>
              </a:solidFill>
              <a:prstDash val="solid"/>
              <a:round/>
              <a:headEnd type="none" w="sm" len="sm"/>
              <a:tailEnd type="none" w="sm" len="sm"/>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17" name="Google Shape;1217;p52"/>
            <p:cNvSpPr/>
            <p:nvPr/>
          </p:nvSpPr>
          <p:spPr>
            <a:xfrm>
              <a:off x="3781100" y="850750"/>
              <a:ext cx="77150" cy="70950"/>
            </a:xfrm>
            <a:custGeom>
              <a:avLst/>
              <a:gdLst/>
              <a:ahLst/>
              <a:cxnLst/>
              <a:rect l="l" t="t" r="r" b="b"/>
              <a:pathLst>
                <a:path w="3086" h="2838" extrusionOk="0">
                  <a:moveTo>
                    <a:pt x="1819" y="0"/>
                  </a:moveTo>
                  <a:lnTo>
                    <a:pt x="0" y="1696"/>
                  </a:lnTo>
                  <a:lnTo>
                    <a:pt x="797" y="2838"/>
                  </a:lnTo>
                  <a:cubicBezTo>
                    <a:pt x="797" y="2838"/>
                    <a:pt x="2183" y="2830"/>
                    <a:pt x="3085" y="1895"/>
                  </a:cubicBezTo>
                  <a:lnTo>
                    <a:pt x="1819" y="0"/>
                  </a:lnTo>
                  <a:close/>
                </a:path>
              </a:pathLst>
            </a:custGeom>
            <a:solidFill>
              <a:srgbClr val="F4C4B3"/>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18" name="Google Shape;1218;p52"/>
            <p:cNvSpPr/>
            <p:nvPr/>
          </p:nvSpPr>
          <p:spPr>
            <a:xfrm>
              <a:off x="4139700" y="1425750"/>
              <a:ext cx="175075" cy="224800"/>
            </a:xfrm>
            <a:custGeom>
              <a:avLst/>
              <a:gdLst/>
              <a:ahLst/>
              <a:cxnLst/>
              <a:rect l="l" t="t" r="r" b="b"/>
              <a:pathLst>
                <a:path w="7003" h="8992" extrusionOk="0">
                  <a:moveTo>
                    <a:pt x="3604" y="1"/>
                  </a:moveTo>
                  <a:cubicBezTo>
                    <a:pt x="1509" y="1"/>
                    <a:pt x="290" y="385"/>
                    <a:pt x="290" y="385"/>
                  </a:cubicBezTo>
                  <a:lnTo>
                    <a:pt x="1" y="8992"/>
                  </a:lnTo>
                  <a:lnTo>
                    <a:pt x="7002" y="8992"/>
                  </a:lnTo>
                  <a:cubicBezTo>
                    <a:pt x="7002" y="8990"/>
                    <a:pt x="6946" y="4739"/>
                    <a:pt x="6836" y="287"/>
                  </a:cubicBezTo>
                  <a:cubicBezTo>
                    <a:pt x="5610" y="74"/>
                    <a:pt x="4523" y="1"/>
                    <a:pt x="3604" y="1"/>
                  </a:cubicBezTo>
                  <a:close/>
                </a:path>
              </a:pathLst>
            </a:custGeom>
            <a:solidFill>
              <a:srgbClr val="F4C4B3"/>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19" name="Google Shape;1219;p52"/>
            <p:cNvSpPr/>
            <p:nvPr/>
          </p:nvSpPr>
          <p:spPr>
            <a:xfrm>
              <a:off x="4145275" y="1425750"/>
              <a:ext cx="165825" cy="59450"/>
            </a:xfrm>
            <a:custGeom>
              <a:avLst/>
              <a:gdLst/>
              <a:ahLst/>
              <a:cxnLst/>
              <a:rect l="l" t="t" r="r" b="b"/>
              <a:pathLst>
                <a:path w="6633" h="2378" extrusionOk="0">
                  <a:moveTo>
                    <a:pt x="3381" y="1"/>
                  </a:moveTo>
                  <a:cubicBezTo>
                    <a:pt x="1286" y="1"/>
                    <a:pt x="67" y="385"/>
                    <a:pt x="67" y="385"/>
                  </a:cubicBezTo>
                  <a:lnTo>
                    <a:pt x="0" y="2377"/>
                  </a:lnTo>
                  <a:cubicBezTo>
                    <a:pt x="673" y="2041"/>
                    <a:pt x="2889" y="1104"/>
                    <a:pt x="6633" y="1083"/>
                  </a:cubicBezTo>
                  <a:cubicBezTo>
                    <a:pt x="6627" y="818"/>
                    <a:pt x="6619" y="554"/>
                    <a:pt x="6613" y="287"/>
                  </a:cubicBezTo>
                  <a:cubicBezTo>
                    <a:pt x="5387" y="74"/>
                    <a:pt x="4300" y="1"/>
                    <a:pt x="3381" y="1"/>
                  </a:cubicBezTo>
                  <a:close/>
                </a:path>
              </a:pathLst>
            </a:custGeom>
            <a:solidFill>
              <a:schemeClr val="accent3"/>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20" name="Google Shape;1220;p52"/>
            <p:cNvSpPr/>
            <p:nvPr/>
          </p:nvSpPr>
          <p:spPr>
            <a:xfrm>
              <a:off x="3803175" y="763700"/>
              <a:ext cx="146050" cy="219350"/>
            </a:xfrm>
            <a:custGeom>
              <a:avLst/>
              <a:gdLst/>
              <a:ahLst/>
              <a:cxnLst/>
              <a:rect l="l" t="t" r="r" b="b"/>
              <a:pathLst>
                <a:path w="5842" h="8774" extrusionOk="0">
                  <a:moveTo>
                    <a:pt x="2888" y="1"/>
                  </a:moveTo>
                  <a:cubicBezTo>
                    <a:pt x="2649" y="1"/>
                    <a:pt x="2416" y="143"/>
                    <a:pt x="2323" y="393"/>
                  </a:cubicBezTo>
                  <a:lnTo>
                    <a:pt x="120" y="6281"/>
                  </a:lnTo>
                  <a:cubicBezTo>
                    <a:pt x="1" y="6595"/>
                    <a:pt x="94" y="6950"/>
                    <a:pt x="349" y="7168"/>
                  </a:cubicBezTo>
                  <a:lnTo>
                    <a:pt x="2647" y="8647"/>
                  </a:lnTo>
                  <a:cubicBezTo>
                    <a:pt x="2748" y="8733"/>
                    <a:pt x="2869" y="8773"/>
                    <a:pt x="2988" y="8773"/>
                  </a:cubicBezTo>
                  <a:cubicBezTo>
                    <a:pt x="3198" y="8773"/>
                    <a:pt x="3402" y="8649"/>
                    <a:pt x="3483" y="8431"/>
                  </a:cubicBezTo>
                  <a:lnTo>
                    <a:pt x="5725" y="2439"/>
                  </a:lnTo>
                  <a:cubicBezTo>
                    <a:pt x="5842" y="2124"/>
                    <a:pt x="5750" y="1768"/>
                    <a:pt x="5494" y="1552"/>
                  </a:cubicBezTo>
                  <a:lnTo>
                    <a:pt x="3279" y="145"/>
                  </a:lnTo>
                  <a:cubicBezTo>
                    <a:pt x="3163" y="47"/>
                    <a:pt x="3025" y="1"/>
                    <a:pt x="2888" y="1"/>
                  </a:cubicBezTo>
                  <a:close/>
                </a:path>
              </a:pathLst>
            </a:custGeom>
            <a:solidFill>
              <a:srgbClr val="565E5D"/>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21" name="Google Shape;1221;p52"/>
            <p:cNvSpPr/>
            <p:nvPr/>
          </p:nvSpPr>
          <p:spPr>
            <a:xfrm>
              <a:off x="3803150" y="763625"/>
              <a:ext cx="83425" cy="219325"/>
            </a:xfrm>
            <a:custGeom>
              <a:avLst/>
              <a:gdLst/>
              <a:ahLst/>
              <a:cxnLst/>
              <a:rect l="l" t="t" r="r" b="b"/>
              <a:pathLst>
                <a:path w="3337" h="8773" extrusionOk="0">
                  <a:moveTo>
                    <a:pt x="2889" y="0"/>
                  </a:moveTo>
                  <a:cubicBezTo>
                    <a:pt x="2650" y="0"/>
                    <a:pt x="2416" y="143"/>
                    <a:pt x="2322" y="393"/>
                  </a:cubicBezTo>
                  <a:lnTo>
                    <a:pt x="119" y="6280"/>
                  </a:lnTo>
                  <a:cubicBezTo>
                    <a:pt x="0" y="6595"/>
                    <a:pt x="92" y="6948"/>
                    <a:pt x="349" y="7168"/>
                  </a:cubicBezTo>
                  <a:lnTo>
                    <a:pt x="2647" y="8646"/>
                  </a:lnTo>
                  <a:cubicBezTo>
                    <a:pt x="2748" y="8732"/>
                    <a:pt x="2869" y="8772"/>
                    <a:pt x="2988" y="8772"/>
                  </a:cubicBezTo>
                  <a:cubicBezTo>
                    <a:pt x="3115" y="8772"/>
                    <a:pt x="3239" y="8727"/>
                    <a:pt x="3336" y="8643"/>
                  </a:cubicBezTo>
                  <a:lnTo>
                    <a:pt x="923" y="7067"/>
                  </a:lnTo>
                  <a:cubicBezTo>
                    <a:pt x="659" y="6842"/>
                    <a:pt x="562" y="6472"/>
                    <a:pt x="684" y="6146"/>
                  </a:cubicBezTo>
                  <a:lnTo>
                    <a:pt x="2749" y="548"/>
                  </a:lnTo>
                  <a:cubicBezTo>
                    <a:pt x="2838" y="310"/>
                    <a:pt x="3050" y="166"/>
                    <a:pt x="3277" y="142"/>
                  </a:cubicBezTo>
                  <a:cubicBezTo>
                    <a:pt x="3162" y="45"/>
                    <a:pt x="3025" y="0"/>
                    <a:pt x="2889" y="0"/>
                  </a:cubicBezTo>
                  <a:close/>
                </a:path>
              </a:pathLst>
            </a:custGeom>
            <a:solidFill>
              <a:schemeClr val="dk1"/>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22" name="Google Shape;1222;p52"/>
            <p:cNvSpPr/>
            <p:nvPr/>
          </p:nvSpPr>
          <p:spPr>
            <a:xfrm>
              <a:off x="3817200" y="764425"/>
              <a:ext cx="132025" cy="215275"/>
            </a:xfrm>
            <a:custGeom>
              <a:avLst/>
              <a:gdLst/>
              <a:ahLst/>
              <a:cxnLst/>
              <a:rect l="l" t="t" r="r" b="b"/>
              <a:pathLst>
                <a:path w="5281" h="8611" extrusionOk="0">
                  <a:moveTo>
                    <a:pt x="2582" y="0"/>
                  </a:moveTo>
                  <a:cubicBezTo>
                    <a:pt x="2582" y="0"/>
                    <a:pt x="2617" y="31"/>
                    <a:pt x="2688" y="91"/>
                  </a:cubicBezTo>
                  <a:lnTo>
                    <a:pt x="2688" y="91"/>
                  </a:lnTo>
                  <a:cubicBezTo>
                    <a:pt x="2618" y="30"/>
                    <a:pt x="2583" y="0"/>
                    <a:pt x="2582" y="0"/>
                  </a:cubicBezTo>
                  <a:close/>
                  <a:moveTo>
                    <a:pt x="2688" y="91"/>
                  </a:moveTo>
                  <a:lnTo>
                    <a:pt x="2688" y="91"/>
                  </a:lnTo>
                  <a:cubicBezTo>
                    <a:pt x="2697" y="98"/>
                    <a:pt x="2706" y="106"/>
                    <a:pt x="2716" y="115"/>
                  </a:cubicBezTo>
                  <a:lnTo>
                    <a:pt x="2716" y="115"/>
                  </a:lnTo>
                  <a:cubicBezTo>
                    <a:pt x="2716" y="115"/>
                    <a:pt x="2716" y="115"/>
                    <a:pt x="2716" y="115"/>
                  </a:cubicBezTo>
                  <a:cubicBezTo>
                    <a:pt x="2706" y="106"/>
                    <a:pt x="2697" y="98"/>
                    <a:pt x="2688" y="91"/>
                  </a:cubicBezTo>
                  <a:close/>
                  <a:moveTo>
                    <a:pt x="2716" y="115"/>
                  </a:moveTo>
                  <a:lnTo>
                    <a:pt x="2716" y="115"/>
                  </a:lnTo>
                  <a:cubicBezTo>
                    <a:pt x="2491" y="137"/>
                    <a:pt x="2277" y="279"/>
                    <a:pt x="2188" y="518"/>
                  </a:cubicBezTo>
                  <a:lnTo>
                    <a:pt x="122" y="6114"/>
                  </a:lnTo>
                  <a:cubicBezTo>
                    <a:pt x="0" y="6440"/>
                    <a:pt x="97" y="6810"/>
                    <a:pt x="361" y="7035"/>
                  </a:cubicBezTo>
                  <a:lnTo>
                    <a:pt x="2774" y="8611"/>
                  </a:lnTo>
                  <a:cubicBezTo>
                    <a:pt x="2836" y="8554"/>
                    <a:pt x="2888" y="8485"/>
                    <a:pt x="2919" y="8397"/>
                  </a:cubicBezTo>
                  <a:lnTo>
                    <a:pt x="5162" y="2407"/>
                  </a:lnTo>
                  <a:cubicBezTo>
                    <a:pt x="5281" y="2095"/>
                    <a:pt x="5189" y="1739"/>
                    <a:pt x="4933" y="1523"/>
                  </a:cubicBezTo>
                  <a:lnTo>
                    <a:pt x="2718" y="116"/>
                  </a:lnTo>
                  <a:cubicBezTo>
                    <a:pt x="2717" y="116"/>
                    <a:pt x="2717" y="115"/>
                    <a:pt x="2716" y="115"/>
                  </a:cubicBezTo>
                  <a:close/>
                </a:path>
              </a:pathLst>
            </a:custGeom>
            <a:solidFill>
              <a:schemeClr val="accent5"/>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23" name="Google Shape;1223;p52"/>
            <p:cNvSpPr/>
            <p:nvPr/>
          </p:nvSpPr>
          <p:spPr>
            <a:xfrm>
              <a:off x="3825525" y="776625"/>
              <a:ext cx="115400" cy="189975"/>
            </a:xfrm>
            <a:custGeom>
              <a:avLst/>
              <a:gdLst/>
              <a:ahLst/>
              <a:cxnLst/>
              <a:rect l="l" t="t" r="r" b="b"/>
              <a:pathLst>
                <a:path w="4616" h="7599" extrusionOk="0">
                  <a:moveTo>
                    <a:pt x="2340" y="0"/>
                  </a:moveTo>
                  <a:cubicBezTo>
                    <a:pt x="2256" y="0"/>
                    <a:pt x="2175" y="47"/>
                    <a:pt x="2143" y="129"/>
                  </a:cubicBezTo>
                  <a:cubicBezTo>
                    <a:pt x="2140" y="132"/>
                    <a:pt x="2140" y="132"/>
                    <a:pt x="2140" y="134"/>
                  </a:cubicBezTo>
                  <a:lnTo>
                    <a:pt x="77" y="5734"/>
                  </a:lnTo>
                  <a:cubicBezTo>
                    <a:pt x="1" y="5935"/>
                    <a:pt x="56" y="6161"/>
                    <a:pt x="213" y="6305"/>
                  </a:cubicBezTo>
                  <a:lnTo>
                    <a:pt x="2150" y="7568"/>
                  </a:lnTo>
                  <a:cubicBezTo>
                    <a:pt x="2182" y="7589"/>
                    <a:pt x="2217" y="7599"/>
                    <a:pt x="2251" y="7599"/>
                  </a:cubicBezTo>
                  <a:cubicBezTo>
                    <a:pt x="2324" y="7599"/>
                    <a:pt x="2395" y="7555"/>
                    <a:pt x="2422" y="7479"/>
                  </a:cubicBezTo>
                  <a:lnTo>
                    <a:pt x="4546" y="1815"/>
                  </a:lnTo>
                  <a:cubicBezTo>
                    <a:pt x="4616" y="1627"/>
                    <a:pt x="4564" y="1415"/>
                    <a:pt x="4419" y="1278"/>
                  </a:cubicBezTo>
                  <a:lnTo>
                    <a:pt x="2462" y="36"/>
                  </a:lnTo>
                  <a:cubicBezTo>
                    <a:pt x="2424" y="12"/>
                    <a:pt x="2382" y="0"/>
                    <a:pt x="2340" y="0"/>
                  </a:cubicBezTo>
                  <a:close/>
                </a:path>
              </a:pathLst>
            </a:custGeom>
            <a:solidFill>
              <a:schemeClr val="accent4"/>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24" name="Google Shape;1224;p52"/>
            <p:cNvSpPr/>
            <p:nvPr/>
          </p:nvSpPr>
          <p:spPr>
            <a:xfrm>
              <a:off x="3904700" y="755850"/>
              <a:ext cx="115075" cy="62700"/>
            </a:xfrm>
            <a:custGeom>
              <a:avLst/>
              <a:gdLst/>
              <a:ahLst/>
              <a:cxnLst/>
              <a:rect l="l" t="t" r="r" b="b"/>
              <a:pathLst>
                <a:path w="4603" h="2508" extrusionOk="0">
                  <a:moveTo>
                    <a:pt x="2059" y="0"/>
                  </a:moveTo>
                  <a:cubicBezTo>
                    <a:pt x="1413" y="0"/>
                    <a:pt x="566" y="226"/>
                    <a:pt x="0" y="1236"/>
                  </a:cubicBezTo>
                  <a:cubicBezTo>
                    <a:pt x="658" y="1762"/>
                    <a:pt x="1925" y="2507"/>
                    <a:pt x="3831" y="2507"/>
                  </a:cubicBezTo>
                  <a:cubicBezTo>
                    <a:pt x="4077" y="2507"/>
                    <a:pt x="4334" y="2495"/>
                    <a:pt x="4602" y="2468"/>
                  </a:cubicBezTo>
                  <a:cubicBezTo>
                    <a:pt x="4495" y="1055"/>
                    <a:pt x="3883" y="258"/>
                    <a:pt x="2976" y="149"/>
                  </a:cubicBezTo>
                  <a:cubicBezTo>
                    <a:pt x="2976" y="149"/>
                    <a:pt x="2584" y="0"/>
                    <a:pt x="2059" y="0"/>
                  </a:cubicBezTo>
                  <a:close/>
                </a:path>
              </a:pathLst>
            </a:custGeom>
            <a:solidFill>
              <a:srgbClr val="C699A2"/>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25" name="Google Shape;1225;p52"/>
            <p:cNvSpPr/>
            <p:nvPr/>
          </p:nvSpPr>
          <p:spPr>
            <a:xfrm>
              <a:off x="3384425" y="781025"/>
              <a:ext cx="504025" cy="511650"/>
            </a:xfrm>
            <a:custGeom>
              <a:avLst/>
              <a:gdLst/>
              <a:ahLst/>
              <a:cxnLst/>
              <a:rect l="l" t="t" r="r" b="b"/>
              <a:pathLst>
                <a:path w="20161" h="20466" extrusionOk="0">
                  <a:moveTo>
                    <a:pt x="18697" y="0"/>
                  </a:moveTo>
                  <a:cubicBezTo>
                    <a:pt x="18688" y="0"/>
                    <a:pt x="18680" y="0"/>
                    <a:pt x="18672" y="1"/>
                  </a:cubicBezTo>
                  <a:cubicBezTo>
                    <a:pt x="18253" y="18"/>
                    <a:pt x="16818" y="840"/>
                    <a:pt x="16818" y="840"/>
                  </a:cubicBezTo>
                  <a:lnTo>
                    <a:pt x="15200" y="3625"/>
                  </a:lnTo>
                  <a:cubicBezTo>
                    <a:pt x="12831" y="4967"/>
                    <a:pt x="3802" y="9926"/>
                    <a:pt x="2229" y="12965"/>
                  </a:cubicBezTo>
                  <a:cubicBezTo>
                    <a:pt x="1" y="17267"/>
                    <a:pt x="1867" y="20303"/>
                    <a:pt x="6033" y="20463"/>
                  </a:cubicBezTo>
                  <a:cubicBezTo>
                    <a:pt x="6077" y="20465"/>
                    <a:pt x="6122" y="20466"/>
                    <a:pt x="6166" y="20466"/>
                  </a:cubicBezTo>
                  <a:cubicBezTo>
                    <a:pt x="9606" y="20466"/>
                    <a:pt x="11578" y="15277"/>
                    <a:pt x="12431" y="13270"/>
                  </a:cubicBezTo>
                  <a:cubicBezTo>
                    <a:pt x="13297" y="11238"/>
                    <a:pt x="16662" y="5627"/>
                    <a:pt x="16662" y="5627"/>
                  </a:cubicBezTo>
                  <a:lnTo>
                    <a:pt x="16391" y="4881"/>
                  </a:lnTo>
                  <a:cubicBezTo>
                    <a:pt x="18189" y="4215"/>
                    <a:pt x="18410" y="1706"/>
                    <a:pt x="18410" y="1706"/>
                  </a:cubicBezTo>
                  <a:cubicBezTo>
                    <a:pt x="18410" y="1706"/>
                    <a:pt x="18964" y="2139"/>
                    <a:pt x="19193" y="2139"/>
                  </a:cubicBezTo>
                  <a:cubicBezTo>
                    <a:pt x="19230" y="2139"/>
                    <a:pt x="19258" y="2128"/>
                    <a:pt x="19274" y="2101"/>
                  </a:cubicBezTo>
                  <a:cubicBezTo>
                    <a:pt x="19514" y="1714"/>
                    <a:pt x="18982" y="1285"/>
                    <a:pt x="18982" y="1285"/>
                  </a:cubicBezTo>
                  <a:lnTo>
                    <a:pt x="18982" y="1285"/>
                  </a:lnTo>
                  <a:cubicBezTo>
                    <a:pt x="18982" y="1285"/>
                    <a:pt x="19555" y="1580"/>
                    <a:pt x="19856" y="1580"/>
                  </a:cubicBezTo>
                  <a:cubicBezTo>
                    <a:pt x="19939" y="1580"/>
                    <a:pt x="20002" y="1557"/>
                    <a:pt x="20026" y="1499"/>
                  </a:cubicBezTo>
                  <a:cubicBezTo>
                    <a:pt x="20161" y="1175"/>
                    <a:pt x="19485" y="772"/>
                    <a:pt x="19485" y="772"/>
                  </a:cubicBezTo>
                  <a:lnTo>
                    <a:pt x="19485" y="772"/>
                  </a:lnTo>
                  <a:cubicBezTo>
                    <a:pt x="19485" y="772"/>
                    <a:pt x="19595" y="799"/>
                    <a:pt x="19717" y="799"/>
                  </a:cubicBezTo>
                  <a:cubicBezTo>
                    <a:pt x="19852" y="799"/>
                    <a:pt x="20000" y="765"/>
                    <a:pt x="20026" y="623"/>
                  </a:cubicBezTo>
                  <a:cubicBezTo>
                    <a:pt x="20072" y="358"/>
                    <a:pt x="19085" y="0"/>
                    <a:pt x="18697" y="0"/>
                  </a:cubicBezTo>
                  <a:close/>
                </a:path>
              </a:pathLst>
            </a:custGeom>
            <a:solidFill>
              <a:srgbClr val="F4C4B3"/>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26" name="Google Shape;1226;p52"/>
            <p:cNvSpPr/>
            <p:nvPr/>
          </p:nvSpPr>
          <p:spPr>
            <a:xfrm>
              <a:off x="3815150" y="799925"/>
              <a:ext cx="43875" cy="13225"/>
            </a:xfrm>
            <a:custGeom>
              <a:avLst/>
              <a:gdLst/>
              <a:ahLst/>
              <a:cxnLst/>
              <a:rect l="l" t="t" r="r" b="b"/>
              <a:pathLst>
                <a:path w="1755" h="529" fill="none" extrusionOk="0">
                  <a:moveTo>
                    <a:pt x="1755" y="529"/>
                  </a:moveTo>
                  <a:cubicBezTo>
                    <a:pt x="1755" y="529"/>
                    <a:pt x="812" y="1"/>
                    <a:pt x="1" y="199"/>
                  </a:cubicBezTo>
                </a:path>
              </a:pathLst>
            </a:custGeom>
            <a:noFill/>
            <a:ln w="1475" cap="rnd" cmpd="sng">
              <a:solidFill>
                <a:schemeClr val="dk1"/>
              </a:solidFill>
              <a:prstDash val="solid"/>
              <a:round/>
              <a:headEnd type="none" w="sm" len="sm"/>
              <a:tailEnd type="none" w="sm" len="sm"/>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27" name="Google Shape;1227;p52"/>
            <p:cNvSpPr/>
            <p:nvPr/>
          </p:nvSpPr>
          <p:spPr>
            <a:xfrm>
              <a:off x="3835650" y="790700"/>
              <a:ext cx="35900" cy="9625"/>
            </a:xfrm>
            <a:custGeom>
              <a:avLst/>
              <a:gdLst/>
              <a:ahLst/>
              <a:cxnLst/>
              <a:rect l="l" t="t" r="r" b="b"/>
              <a:pathLst>
                <a:path w="1436" h="385" fill="none" extrusionOk="0">
                  <a:moveTo>
                    <a:pt x="1" y="1"/>
                  </a:moveTo>
                  <a:cubicBezTo>
                    <a:pt x="1" y="1"/>
                    <a:pt x="659" y="1"/>
                    <a:pt x="1436" y="385"/>
                  </a:cubicBezTo>
                </a:path>
              </a:pathLst>
            </a:custGeom>
            <a:noFill/>
            <a:ln w="1475" cap="rnd" cmpd="sng">
              <a:solidFill>
                <a:schemeClr val="dk1"/>
              </a:solidFill>
              <a:prstDash val="solid"/>
              <a:round/>
              <a:headEnd type="none" w="sm" len="sm"/>
              <a:tailEnd type="none" w="sm" len="sm"/>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28" name="Google Shape;1228;p52"/>
            <p:cNvSpPr/>
            <p:nvPr/>
          </p:nvSpPr>
          <p:spPr>
            <a:xfrm>
              <a:off x="3834325" y="822025"/>
              <a:ext cx="10400" cy="1650"/>
            </a:xfrm>
            <a:custGeom>
              <a:avLst/>
              <a:gdLst/>
              <a:ahLst/>
              <a:cxnLst/>
              <a:rect l="l" t="t" r="r" b="b"/>
              <a:pathLst>
                <a:path w="416" h="66" fill="none" extrusionOk="0">
                  <a:moveTo>
                    <a:pt x="415" y="66"/>
                  </a:moveTo>
                  <a:lnTo>
                    <a:pt x="0" y="0"/>
                  </a:lnTo>
                </a:path>
              </a:pathLst>
            </a:custGeom>
            <a:noFill/>
            <a:ln w="1475" cap="rnd" cmpd="sng">
              <a:solidFill>
                <a:schemeClr val="dk1"/>
              </a:solidFill>
              <a:prstDash val="solid"/>
              <a:round/>
              <a:headEnd type="none" w="sm" len="sm"/>
              <a:tailEnd type="none" w="sm" len="sm"/>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29" name="Google Shape;1229;p52"/>
            <p:cNvSpPr/>
            <p:nvPr/>
          </p:nvSpPr>
          <p:spPr>
            <a:xfrm>
              <a:off x="3882250" y="771075"/>
              <a:ext cx="55050" cy="71750"/>
            </a:xfrm>
            <a:custGeom>
              <a:avLst/>
              <a:gdLst/>
              <a:ahLst/>
              <a:cxnLst/>
              <a:rect l="l" t="t" r="r" b="b"/>
              <a:pathLst>
                <a:path w="2202" h="2870" extrusionOk="0">
                  <a:moveTo>
                    <a:pt x="1222" y="0"/>
                  </a:moveTo>
                  <a:cubicBezTo>
                    <a:pt x="720" y="0"/>
                    <a:pt x="244" y="546"/>
                    <a:pt x="126" y="1281"/>
                  </a:cubicBezTo>
                  <a:cubicBezTo>
                    <a:pt x="0" y="2068"/>
                    <a:pt x="335" y="2777"/>
                    <a:pt x="875" y="2861"/>
                  </a:cubicBezTo>
                  <a:cubicBezTo>
                    <a:pt x="911" y="2867"/>
                    <a:pt x="947" y="2870"/>
                    <a:pt x="983" y="2870"/>
                  </a:cubicBezTo>
                  <a:cubicBezTo>
                    <a:pt x="1483" y="2870"/>
                    <a:pt x="1959" y="2325"/>
                    <a:pt x="2077" y="1591"/>
                  </a:cubicBezTo>
                  <a:cubicBezTo>
                    <a:pt x="2202" y="802"/>
                    <a:pt x="1868" y="95"/>
                    <a:pt x="1328" y="9"/>
                  </a:cubicBezTo>
                  <a:cubicBezTo>
                    <a:pt x="1293" y="3"/>
                    <a:pt x="1257" y="0"/>
                    <a:pt x="1222" y="0"/>
                  </a:cubicBezTo>
                  <a:close/>
                </a:path>
              </a:pathLst>
            </a:custGeom>
            <a:solidFill>
              <a:schemeClr val="accent6"/>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30" name="Google Shape;1230;p52"/>
            <p:cNvSpPr/>
            <p:nvPr/>
          </p:nvSpPr>
          <p:spPr>
            <a:xfrm>
              <a:off x="3881525" y="716025"/>
              <a:ext cx="167000" cy="181075"/>
            </a:xfrm>
            <a:custGeom>
              <a:avLst/>
              <a:gdLst/>
              <a:ahLst/>
              <a:cxnLst/>
              <a:rect l="l" t="t" r="r" b="b"/>
              <a:pathLst>
                <a:path w="6680" h="7243" extrusionOk="0">
                  <a:moveTo>
                    <a:pt x="2140" y="0"/>
                  </a:moveTo>
                  <a:cubicBezTo>
                    <a:pt x="975" y="0"/>
                    <a:pt x="0" y="1010"/>
                    <a:pt x="548" y="2114"/>
                  </a:cubicBezTo>
                  <a:cubicBezTo>
                    <a:pt x="1065" y="3160"/>
                    <a:pt x="3256" y="3241"/>
                    <a:pt x="3925" y="3241"/>
                  </a:cubicBezTo>
                  <a:cubicBezTo>
                    <a:pt x="4049" y="3241"/>
                    <a:pt x="4121" y="3238"/>
                    <a:pt x="4121" y="3238"/>
                  </a:cubicBezTo>
                  <a:lnTo>
                    <a:pt x="4121" y="3238"/>
                  </a:lnTo>
                  <a:cubicBezTo>
                    <a:pt x="3796" y="6027"/>
                    <a:pt x="5204" y="7242"/>
                    <a:pt x="5204" y="7242"/>
                  </a:cubicBezTo>
                  <a:cubicBezTo>
                    <a:pt x="5204" y="7242"/>
                    <a:pt x="6679" y="5580"/>
                    <a:pt x="6546" y="3699"/>
                  </a:cubicBezTo>
                  <a:cubicBezTo>
                    <a:pt x="6446" y="2299"/>
                    <a:pt x="5722" y="2170"/>
                    <a:pt x="5460" y="2170"/>
                  </a:cubicBezTo>
                  <a:cubicBezTo>
                    <a:pt x="5402" y="2170"/>
                    <a:pt x="5366" y="2177"/>
                    <a:pt x="5366" y="2177"/>
                  </a:cubicBezTo>
                  <a:cubicBezTo>
                    <a:pt x="5348" y="1040"/>
                    <a:pt x="3906" y="335"/>
                    <a:pt x="2569" y="46"/>
                  </a:cubicBezTo>
                  <a:cubicBezTo>
                    <a:pt x="2424" y="15"/>
                    <a:pt x="2281" y="0"/>
                    <a:pt x="2140" y="0"/>
                  </a:cubicBezTo>
                  <a:close/>
                </a:path>
              </a:pathLst>
            </a:custGeom>
            <a:solidFill>
              <a:schemeClr val="accent6"/>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31" name="Google Shape;1231;p52"/>
            <p:cNvSpPr/>
            <p:nvPr/>
          </p:nvSpPr>
          <p:spPr>
            <a:xfrm>
              <a:off x="3886625" y="880725"/>
              <a:ext cx="145600" cy="198200"/>
            </a:xfrm>
            <a:custGeom>
              <a:avLst/>
              <a:gdLst/>
              <a:ahLst/>
              <a:cxnLst/>
              <a:rect l="l" t="t" r="r" b="b"/>
              <a:pathLst>
                <a:path w="5824" h="7928" extrusionOk="0">
                  <a:moveTo>
                    <a:pt x="4914" y="1"/>
                  </a:moveTo>
                  <a:lnTo>
                    <a:pt x="1137" y="1074"/>
                  </a:lnTo>
                  <a:lnTo>
                    <a:pt x="212" y="5122"/>
                  </a:lnTo>
                  <a:cubicBezTo>
                    <a:pt x="0" y="6052"/>
                    <a:pt x="363" y="7041"/>
                    <a:pt x="1161" y="7557"/>
                  </a:cubicBezTo>
                  <a:cubicBezTo>
                    <a:pt x="1429" y="7729"/>
                    <a:pt x="1743" y="7859"/>
                    <a:pt x="2107" y="7895"/>
                  </a:cubicBezTo>
                  <a:cubicBezTo>
                    <a:pt x="2332" y="7917"/>
                    <a:pt x="2544" y="7927"/>
                    <a:pt x="2742" y="7927"/>
                  </a:cubicBezTo>
                  <a:cubicBezTo>
                    <a:pt x="3418" y="7927"/>
                    <a:pt x="3944" y="7807"/>
                    <a:pt x="4353" y="7626"/>
                  </a:cubicBezTo>
                  <a:cubicBezTo>
                    <a:pt x="5300" y="7205"/>
                    <a:pt x="5823" y="6181"/>
                    <a:pt x="5662" y="5160"/>
                  </a:cubicBezTo>
                  <a:lnTo>
                    <a:pt x="4914" y="1"/>
                  </a:lnTo>
                  <a:close/>
                </a:path>
              </a:pathLst>
            </a:custGeom>
            <a:solidFill>
              <a:srgbClr val="F4C4B3"/>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32" name="Google Shape;1232;p52"/>
            <p:cNvSpPr/>
            <p:nvPr/>
          </p:nvSpPr>
          <p:spPr>
            <a:xfrm>
              <a:off x="3895500" y="884650"/>
              <a:ext cx="107950" cy="108425"/>
            </a:xfrm>
            <a:custGeom>
              <a:avLst/>
              <a:gdLst/>
              <a:ahLst/>
              <a:cxnLst/>
              <a:rect l="l" t="t" r="r" b="b"/>
              <a:pathLst>
                <a:path w="4318" h="4337" extrusionOk="0">
                  <a:moveTo>
                    <a:pt x="4318" y="1"/>
                  </a:moveTo>
                  <a:lnTo>
                    <a:pt x="784" y="914"/>
                  </a:lnTo>
                  <a:lnTo>
                    <a:pt x="1" y="4337"/>
                  </a:lnTo>
                  <a:cubicBezTo>
                    <a:pt x="3453" y="4163"/>
                    <a:pt x="4318" y="1"/>
                    <a:pt x="4318" y="1"/>
                  </a:cubicBezTo>
                  <a:close/>
                </a:path>
              </a:pathLst>
            </a:custGeom>
            <a:solidFill>
              <a:schemeClr val="accent3"/>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33" name="Google Shape;1233;p52"/>
            <p:cNvSpPr/>
            <p:nvPr/>
          </p:nvSpPr>
          <p:spPr>
            <a:xfrm>
              <a:off x="3863600" y="781950"/>
              <a:ext cx="154375" cy="178425"/>
            </a:xfrm>
            <a:custGeom>
              <a:avLst/>
              <a:gdLst/>
              <a:ahLst/>
              <a:cxnLst/>
              <a:rect l="l" t="t" r="r" b="b"/>
              <a:pathLst>
                <a:path w="6175" h="7137" extrusionOk="0">
                  <a:moveTo>
                    <a:pt x="1759" y="1"/>
                  </a:moveTo>
                  <a:cubicBezTo>
                    <a:pt x="1561" y="300"/>
                    <a:pt x="1391" y="680"/>
                    <a:pt x="1265" y="1162"/>
                  </a:cubicBezTo>
                  <a:cubicBezTo>
                    <a:pt x="472" y="4193"/>
                    <a:pt x="0" y="6389"/>
                    <a:pt x="2058" y="7038"/>
                  </a:cubicBezTo>
                  <a:cubicBezTo>
                    <a:pt x="2270" y="7105"/>
                    <a:pt x="2480" y="7136"/>
                    <a:pt x="2685" y="7136"/>
                  </a:cubicBezTo>
                  <a:cubicBezTo>
                    <a:pt x="4408" y="7136"/>
                    <a:pt x="5864" y="4937"/>
                    <a:pt x="6175" y="2983"/>
                  </a:cubicBezTo>
                  <a:lnTo>
                    <a:pt x="6175" y="2983"/>
                  </a:lnTo>
                  <a:cubicBezTo>
                    <a:pt x="6173" y="2984"/>
                    <a:pt x="6089" y="3004"/>
                    <a:pt x="5963" y="3004"/>
                  </a:cubicBezTo>
                  <a:cubicBezTo>
                    <a:pt x="5527" y="3004"/>
                    <a:pt x="4587" y="2760"/>
                    <a:pt x="4838" y="601"/>
                  </a:cubicBezTo>
                  <a:lnTo>
                    <a:pt x="4838" y="601"/>
                  </a:lnTo>
                  <a:cubicBezTo>
                    <a:pt x="4838" y="601"/>
                    <a:pt x="4768" y="604"/>
                    <a:pt x="4647" y="604"/>
                  </a:cubicBezTo>
                  <a:cubicBezTo>
                    <a:pt x="4118" y="604"/>
                    <a:pt x="2610" y="553"/>
                    <a:pt x="1759" y="1"/>
                  </a:cubicBezTo>
                  <a:close/>
                </a:path>
              </a:pathLst>
            </a:custGeom>
            <a:solidFill>
              <a:srgbClr val="F4C4B3"/>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34" name="Google Shape;1234;p52"/>
            <p:cNvSpPr/>
            <p:nvPr/>
          </p:nvSpPr>
          <p:spPr>
            <a:xfrm>
              <a:off x="3998025" y="831025"/>
              <a:ext cx="49575" cy="54300"/>
            </a:xfrm>
            <a:custGeom>
              <a:avLst/>
              <a:gdLst/>
              <a:ahLst/>
              <a:cxnLst/>
              <a:rect l="l" t="t" r="r" b="b"/>
              <a:pathLst>
                <a:path w="1983" h="2172" extrusionOk="0">
                  <a:moveTo>
                    <a:pt x="1301" y="0"/>
                  </a:moveTo>
                  <a:cubicBezTo>
                    <a:pt x="966" y="0"/>
                    <a:pt x="573" y="267"/>
                    <a:pt x="323" y="700"/>
                  </a:cubicBezTo>
                  <a:cubicBezTo>
                    <a:pt x="0" y="1261"/>
                    <a:pt x="37" y="1888"/>
                    <a:pt x="405" y="2100"/>
                  </a:cubicBezTo>
                  <a:cubicBezTo>
                    <a:pt x="489" y="2148"/>
                    <a:pt x="582" y="2171"/>
                    <a:pt x="681" y="2171"/>
                  </a:cubicBezTo>
                  <a:cubicBezTo>
                    <a:pt x="1016" y="2171"/>
                    <a:pt x="1408" y="1904"/>
                    <a:pt x="1659" y="1471"/>
                  </a:cubicBezTo>
                  <a:cubicBezTo>
                    <a:pt x="1982" y="911"/>
                    <a:pt x="1945" y="284"/>
                    <a:pt x="1576" y="72"/>
                  </a:cubicBezTo>
                  <a:cubicBezTo>
                    <a:pt x="1493" y="23"/>
                    <a:pt x="1399" y="0"/>
                    <a:pt x="1301" y="0"/>
                  </a:cubicBezTo>
                  <a:close/>
                </a:path>
              </a:pathLst>
            </a:custGeom>
            <a:solidFill>
              <a:srgbClr val="F4C4B3"/>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35" name="Google Shape;1235;p52"/>
            <p:cNvSpPr/>
            <p:nvPr/>
          </p:nvSpPr>
          <p:spPr>
            <a:xfrm>
              <a:off x="4012925" y="846475"/>
              <a:ext cx="23875" cy="20575"/>
            </a:xfrm>
            <a:custGeom>
              <a:avLst/>
              <a:gdLst/>
              <a:ahLst/>
              <a:cxnLst/>
              <a:rect l="l" t="t" r="r" b="b"/>
              <a:pathLst>
                <a:path w="955" h="823" fill="none" extrusionOk="0">
                  <a:moveTo>
                    <a:pt x="955" y="1"/>
                  </a:moveTo>
                  <a:cubicBezTo>
                    <a:pt x="706" y="16"/>
                    <a:pt x="208" y="136"/>
                    <a:pt x="0" y="822"/>
                  </a:cubicBezTo>
                </a:path>
              </a:pathLst>
            </a:custGeom>
            <a:noFill/>
            <a:ln w="1475" cap="rnd" cmpd="sng">
              <a:solidFill>
                <a:schemeClr val="dk1"/>
              </a:solidFill>
              <a:prstDash val="solid"/>
              <a:round/>
              <a:headEnd type="none" w="sm" len="sm"/>
              <a:tailEnd type="none" w="sm" len="sm"/>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36" name="Google Shape;1236;p52"/>
            <p:cNvSpPr/>
            <p:nvPr/>
          </p:nvSpPr>
          <p:spPr>
            <a:xfrm>
              <a:off x="3832575" y="845100"/>
              <a:ext cx="172950" cy="126975"/>
            </a:xfrm>
            <a:custGeom>
              <a:avLst/>
              <a:gdLst/>
              <a:ahLst/>
              <a:cxnLst/>
              <a:rect l="l" t="t" r="r" b="b"/>
              <a:pathLst>
                <a:path w="6918" h="5079" extrusionOk="0">
                  <a:moveTo>
                    <a:pt x="6325" y="1"/>
                  </a:moveTo>
                  <a:cubicBezTo>
                    <a:pt x="6325" y="1"/>
                    <a:pt x="5836" y="2210"/>
                    <a:pt x="5005" y="2281"/>
                  </a:cubicBezTo>
                  <a:cubicBezTo>
                    <a:pt x="4968" y="2284"/>
                    <a:pt x="4931" y="2286"/>
                    <a:pt x="4895" y="2286"/>
                  </a:cubicBezTo>
                  <a:cubicBezTo>
                    <a:pt x="4771" y="2286"/>
                    <a:pt x="4658" y="2267"/>
                    <a:pt x="4549" y="2233"/>
                  </a:cubicBezTo>
                  <a:cubicBezTo>
                    <a:pt x="4673" y="2110"/>
                    <a:pt x="4676" y="1974"/>
                    <a:pt x="4676" y="1974"/>
                  </a:cubicBezTo>
                  <a:lnTo>
                    <a:pt x="4676" y="1974"/>
                  </a:lnTo>
                  <a:cubicBezTo>
                    <a:pt x="4624" y="1995"/>
                    <a:pt x="4570" y="2005"/>
                    <a:pt x="4516" y="2005"/>
                  </a:cubicBezTo>
                  <a:cubicBezTo>
                    <a:pt x="4272" y="2005"/>
                    <a:pt x="4012" y="1811"/>
                    <a:pt x="3716" y="1642"/>
                  </a:cubicBezTo>
                  <a:cubicBezTo>
                    <a:pt x="3462" y="1498"/>
                    <a:pt x="3019" y="1463"/>
                    <a:pt x="2780" y="1454"/>
                  </a:cubicBezTo>
                  <a:cubicBezTo>
                    <a:pt x="2774" y="1454"/>
                    <a:pt x="2768" y="1451"/>
                    <a:pt x="2762" y="1451"/>
                  </a:cubicBezTo>
                  <a:cubicBezTo>
                    <a:pt x="2762" y="1451"/>
                    <a:pt x="2687" y="1440"/>
                    <a:pt x="2582" y="1406"/>
                  </a:cubicBezTo>
                  <a:cubicBezTo>
                    <a:pt x="2402" y="1162"/>
                    <a:pt x="2161" y="1024"/>
                    <a:pt x="1968" y="951"/>
                  </a:cubicBezTo>
                  <a:cubicBezTo>
                    <a:pt x="1857" y="908"/>
                    <a:pt x="1760" y="886"/>
                    <a:pt x="1702" y="877"/>
                  </a:cubicBezTo>
                  <a:cubicBezTo>
                    <a:pt x="1539" y="853"/>
                    <a:pt x="1504" y="730"/>
                    <a:pt x="1504" y="730"/>
                  </a:cubicBezTo>
                  <a:cubicBezTo>
                    <a:pt x="1413" y="902"/>
                    <a:pt x="1433" y="1131"/>
                    <a:pt x="1433" y="1131"/>
                  </a:cubicBezTo>
                  <a:cubicBezTo>
                    <a:pt x="1436" y="1225"/>
                    <a:pt x="1455" y="1311"/>
                    <a:pt x="1485" y="1394"/>
                  </a:cubicBezTo>
                  <a:cubicBezTo>
                    <a:pt x="854" y="2063"/>
                    <a:pt x="1" y="3385"/>
                    <a:pt x="1532" y="4610"/>
                  </a:cubicBezTo>
                  <a:cubicBezTo>
                    <a:pt x="1941" y="4937"/>
                    <a:pt x="2452" y="5078"/>
                    <a:pt x="2987" y="5078"/>
                  </a:cubicBezTo>
                  <a:cubicBezTo>
                    <a:pt x="4280" y="5078"/>
                    <a:pt x="5717" y="4256"/>
                    <a:pt x="6215" y="3250"/>
                  </a:cubicBezTo>
                  <a:cubicBezTo>
                    <a:pt x="6918" y="1829"/>
                    <a:pt x="6835" y="225"/>
                    <a:pt x="6835" y="225"/>
                  </a:cubicBezTo>
                  <a:lnTo>
                    <a:pt x="6325" y="1"/>
                  </a:lnTo>
                  <a:close/>
                </a:path>
              </a:pathLst>
            </a:custGeom>
            <a:solidFill>
              <a:schemeClr val="accent6"/>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37" name="Google Shape;1237;p52"/>
            <p:cNvSpPr/>
            <p:nvPr/>
          </p:nvSpPr>
          <p:spPr>
            <a:xfrm>
              <a:off x="3886400" y="837175"/>
              <a:ext cx="28700" cy="43575"/>
            </a:xfrm>
            <a:custGeom>
              <a:avLst/>
              <a:gdLst/>
              <a:ahLst/>
              <a:cxnLst/>
              <a:rect l="l" t="t" r="r" b="b"/>
              <a:pathLst>
                <a:path w="1148" h="1743" fill="none" extrusionOk="0">
                  <a:moveTo>
                    <a:pt x="1148" y="1"/>
                  </a:moveTo>
                  <a:cubicBezTo>
                    <a:pt x="1148" y="1"/>
                    <a:pt x="217" y="840"/>
                    <a:pt x="108" y="1194"/>
                  </a:cubicBezTo>
                  <a:cubicBezTo>
                    <a:pt x="0" y="1548"/>
                    <a:pt x="489" y="1743"/>
                    <a:pt x="489" y="1743"/>
                  </a:cubicBezTo>
                </a:path>
              </a:pathLst>
            </a:custGeom>
            <a:noFill/>
            <a:ln w="5225" cap="rnd" cmpd="sng">
              <a:solidFill>
                <a:schemeClr val="dk1"/>
              </a:solidFill>
              <a:prstDash val="solid"/>
              <a:round/>
              <a:headEnd type="none" w="sm" len="sm"/>
              <a:tailEnd type="none" w="sm" len="sm"/>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38" name="Google Shape;1238;p52"/>
            <p:cNvSpPr/>
            <p:nvPr/>
          </p:nvSpPr>
          <p:spPr>
            <a:xfrm>
              <a:off x="3891175" y="897025"/>
              <a:ext cx="21475" cy="10600"/>
            </a:xfrm>
            <a:custGeom>
              <a:avLst/>
              <a:gdLst/>
              <a:ahLst/>
              <a:cxnLst/>
              <a:rect l="l" t="t" r="r" b="b"/>
              <a:pathLst>
                <a:path w="859" h="424" fill="none" extrusionOk="0">
                  <a:moveTo>
                    <a:pt x="0" y="1"/>
                  </a:moveTo>
                  <a:cubicBezTo>
                    <a:pt x="0" y="1"/>
                    <a:pt x="350" y="423"/>
                    <a:pt x="859" y="216"/>
                  </a:cubicBezTo>
                </a:path>
              </a:pathLst>
            </a:custGeom>
            <a:noFill/>
            <a:ln w="5225" cap="rnd" cmpd="sng">
              <a:solidFill>
                <a:schemeClr val="lt1"/>
              </a:solidFill>
              <a:prstDash val="solid"/>
              <a:round/>
              <a:headEnd type="none" w="sm" len="sm"/>
              <a:tailEnd type="none" w="sm" len="sm"/>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39" name="Google Shape;1239;p52"/>
            <p:cNvSpPr/>
            <p:nvPr/>
          </p:nvSpPr>
          <p:spPr>
            <a:xfrm>
              <a:off x="3935650" y="836650"/>
              <a:ext cx="8425" cy="8450"/>
            </a:xfrm>
            <a:custGeom>
              <a:avLst/>
              <a:gdLst/>
              <a:ahLst/>
              <a:cxnLst/>
              <a:rect l="l" t="t" r="r" b="b"/>
              <a:pathLst>
                <a:path w="337" h="338" extrusionOk="0">
                  <a:moveTo>
                    <a:pt x="169" y="1"/>
                  </a:moveTo>
                  <a:cubicBezTo>
                    <a:pt x="76" y="1"/>
                    <a:pt x="0" y="76"/>
                    <a:pt x="0" y="170"/>
                  </a:cubicBezTo>
                  <a:cubicBezTo>
                    <a:pt x="0" y="263"/>
                    <a:pt x="76" y="337"/>
                    <a:pt x="169" y="337"/>
                  </a:cubicBezTo>
                  <a:cubicBezTo>
                    <a:pt x="261" y="337"/>
                    <a:pt x="337" y="263"/>
                    <a:pt x="337" y="170"/>
                  </a:cubicBezTo>
                  <a:cubicBezTo>
                    <a:pt x="337" y="76"/>
                    <a:pt x="261" y="1"/>
                    <a:pt x="169" y="1"/>
                  </a:cubicBezTo>
                  <a:close/>
                </a:path>
              </a:pathLst>
            </a:custGeom>
            <a:solidFill>
              <a:schemeClr val="dk1"/>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40" name="Google Shape;1240;p52"/>
            <p:cNvSpPr/>
            <p:nvPr/>
          </p:nvSpPr>
          <p:spPr>
            <a:xfrm>
              <a:off x="3895500" y="826650"/>
              <a:ext cx="8475" cy="8475"/>
            </a:xfrm>
            <a:custGeom>
              <a:avLst/>
              <a:gdLst/>
              <a:ahLst/>
              <a:cxnLst/>
              <a:rect l="l" t="t" r="r" b="b"/>
              <a:pathLst>
                <a:path w="339" h="339" extrusionOk="0">
                  <a:moveTo>
                    <a:pt x="170" y="1"/>
                  </a:moveTo>
                  <a:cubicBezTo>
                    <a:pt x="76" y="1"/>
                    <a:pt x="1" y="76"/>
                    <a:pt x="1" y="170"/>
                  </a:cubicBezTo>
                  <a:cubicBezTo>
                    <a:pt x="1" y="263"/>
                    <a:pt x="76" y="339"/>
                    <a:pt x="170" y="339"/>
                  </a:cubicBezTo>
                  <a:cubicBezTo>
                    <a:pt x="263" y="339"/>
                    <a:pt x="339" y="263"/>
                    <a:pt x="339" y="170"/>
                  </a:cubicBezTo>
                  <a:cubicBezTo>
                    <a:pt x="339" y="76"/>
                    <a:pt x="263" y="1"/>
                    <a:pt x="170" y="1"/>
                  </a:cubicBezTo>
                  <a:close/>
                </a:path>
              </a:pathLst>
            </a:custGeom>
            <a:solidFill>
              <a:schemeClr val="dk1"/>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41" name="Google Shape;1241;p52"/>
            <p:cNvSpPr/>
            <p:nvPr/>
          </p:nvSpPr>
          <p:spPr>
            <a:xfrm>
              <a:off x="3898350" y="809825"/>
              <a:ext cx="16725" cy="7525"/>
            </a:xfrm>
            <a:custGeom>
              <a:avLst/>
              <a:gdLst/>
              <a:ahLst/>
              <a:cxnLst/>
              <a:rect l="l" t="t" r="r" b="b"/>
              <a:pathLst>
                <a:path w="669" h="301" fill="none" extrusionOk="0">
                  <a:moveTo>
                    <a:pt x="1" y="133"/>
                  </a:moveTo>
                  <a:cubicBezTo>
                    <a:pt x="1" y="133"/>
                    <a:pt x="343" y="1"/>
                    <a:pt x="668" y="300"/>
                  </a:cubicBezTo>
                </a:path>
              </a:pathLst>
            </a:custGeom>
            <a:noFill/>
            <a:ln w="4450" cap="rnd" cmpd="sng">
              <a:solidFill>
                <a:schemeClr val="dk1"/>
              </a:solidFill>
              <a:prstDash val="solid"/>
              <a:round/>
              <a:headEnd type="none" w="sm" len="sm"/>
              <a:tailEnd type="none" w="sm" len="sm"/>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42" name="Google Shape;1242;p52"/>
            <p:cNvSpPr/>
            <p:nvPr/>
          </p:nvSpPr>
          <p:spPr>
            <a:xfrm>
              <a:off x="3932875" y="824050"/>
              <a:ext cx="20300" cy="10000"/>
            </a:xfrm>
            <a:custGeom>
              <a:avLst/>
              <a:gdLst/>
              <a:ahLst/>
              <a:cxnLst/>
              <a:rect l="l" t="t" r="r" b="b"/>
              <a:pathLst>
                <a:path w="812" h="400" fill="none" extrusionOk="0">
                  <a:moveTo>
                    <a:pt x="0" y="105"/>
                  </a:moveTo>
                  <a:cubicBezTo>
                    <a:pt x="0" y="105"/>
                    <a:pt x="506" y="1"/>
                    <a:pt x="811" y="400"/>
                  </a:cubicBezTo>
                </a:path>
              </a:pathLst>
            </a:custGeom>
            <a:noFill/>
            <a:ln w="4450" cap="rnd" cmpd="sng">
              <a:solidFill>
                <a:schemeClr val="dk1"/>
              </a:solidFill>
              <a:prstDash val="solid"/>
              <a:round/>
              <a:headEnd type="none" w="sm" len="sm"/>
              <a:tailEnd type="none" w="sm" len="sm"/>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43" name="Google Shape;1243;p52"/>
            <p:cNvSpPr/>
            <p:nvPr/>
          </p:nvSpPr>
          <p:spPr>
            <a:xfrm>
              <a:off x="3716050" y="680175"/>
              <a:ext cx="109625" cy="110275"/>
            </a:xfrm>
            <a:custGeom>
              <a:avLst/>
              <a:gdLst/>
              <a:ahLst/>
              <a:cxnLst/>
              <a:rect l="l" t="t" r="r" b="b"/>
              <a:pathLst>
                <a:path w="4385" h="4411" extrusionOk="0">
                  <a:moveTo>
                    <a:pt x="2232" y="1"/>
                  </a:moveTo>
                  <a:cubicBezTo>
                    <a:pt x="1995" y="1"/>
                    <a:pt x="1754" y="44"/>
                    <a:pt x="1520" y="134"/>
                  </a:cubicBezTo>
                  <a:cubicBezTo>
                    <a:pt x="505" y="527"/>
                    <a:pt x="1" y="1669"/>
                    <a:pt x="394" y="2684"/>
                  </a:cubicBezTo>
                  <a:cubicBezTo>
                    <a:pt x="696" y="3466"/>
                    <a:pt x="1441" y="3943"/>
                    <a:pt x="2232" y="3943"/>
                  </a:cubicBezTo>
                  <a:cubicBezTo>
                    <a:pt x="2395" y="3943"/>
                    <a:pt x="2559" y="3923"/>
                    <a:pt x="2723" y="3881"/>
                  </a:cubicBezTo>
                  <a:lnTo>
                    <a:pt x="3161" y="4355"/>
                  </a:lnTo>
                  <a:cubicBezTo>
                    <a:pt x="3197" y="4393"/>
                    <a:pt x="3242" y="4410"/>
                    <a:pt x="3286" y="4410"/>
                  </a:cubicBezTo>
                  <a:cubicBezTo>
                    <a:pt x="3373" y="4410"/>
                    <a:pt x="3456" y="4345"/>
                    <a:pt x="3459" y="4244"/>
                  </a:cubicBezTo>
                  <a:lnTo>
                    <a:pt x="3482" y="3498"/>
                  </a:lnTo>
                  <a:cubicBezTo>
                    <a:pt x="4122" y="2970"/>
                    <a:pt x="4384" y="2073"/>
                    <a:pt x="4070" y="1261"/>
                  </a:cubicBezTo>
                  <a:cubicBezTo>
                    <a:pt x="3768" y="479"/>
                    <a:pt x="3022" y="1"/>
                    <a:pt x="2232" y="1"/>
                  </a:cubicBezTo>
                  <a:close/>
                </a:path>
              </a:pathLst>
            </a:custGeom>
            <a:solidFill>
              <a:schemeClr val="dk2"/>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sp>
          <p:nvSpPr>
            <p:cNvPr id="1244" name="Google Shape;1244;p52"/>
            <p:cNvSpPr/>
            <p:nvPr/>
          </p:nvSpPr>
          <p:spPr>
            <a:xfrm>
              <a:off x="3744025" y="702225"/>
              <a:ext cx="55675" cy="55025"/>
            </a:xfrm>
            <a:custGeom>
              <a:avLst/>
              <a:gdLst/>
              <a:ahLst/>
              <a:cxnLst/>
              <a:rect l="l" t="t" r="r" b="b"/>
              <a:pathLst>
                <a:path w="2227" h="2201" extrusionOk="0">
                  <a:moveTo>
                    <a:pt x="523" y="1"/>
                  </a:moveTo>
                  <a:cubicBezTo>
                    <a:pt x="481" y="1"/>
                    <a:pt x="439" y="16"/>
                    <a:pt x="407" y="47"/>
                  </a:cubicBezTo>
                  <a:lnTo>
                    <a:pt x="69" y="372"/>
                  </a:lnTo>
                  <a:cubicBezTo>
                    <a:pt x="53" y="388"/>
                    <a:pt x="40" y="406"/>
                    <a:pt x="31" y="428"/>
                  </a:cubicBezTo>
                  <a:cubicBezTo>
                    <a:pt x="31" y="428"/>
                    <a:pt x="26" y="435"/>
                    <a:pt x="23" y="453"/>
                  </a:cubicBezTo>
                  <a:cubicBezTo>
                    <a:pt x="22" y="456"/>
                    <a:pt x="22" y="461"/>
                    <a:pt x="22" y="465"/>
                  </a:cubicBezTo>
                  <a:cubicBezTo>
                    <a:pt x="1" y="572"/>
                    <a:pt x="2" y="917"/>
                    <a:pt x="595" y="1558"/>
                  </a:cubicBezTo>
                  <a:cubicBezTo>
                    <a:pt x="1119" y="2122"/>
                    <a:pt x="1500" y="2201"/>
                    <a:pt x="1671" y="2201"/>
                  </a:cubicBezTo>
                  <a:cubicBezTo>
                    <a:pt x="1738" y="2201"/>
                    <a:pt x="1773" y="2189"/>
                    <a:pt x="1773" y="2189"/>
                  </a:cubicBezTo>
                  <a:lnTo>
                    <a:pt x="1820" y="2145"/>
                  </a:lnTo>
                  <a:lnTo>
                    <a:pt x="1936" y="2035"/>
                  </a:lnTo>
                  <a:lnTo>
                    <a:pt x="2158" y="1821"/>
                  </a:lnTo>
                  <a:cubicBezTo>
                    <a:pt x="2225" y="1756"/>
                    <a:pt x="2226" y="1649"/>
                    <a:pt x="2164" y="1583"/>
                  </a:cubicBezTo>
                  <a:lnTo>
                    <a:pt x="1801" y="1205"/>
                  </a:lnTo>
                  <a:cubicBezTo>
                    <a:pt x="1766" y="1168"/>
                    <a:pt x="1720" y="1150"/>
                    <a:pt x="1675" y="1150"/>
                  </a:cubicBezTo>
                  <a:cubicBezTo>
                    <a:pt x="1633" y="1150"/>
                    <a:pt x="1592" y="1165"/>
                    <a:pt x="1559" y="1196"/>
                  </a:cubicBezTo>
                  <a:lnTo>
                    <a:pt x="1337" y="1409"/>
                  </a:lnTo>
                  <a:cubicBezTo>
                    <a:pt x="1107" y="1285"/>
                    <a:pt x="922" y="1089"/>
                    <a:pt x="807" y="856"/>
                  </a:cubicBezTo>
                  <a:lnTo>
                    <a:pt x="1003" y="670"/>
                  </a:lnTo>
                  <a:cubicBezTo>
                    <a:pt x="1070" y="604"/>
                    <a:pt x="1071" y="498"/>
                    <a:pt x="1009" y="431"/>
                  </a:cubicBezTo>
                  <a:lnTo>
                    <a:pt x="646" y="53"/>
                  </a:lnTo>
                  <a:cubicBezTo>
                    <a:pt x="612" y="18"/>
                    <a:pt x="567" y="1"/>
                    <a:pt x="523" y="1"/>
                  </a:cubicBezTo>
                  <a:close/>
                </a:path>
              </a:pathLst>
            </a:custGeom>
            <a:solidFill>
              <a:schemeClr val="accent1"/>
            </a:solidFill>
            <a:ln>
              <a:noFill/>
            </a:ln>
          </p:spPr>
          <p:txBody>
            <a:bodyPr spcFirstLastPara="1" wrap="square" lIns="50150" tIns="50150" rIns="50150" bIns="50150"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08"/>
                                        </p:tgtEl>
                                        <p:attrNameLst>
                                          <p:attrName>style.visibility</p:attrName>
                                        </p:attrNameLst>
                                      </p:cBhvr>
                                      <p:to>
                                        <p:strVal val="visible"/>
                                      </p:to>
                                    </p:set>
                                    <p:anim calcmode="lin" valueType="num">
                                      <p:cBhvr additive="base">
                                        <p:cTn id="7" dur="1000"/>
                                        <p:tgtEl>
                                          <p:spTgt spid="1208"/>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209"/>
                                        </p:tgtEl>
                                        <p:attrNameLst>
                                          <p:attrName>style.visibility</p:attrName>
                                        </p:attrNameLst>
                                      </p:cBhvr>
                                      <p:to>
                                        <p:strVal val="visible"/>
                                      </p:to>
                                    </p:set>
                                    <p:anim calcmode="lin" valueType="num">
                                      <p:cBhvr additive="base">
                                        <p:cTn id="10" dur="1000"/>
                                        <p:tgtEl>
                                          <p:spTgt spid="120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48"/>
        <p:cNvGrpSpPr/>
        <p:nvPr/>
      </p:nvGrpSpPr>
      <p:grpSpPr>
        <a:xfrm>
          <a:off x="0" y="0"/>
          <a:ext cx="0" cy="0"/>
          <a:chOff x="0" y="0"/>
          <a:chExt cx="0" cy="0"/>
        </a:xfrm>
      </p:grpSpPr>
      <p:sp>
        <p:nvSpPr>
          <p:cNvPr id="1249" name="Google Shape;1249;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t>REGRESSION: ACADEMICS &amp; DEPRESSION</a:t>
            </a:r>
            <a:endParaRPr sz="2500"/>
          </a:p>
        </p:txBody>
      </p:sp>
      <p:sp>
        <p:nvSpPr>
          <p:cNvPr id="1250" name="Google Shape;1250;p53"/>
          <p:cNvSpPr txBox="1">
            <a:spLocks noGrp="1"/>
          </p:cNvSpPr>
          <p:nvPr>
            <p:ph type="body" idx="4294967295"/>
          </p:nvPr>
        </p:nvSpPr>
        <p:spPr>
          <a:xfrm>
            <a:off x="720000" y="1017725"/>
            <a:ext cx="6995400" cy="35835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Test whether smartphone behaviors predict grades or depression</a:t>
            </a:r>
            <a:endParaRPr sz="1400"/>
          </a:p>
          <a:p>
            <a:pPr marL="457200" lvl="0" indent="-317500" algn="l" rtl="0">
              <a:lnSpc>
                <a:spcPct val="115000"/>
              </a:lnSpc>
              <a:spcBef>
                <a:spcPts val="0"/>
              </a:spcBef>
              <a:spcAft>
                <a:spcPts val="0"/>
              </a:spcAft>
              <a:buSzPts val="1400"/>
              <a:buChar char="●"/>
            </a:pPr>
            <a:r>
              <a:rPr lang="en" sz="1400"/>
              <a:t>Behaviors: Social media, gaming, educational apps, daily usage, phone checks, bedtime use</a:t>
            </a:r>
            <a:endParaRPr sz="1400"/>
          </a:p>
          <a:p>
            <a:pPr marL="457200" lvl="0" indent="-317500" algn="l" rtl="0">
              <a:lnSpc>
                <a:spcPct val="115000"/>
              </a:lnSpc>
              <a:spcBef>
                <a:spcPts val="0"/>
              </a:spcBef>
              <a:spcAft>
                <a:spcPts val="0"/>
              </a:spcAft>
              <a:buSzPts val="1400"/>
              <a:buChar char="●"/>
            </a:pPr>
            <a:r>
              <a:rPr lang="en" sz="1400"/>
              <a:t>Academic Performance:</a:t>
            </a:r>
            <a:endParaRPr sz="1400"/>
          </a:p>
          <a:p>
            <a:pPr marL="914400" lvl="1" indent="-317500" algn="l" rtl="0">
              <a:lnSpc>
                <a:spcPct val="115000"/>
              </a:lnSpc>
              <a:spcBef>
                <a:spcPts val="0"/>
              </a:spcBef>
              <a:spcAft>
                <a:spcPts val="0"/>
              </a:spcAft>
              <a:buSzPts val="1400"/>
              <a:buChar char="○"/>
            </a:pPr>
            <a:r>
              <a:rPr lang="en" sz="1400"/>
              <a:t>No meaningful relationships with grades</a:t>
            </a:r>
            <a:endParaRPr sz="1400"/>
          </a:p>
          <a:p>
            <a:pPr marL="914400" lvl="1" indent="-317500" algn="l" rtl="0">
              <a:lnSpc>
                <a:spcPct val="115000"/>
              </a:lnSpc>
              <a:spcBef>
                <a:spcPts val="0"/>
              </a:spcBef>
              <a:spcAft>
                <a:spcPts val="0"/>
              </a:spcAft>
              <a:buSzPts val="1400"/>
              <a:buChar char="○"/>
            </a:pPr>
            <a:r>
              <a:rPr lang="en" sz="1400"/>
              <a:t>Coefficients inconsistent</a:t>
            </a:r>
            <a:endParaRPr sz="1400"/>
          </a:p>
          <a:p>
            <a:pPr marL="914400" lvl="1" indent="-317500" algn="l" rtl="0">
              <a:lnSpc>
                <a:spcPct val="115000"/>
              </a:lnSpc>
              <a:spcBef>
                <a:spcPts val="0"/>
              </a:spcBef>
              <a:spcAft>
                <a:spcPts val="0"/>
              </a:spcAft>
              <a:buSzPts val="1400"/>
              <a:buChar char="○"/>
            </a:pPr>
            <a:r>
              <a:rPr lang="en" sz="1400"/>
              <a:t>Likely influenced by other factors</a:t>
            </a:r>
            <a:endParaRPr sz="1400"/>
          </a:p>
          <a:p>
            <a:pPr marL="457200" lvl="0" indent="-317500" algn="l" rtl="0">
              <a:lnSpc>
                <a:spcPct val="115000"/>
              </a:lnSpc>
              <a:spcBef>
                <a:spcPts val="0"/>
              </a:spcBef>
              <a:spcAft>
                <a:spcPts val="0"/>
              </a:spcAft>
              <a:buSzPts val="1400"/>
              <a:buChar char="●"/>
            </a:pPr>
            <a:r>
              <a:rPr lang="en" sz="1400"/>
              <a:t>Depression:</a:t>
            </a:r>
            <a:endParaRPr sz="1400"/>
          </a:p>
          <a:p>
            <a:pPr marL="914400" lvl="1" indent="-317500" algn="l" rtl="0">
              <a:lnSpc>
                <a:spcPct val="115000"/>
              </a:lnSpc>
              <a:spcBef>
                <a:spcPts val="0"/>
              </a:spcBef>
              <a:spcAft>
                <a:spcPts val="0"/>
              </a:spcAft>
              <a:buSzPts val="1400"/>
              <a:buChar char="○"/>
            </a:pPr>
            <a:r>
              <a:rPr lang="en" sz="1400"/>
              <a:t>Negligible effects overall</a:t>
            </a:r>
            <a:endParaRPr sz="1400"/>
          </a:p>
          <a:p>
            <a:pPr marL="914400" lvl="1" indent="-317500" algn="l" rtl="0">
              <a:lnSpc>
                <a:spcPct val="115000"/>
              </a:lnSpc>
              <a:spcBef>
                <a:spcPts val="0"/>
              </a:spcBef>
              <a:spcAft>
                <a:spcPts val="0"/>
              </a:spcAft>
              <a:buSzPts val="1400"/>
              <a:buChar char="○"/>
            </a:pPr>
            <a:r>
              <a:rPr lang="en" sz="1400"/>
              <a:t>Social media &amp; gaming: small positive</a:t>
            </a:r>
            <a:endParaRPr sz="1400"/>
          </a:p>
          <a:p>
            <a:pPr marL="914400" lvl="1" indent="-317500" algn="l" rtl="0">
              <a:lnSpc>
                <a:spcPct val="115000"/>
              </a:lnSpc>
              <a:spcBef>
                <a:spcPts val="0"/>
              </a:spcBef>
              <a:spcAft>
                <a:spcPts val="0"/>
              </a:spcAft>
              <a:buSzPts val="1400"/>
              <a:buChar char="○"/>
            </a:pPr>
            <a:r>
              <a:rPr lang="en" sz="1400"/>
              <a:t>Educational use &amp; bedtime: small negative</a:t>
            </a:r>
            <a:endParaRPr sz="1400"/>
          </a:p>
          <a:p>
            <a:pPr marL="457200" lvl="0" indent="-317500" algn="l" rtl="0">
              <a:lnSpc>
                <a:spcPct val="115000"/>
              </a:lnSpc>
              <a:spcBef>
                <a:spcPts val="0"/>
              </a:spcBef>
              <a:spcAft>
                <a:spcPts val="0"/>
              </a:spcAft>
              <a:buSzPts val="1400"/>
              <a:buChar char="●"/>
            </a:pPr>
            <a:r>
              <a:rPr lang="en" sz="1400"/>
              <a:t>Model fit was very weak:</a:t>
            </a:r>
            <a:endParaRPr sz="1400"/>
          </a:p>
          <a:p>
            <a:pPr marL="914400" lvl="1" indent="-317500" algn="l" rtl="0">
              <a:lnSpc>
                <a:spcPct val="115000"/>
              </a:lnSpc>
              <a:spcBef>
                <a:spcPts val="0"/>
              </a:spcBef>
              <a:spcAft>
                <a:spcPts val="0"/>
              </a:spcAft>
              <a:buSzPts val="1400"/>
              <a:buChar char="○"/>
            </a:pPr>
            <a:r>
              <a:rPr lang="en" sz="1400"/>
              <a:t>Academic: R² = –0.007, RMSE = 15.060</a:t>
            </a:r>
            <a:endParaRPr sz="1400"/>
          </a:p>
          <a:p>
            <a:pPr marL="914400" lvl="1" indent="-317500" algn="l" rtl="0">
              <a:lnSpc>
                <a:spcPct val="115000"/>
              </a:lnSpc>
              <a:spcBef>
                <a:spcPts val="0"/>
              </a:spcBef>
              <a:spcAft>
                <a:spcPts val="0"/>
              </a:spcAft>
              <a:buSzPts val="1400"/>
              <a:buChar char="○"/>
            </a:pPr>
            <a:r>
              <a:rPr lang="en" sz="1400"/>
              <a:t>Depression: R² = –0.006, RMSE = 2.838</a:t>
            </a:r>
            <a:endParaRPr sz="1400"/>
          </a:p>
        </p:txBody>
      </p:sp>
      <p:grpSp>
        <p:nvGrpSpPr>
          <p:cNvPr id="1251" name="Google Shape;1251;p53"/>
          <p:cNvGrpSpPr/>
          <p:nvPr/>
        </p:nvGrpSpPr>
        <p:grpSpPr>
          <a:xfrm>
            <a:off x="5330667" y="2439908"/>
            <a:ext cx="3045425" cy="3126960"/>
            <a:chOff x="8877542" y="2571758"/>
            <a:chExt cx="3045425" cy="3126960"/>
          </a:xfrm>
        </p:grpSpPr>
        <p:grpSp>
          <p:nvGrpSpPr>
            <p:cNvPr id="1252" name="Google Shape;1252;p53"/>
            <p:cNvGrpSpPr/>
            <p:nvPr/>
          </p:nvGrpSpPr>
          <p:grpSpPr>
            <a:xfrm>
              <a:off x="8920207" y="4037529"/>
              <a:ext cx="363870" cy="363854"/>
              <a:chOff x="1252775" y="959150"/>
              <a:chExt cx="154575" cy="154575"/>
            </a:xfrm>
          </p:grpSpPr>
          <p:sp>
            <p:nvSpPr>
              <p:cNvPr id="1253" name="Google Shape;1253;p53"/>
              <p:cNvSpPr/>
              <p:nvPr/>
            </p:nvSpPr>
            <p:spPr>
              <a:xfrm>
                <a:off x="1252775" y="959150"/>
                <a:ext cx="154575" cy="154575"/>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53"/>
              <p:cNvSpPr/>
              <p:nvPr/>
            </p:nvSpPr>
            <p:spPr>
              <a:xfrm>
                <a:off x="1281950" y="1000925"/>
                <a:ext cx="30900" cy="29375"/>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53"/>
              <p:cNvSpPr/>
              <p:nvPr/>
            </p:nvSpPr>
            <p:spPr>
              <a:xfrm>
                <a:off x="1347325" y="1000925"/>
                <a:ext cx="30875" cy="29375"/>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53"/>
              <p:cNvSpPr/>
              <p:nvPr/>
            </p:nvSpPr>
            <p:spPr>
              <a:xfrm>
                <a:off x="1280725" y="1044625"/>
                <a:ext cx="98625" cy="49300"/>
              </a:xfrm>
              <a:custGeom>
                <a:avLst/>
                <a:gdLst/>
                <a:ahLst/>
                <a:cxnLst/>
                <a:rect l="l" t="t" r="r" b="b"/>
                <a:pathLst>
                  <a:path w="3945" h="1972" extrusionOk="0">
                    <a:moveTo>
                      <a:pt x="1" y="0"/>
                    </a:moveTo>
                    <a:cubicBezTo>
                      <a:pt x="1" y="1090"/>
                      <a:pt x="883" y="1972"/>
                      <a:pt x="1972" y="1972"/>
                    </a:cubicBezTo>
                    <a:cubicBezTo>
                      <a:pt x="3062" y="1972"/>
                      <a:pt x="3944" y="1090"/>
                      <a:pt x="39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53"/>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rgbClr val="FF9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53"/>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9" name="Google Shape;1259;p53"/>
            <p:cNvGrpSpPr/>
            <p:nvPr/>
          </p:nvGrpSpPr>
          <p:grpSpPr>
            <a:xfrm>
              <a:off x="10784414" y="2771203"/>
              <a:ext cx="485454" cy="442220"/>
              <a:chOff x="1453550" y="959950"/>
              <a:chExt cx="167925" cy="152975"/>
            </a:xfrm>
          </p:grpSpPr>
          <p:sp>
            <p:nvSpPr>
              <p:cNvPr id="1260" name="Google Shape;1260;p53"/>
              <p:cNvSpPr/>
              <p:nvPr/>
            </p:nvSpPr>
            <p:spPr>
              <a:xfrm>
                <a:off x="1453550" y="959950"/>
                <a:ext cx="167925" cy="152975"/>
              </a:xfrm>
              <a:custGeom>
                <a:avLst/>
                <a:gdLst/>
                <a:ahLst/>
                <a:cxnLst/>
                <a:rect l="l" t="t" r="r" b="b"/>
                <a:pathLst>
                  <a:path w="6717" h="6119" extrusionOk="0">
                    <a:moveTo>
                      <a:pt x="3359" y="0"/>
                    </a:moveTo>
                    <a:cubicBezTo>
                      <a:pt x="2576" y="0"/>
                      <a:pt x="1793" y="299"/>
                      <a:pt x="1195" y="896"/>
                    </a:cubicBezTo>
                    <a:cubicBezTo>
                      <a:pt x="1" y="2091"/>
                      <a:pt x="1" y="4027"/>
                      <a:pt x="1195" y="5222"/>
                    </a:cubicBezTo>
                    <a:cubicBezTo>
                      <a:pt x="1793" y="5820"/>
                      <a:pt x="2576" y="6118"/>
                      <a:pt x="3359" y="6118"/>
                    </a:cubicBezTo>
                    <a:cubicBezTo>
                      <a:pt x="4142" y="6118"/>
                      <a:pt x="4925" y="5820"/>
                      <a:pt x="5523" y="5222"/>
                    </a:cubicBezTo>
                    <a:cubicBezTo>
                      <a:pt x="6716" y="4027"/>
                      <a:pt x="6716" y="2091"/>
                      <a:pt x="5523" y="896"/>
                    </a:cubicBezTo>
                    <a:cubicBezTo>
                      <a:pt x="4925" y="299"/>
                      <a:pt x="4142" y="0"/>
                      <a:pt x="3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53"/>
              <p:cNvSpPr/>
              <p:nvPr/>
            </p:nvSpPr>
            <p:spPr>
              <a:xfrm>
                <a:off x="1495475" y="998925"/>
                <a:ext cx="84150" cy="80175"/>
              </a:xfrm>
              <a:custGeom>
                <a:avLst/>
                <a:gdLst/>
                <a:ahLst/>
                <a:cxnLst/>
                <a:rect l="l" t="t" r="r" b="b"/>
                <a:pathLst>
                  <a:path w="3366" h="3207" extrusionOk="0">
                    <a:moveTo>
                      <a:pt x="909" y="0"/>
                    </a:moveTo>
                    <a:cubicBezTo>
                      <a:pt x="863" y="0"/>
                      <a:pt x="811" y="2"/>
                      <a:pt x="758" y="8"/>
                    </a:cubicBezTo>
                    <a:cubicBezTo>
                      <a:pt x="427" y="40"/>
                      <a:pt x="46" y="343"/>
                      <a:pt x="0" y="921"/>
                    </a:cubicBezTo>
                    <a:lnTo>
                      <a:pt x="0" y="1113"/>
                    </a:lnTo>
                    <a:cubicBezTo>
                      <a:pt x="42" y="1668"/>
                      <a:pt x="461" y="2351"/>
                      <a:pt x="1683" y="3207"/>
                    </a:cubicBezTo>
                    <a:cubicBezTo>
                      <a:pt x="2903" y="2350"/>
                      <a:pt x="3322" y="1668"/>
                      <a:pt x="3365" y="1113"/>
                    </a:cubicBezTo>
                    <a:lnTo>
                      <a:pt x="3365" y="921"/>
                    </a:lnTo>
                    <a:cubicBezTo>
                      <a:pt x="3318" y="341"/>
                      <a:pt x="2937" y="39"/>
                      <a:pt x="2606" y="8"/>
                    </a:cubicBezTo>
                    <a:cubicBezTo>
                      <a:pt x="2553" y="2"/>
                      <a:pt x="2503" y="0"/>
                      <a:pt x="2455" y="0"/>
                    </a:cubicBezTo>
                    <a:cubicBezTo>
                      <a:pt x="2076" y="0"/>
                      <a:pt x="1892" y="165"/>
                      <a:pt x="1683" y="412"/>
                    </a:cubicBezTo>
                    <a:cubicBezTo>
                      <a:pt x="1472" y="165"/>
                      <a:pt x="1291" y="0"/>
                      <a:pt x="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2" name="Google Shape;1262;p53"/>
            <p:cNvSpPr/>
            <p:nvPr/>
          </p:nvSpPr>
          <p:spPr>
            <a:xfrm rot="-1149681">
              <a:off x="11478292" y="3582798"/>
              <a:ext cx="398745" cy="347169"/>
            </a:xfrm>
            <a:custGeom>
              <a:avLst/>
              <a:gdLst/>
              <a:ahLst/>
              <a:cxnLst/>
              <a:rect l="l" t="t" r="r" b="b"/>
              <a:pathLst>
                <a:path w="6958" h="6058" extrusionOk="0">
                  <a:moveTo>
                    <a:pt x="3903" y="1"/>
                  </a:moveTo>
                  <a:cubicBezTo>
                    <a:pt x="3640" y="1"/>
                    <a:pt x="3429" y="195"/>
                    <a:pt x="3429" y="435"/>
                  </a:cubicBezTo>
                  <a:lnTo>
                    <a:pt x="3429" y="898"/>
                  </a:lnTo>
                  <a:cubicBezTo>
                    <a:pt x="3304" y="2429"/>
                    <a:pt x="2141" y="2828"/>
                    <a:pt x="2141" y="2828"/>
                  </a:cubicBezTo>
                  <a:lnTo>
                    <a:pt x="2141" y="2396"/>
                  </a:lnTo>
                  <a:lnTo>
                    <a:pt x="0" y="2396"/>
                  </a:lnTo>
                  <a:lnTo>
                    <a:pt x="0" y="6058"/>
                  </a:lnTo>
                  <a:lnTo>
                    <a:pt x="2141" y="6058"/>
                  </a:lnTo>
                  <a:lnTo>
                    <a:pt x="2141" y="5594"/>
                  </a:lnTo>
                  <a:cubicBezTo>
                    <a:pt x="2141" y="5594"/>
                    <a:pt x="2633" y="5935"/>
                    <a:pt x="4016" y="5954"/>
                  </a:cubicBezTo>
                  <a:cubicBezTo>
                    <a:pt x="4083" y="5985"/>
                    <a:pt x="4155" y="6006"/>
                    <a:pt x="4233" y="6006"/>
                  </a:cubicBezTo>
                  <a:lnTo>
                    <a:pt x="5862" y="6006"/>
                  </a:lnTo>
                  <a:cubicBezTo>
                    <a:pt x="6136" y="6006"/>
                    <a:pt x="6358" y="5782"/>
                    <a:pt x="6358" y="5508"/>
                  </a:cubicBezTo>
                  <a:cubicBezTo>
                    <a:pt x="6358" y="5335"/>
                    <a:pt x="6269" y="5183"/>
                    <a:pt x="6136" y="5094"/>
                  </a:cubicBezTo>
                  <a:cubicBezTo>
                    <a:pt x="6375" y="5057"/>
                    <a:pt x="6558" y="4853"/>
                    <a:pt x="6558" y="4605"/>
                  </a:cubicBezTo>
                  <a:cubicBezTo>
                    <a:pt x="6558" y="4433"/>
                    <a:pt x="6470" y="4281"/>
                    <a:pt x="6336" y="4192"/>
                  </a:cubicBezTo>
                  <a:cubicBezTo>
                    <a:pt x="6575" y="4154"/>
                    <a:pt x="6759" y="3951"/>
                    <a:pt x="6759" y="3702"/>
                  </a:cubicBezTo>
                  <a:cubicBezTo>
                    <a:pt x="6759" y="3530"/>
                    <a:pt x="6670" y="3378"/>
                    <a:pt x="6536" y="3287"/>
                  </a:cubicBezTo>
                  <a:cubicBezTo>
                    <a:pt x="6772" y="3252"/>
                    <a:pt x="6957" y="3049"/>
                    <a:pt x="6957" y="2800"/>
                  </a:cubicBezTo>
                  <a:cubicBezTo>
                    <a:pt x="6957" y="2525"/>
                    <a:pt x="6735" y="2301"/>
                    <a:pt x="6461" y="2301"/>
                  </a:cubicBezTo>
                  <a:lnTo>
                    <a:pt x="4831" y="2301"/>
                  </a:lnTo>
                  <a:cubicBezTo>
                    <a:pt x="4756" y="2301"/>
                    <a:pt x="4683" y="2321"/>
                    <a:pt x="4618" y="2352"/>
                  </a:cubicBezTo>
                  <a:lnTo>
                    <a:pt x="4284" y="2352"/>
                  </a:lnTo>
                  <a:cubicBezTo>
                    <a:pt x="4514" y="1683"/>
                    <a:pt x="4379" y="435"/>
                    <a:pt x="4379" y="435"/>
                  </a:cubicBezTo>
                  <a:cubicBezTo>
                    <a:pt x="4379" y="195"/>
                    <a:pt x="4166" y="1"/>
                    <a:pt x="39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3" name="Google Shape;1263;p53"/>
            <p:cNvGrpSpPr/>
            <p:nvPr/>
          </p:nvGrpSpPr>
          <p:grpSpPr>
            <a:xfrm rot="-935467">
              <a:off x="8926883" y="3393220"/>
              <a:ext cx="512791" cy="437365"/>
              <a:chOff x="1680400" y="948625"/>
              <a:chExt cx="211775" cy="180625"/>
            </a:xfrm>
          </p:grpSpPr>
          <p:sp>
            <p:nvSpPr>
              <p:cNvPr id="1264" name="Google Shape;1264;p53"/>
              <p:cNvSpPr/>
              <p:nvPr/>
            </p:nvSpPr>
            <p:spPr>
              <a:xfrm>
                <a:off x="1680400" y="948700"/>
                <a:ext cx="211725" cy="180550"/>
              </a:xfrm>
              <a:custGeom>
                <a:avLst/>
                <a:gdLst/>
                <a:ahLst/>
                <a:cxnLst/>
                <a:rect l="l" t="t" r="r" b="b"/>
                <a:pathLst>
                  <a:path w="8469" h="7222" extrusionOk="0">
                    <a:moveTo>
                      <a:pt x="7855" y="0"/>
                    </a:moveTo>
                    <a:cubicBezTo>
                      <a:pt x="7855" y="0"/>
                      <a:pt x="8235" y="1897"/>
                      <a:pt x="2466" y="1897"/>
                    </a:cubicBezTo>
                    <a:cubicBezTo>
                      <a:pt x="1977" y="1897"/>
                      <a:pt x="1444" y="1883"/>
                      <a:pt x="863" y="1853"/>
                    </a:cubicBezTo>
                    <a:lnTo>
                      <a:pt x="16" y="2679"/>
                    </a:lnTo>
                    <a:lnTo>
                      <a:pt x="1" y="3859"/>
                    </a:lnTo>
                    <a:lnTo>
                      <a:pt x="826" y="4709"/>
                    </a:lnTo>
                    <a:cubicBezTo>
                      <a:pt x="948" y="4704"/>
                      <a:pt x="1070" y="4703"/>
                      <a:pt x="1188" y="4701"/>
                    </a:cubicBezTo>
                    <a:lnTo>
                      <a:pt x="2270" y="7192"/>
                    </a:lnTo>
                    <a:cubicBezTo>
                      <a:pt x="2270" y="7192"/>
                      <a:pt x="2419" y="7222"/>
                      <a:pt x="2619" y="7222"/>
                    </a:cubicBezTo>
                    <a:cubicBezTo>
                      <a:pt x="2892" y="7222"/>
                      <a:pt x="3263" y="7166"/>
                      <a:pt x="3487" y="6903"/>
                    </a:cubicBezTo>
                    <a:lnTo>
                      <a:pt x="3124" y="4732"/>
                    </a:lnTo>
                    <a:lnTo>
                      <a:pt x="3124" y="4732"/>
                    </a:lnTo>
                    <a:cubicBezTo>
                      <a:pt x="8162" y="5005"/>
                      <a:pt x="7770" y="6735"/>
                      <a:pt x="7770" y="6735"/>
                    </a:cubicBezTo>
                    <a:lnTo>
                      <a:pt x="8383" y="6743"/>
                    </a:lnTo>
                    <a:lnTo>
                      <a:pt x="8469" y="5"/>
                    </a:lnTo>
                    <a:lnTo>
                      <a:pt x="7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53"/>
              <p:cNvSpPr/>
              <p:nvPr/>
            </p:nvSpPr>
            <p:spPr>
              <a:xfrm>
                <a:off x="1680400" y="995025"/>
                <a:ext cx="77300" cy="71875"/>
              </a:xfrm>
              <a:custGeom>
                <a:avLst/>
                <a:gdLst/>
                <a:ahLst/>
                <a:cxnLst/>
                <a:rect l="l" t="t" r="r" b="b"/>
                <a:pathLst>
                  <a:path w="3092" h="2875" extrusionOk="0">
                    <a:moveTo>
                      <a:pt x="863" y="0"/>
                    </a:moveTo>
                    <a:lnTo>
                      <a:pt x="16" y="826"/>
                    </a:lnTo>
                    <a:lnTo>
                      <a:pt x="1" y="2006"/>
                    </a:lnTo>
                    <a:lnTo>
                      <a:pt x="826" y="2856"/>
                    </a:lnTo>
                    <a:cubicBezTo>
                      <a:pt x="1133" y="2848"/>
                      <a:pt x="1426" y="2844"/>
                      <a:pt x="1706" y="2844"/>
                    </a:cubicBezTo>
                    <a:cubicBezTo>
                      <a:pt x="2193" y="2844"/>
                      <a:pt x="2641" y="2855"/>
                      <a:pt x="3055" y="2875"/>
                    </a:cubicBezTo>
                    <a:lnTo>
                      <a:pt x="3092" y="35"/>
                    </a:lnTo>
                    <a:lnTo>
                      <a:pt x="3092" y="35"/>
                    </a:lnTo>
                    <a:cubicBezTo>
                      <a:pt x="2889" y="40"/>
                      <a:pt x="2679" y="43"/>
                      <a:pt x="2459" y="43"/>
                    </a:cubicBezTo>
                    <a:cubicBezTo>
                      <a:pt x="1972" y="43"/>
                      <a:pt x="1442" y="29"/>
                      <a:pt x="8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53"/>
              <p:cNvSpPr/>
              <p:nvPr/>
            </p:nvSpPr>
            <p:spPr>
              <a:xfrm>
                <a:off x="1874675" y="948625"/>
                <a:ext cx="17500" cy="168650"/>
              </a:xfrm>
              <a:custGeom>
                <a:avLst/>
                <a:gdLst/>
                <a:ahLst/>
                <a:cxnLst/>
                <a:rect l="l" t="t" r="r" b="b"/>
                <a:pathLst>
                  <a:path w="700" h="6746" extrusionOk="0">
                    <a:moveTo>
                      <a:pt x="87" y="0"/>
                    </a:moveTo>
                    <a:cubicBezTo>
                      <a:pt x="84" y="3"/>
                      <a:pt x="96" y="67"/>
                      <a:pt x="82" y="171"/>
                    </a:cubicBezTo>
                    <a:lnTo>
                      <a:pt x="2" y="6571"/>
                    </a:lnTo>
                    <a:cubicBezTo>
                      <a:pt x="16" y="6676"/>
                      <a:pt x="1" y="6738"/>
                      <a:pt x="1" y="6738"/>
                    </a:cubicBezTo>
                    <a:lnTo>
                      <a:pt x="615" y="6746"/>
                    </a:lnTo>
                    <a:lnTo>
                      <a:pt x="699" y="8"/>
                    </a:lnTo>
                    <a:lnTo>
                      <a:pt x="8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7" name="Google Shape;1267;p53"/>
            <p:cNvSpPr/>
            <p:nvPr/>
          </p:nvSpPr>
          <p:spPr>
            <a:xfrm>
              <a:off x="11778004" y="3372499"/>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53"/>
            <p:cNvSpPr/>
            <p:nvPr/>
          </p:nvSpPr>
          <p:spPr>
            <a:xfrm>
              <a:off x="11432348" y="3000476"/>
              <a:ext cx="245769" cy="24568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53"/>
            <p:cNvSpPr/>
            <p:nvPr/>
          </p:nvSpPr>
          <p:spPr>
            <a:xfrm>
              <a:off x="9642262" y="3332361"/>
              <a:ext cx="180268" cy="18019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53"/>
            <p:cNvSpPr/>
            <p:nvPr/>
          </p:nvSpPr>
          <p:spPr>
            <a:xfrm>
              <a:off x="9470777" y="3213427"/>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1" name="Google Shape;1271;p53"/>
            <p:cNvGrpSpPr/>
            <p:nvPr/>
          </p:nvGrpSpPr>
          <p:grpSpPr>
            <a:xfrm>
              <a:off x="9387600" y="2571758"/>
              <a:ext cx="2182236" cy="3126960"/>
              <a:chOff x="9387600" y="2571758"/>
              <a:chExt cx="2182236" cy="3126960"/>
            </a:xfrm>
          </p:grpSpPr>
          <p:sp>
            <p:nvSpPr>
              <p:cNvPr id="1272" name="Google Shape;1272;p53"/>
              <p:cNvSpPr/>
              <p:nvPr/>
            </p:nvSpPr>
            <p:spPr>
              <a:xfrm>
                <a:off x="9387602" y="3259609"/>
                <a:ext cx="2127196" cy="1914484"/>
              </a:xfrm>
              <a:custGeom>
                <a:avLst/>
                <a:gdLst/>
                <a:ahLst/>
                <a:cxnLst/>
                <a:rect l="l" t="t" r="r" b="b"/>
                <a:pathLst>
                  <a:path w="30077" h="26733" extrusionOk="0">
                    <a:moveTo>
                      <a:pt x="30076" y="21175"/>
                    </a:moveTo>
                    <a:cubicBezTo>
                      <a:pt x="30076" y="21176"/>
                      <a:pt x="30076" y="21177"/>
                      <a:pt x="30076" y="21178"/>
                    </a:cubicBezTo>
                    <a:lnTo>
                      <a:pt x="30076" y="21175"/>
                    </a:lnTo>
                    <a:close/>
                    <a:moveTo>
                      <a:pt x="13714" y="1"/>
                    </a:moveTo>
                    <a:cubicBezTo>
                      <a:pt x="11753" y="1"/>
                      <a:pt x="10128" y="1167"/>
                      <a:pt x="9839" y="2693"/>
                    </a:cubicBezTo>
                    <a:cubicBezTo>
                      <a:pt x="8704" y="3169"/>
                      <a:pt x="6778" y="4006"/>
                      <a:pt x="4711" y="5035"/>
                    </a:cubicBezTo>
                    <a:cubicBezTo>
                      <a:pt x="1426" y="6672"/>
                      <a:pt x="0" y="19267"/>
                      <a:pt x="101" y="21462"/>
                    </a:cubicBezTo>
                    <a:lnTo>
                      <a:pt x="7872" y="21127"/>
                    </a:lnTo>
                    <a:lnTo>
                      <a:pt x="7770" y="26733"/>
                    </a:lnTo>
                    <a:lnTo>
                      <a:pt x="27497" y="26733"/>
                    </a:lnTo>
                    <a:lnTo>
                      <a:pt x="26926" y="21175"/>
                    </a:lnTo>
                    <a:lnTo>
                      <a:pt x="30076" y="21175"/>
                    </a:lnTo>
                    <a:cubicBezTo>
                      <a:pt x="29254" y="15707"/>
                      <a:pt x="26197" y="9433"/>
                      <a:pt x="24968" y="7075"/>
                    </a:cubicBezTo>
                    <a:cubicBezTo>
                      <a:pt x="24820" y="6743"/>
                      <a:pt x="24649" y="6421"/>
                      <a:pt x="24455" y="6116"/>
                    </a:cubicBezTo>
                    <a:cubicBezTo>
                      <a:pt x="24455" y="6113"/>
                      <a:pt x="24452" y="6111"/>
                      <a:pt x="24452" y="6111"/>
                    </a:cubicBezTo>
                    <a:cubicBezTo>
                      <a:pt x="24066" y="5511"/>
                      <a:pt x="23582" y="4983"/>
                      <a:pt x="22969" y="4607"/>
                    </a:cubicBezTo>
                    <a:cubicBezTo>
                      <a:pt x="21357" y="3613"/>
                      <a:pt x="18893" y="3006"/>
                      <a:pt x="17538" y="2476"/>
                    </a:cubicBezTo>
                    <a:cubicBezTo>
                      <a:pt x="17142" y="1058"/>
                      <a:pt x="15579" y="1"/>
                      <a:pt x="137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53"/>
              <p:cNvSpPr/>
              <p:nvPr/>
            </p:nvSpPr>
            <p:spPr>
              <a:xfrm>
                <a:off x="9418294" y="4199387"/>
                <a:ext cx="2021446" cy="319116"/>
              </a:xfrm>
              <a:custGeom>
                <a:avLst/>
                <a:gdLst/>
                <a:ahLst/>
                <a:cxnLst/>
                <a:rect l="l" t="t" r="r" b="b"/>
                <a:pathLst>
                  <a:path w="28602" h="4456" extrusionOk="0">
                    <a:moveTo>
                      <a:pt x="27313" y="0"/>
                    </a:moveTo>
                    <a:cubicBezTo>
                      <a:pt x="25928" y="5"/>
                      <a:pt x="24760" y="346"/>
                      <a:pt x="24090" y="595"/>
                    </a:cubicBezTo>
                    <a:cubicBezTo>
                      <a:pt x="22374" y="274"/>
                      <a:pt x="20337" y="113"/>
                      <a:pt x="18000" y="113"/>
                    </a:cubicBezTo>
                    <a:cubicBezTo>
                      <a:pt x="16563" y="113"/>
                      <a:pt x="15012" y="174"/>
                      <a:pt x="13353" y="295"/>
                    </a:cubicBezTo>
                    <a:cubicBezTo>
                      <a:pt x="10699" y="490"/>
                      <a:pt x="8549" y="788"/>
                      <a:pt x="7670" y="920"/>
                    </a:cubicBezTo>
                    <a:cubicBezTo>
                      <a:pt x="6087" y="426"/>
                      <a:pt x="4622" y="256"/>
                      <a:pt x="3352" y="256"/>
                    </a:cubicBezTo>
                    <a:cubicBezTo>
                      <a:pt x="2273" y="256"/>
                      <a:pt x="1336" y="379"/>
                      <a:pt x="586" y="531"/>
                    </a:cubicBezTo>
                    <a:cubicBezTo>
                      <a:pt x="341" y="1787"/>
                      <a:pt x="147" y="3035"/>
                      <a:pt x="0" y="4163"/>
                    </a:cubicBezTo>
                    <a:lnTo>
                      <a:pt x="43" y="4255"/>
                    </a:lnTo>
                    <a:lnTo>
                      <a:pt x="33" y="4261"/>
                    </a:lnTo>
                    <a:cubicBezTo>
                      <a:pt x="112" y="4226"/>
                      <a:pt x="1378" y="3694"/>
                      <a:pt x="3323" y="3694"/>
                    </a:cubicBezTo>
                    <a:cubicBezTo>
                      <a:pt x="4368" y="3694"/>
                      <a:pt x="5609" y="3848"/>
                      <a:pt x="6968" y="4314"/>
                    </a:cubicBezTo>
                    <a:lnTo>
                      <a:pt x="7380" y="4455"/>
                    </a:lnTo>
                    <a:lnTo>
                      <a:pt x="7808" y="4386"/>
                    </a:lnTo>
                    <a:cubicBezTo>
                      <a:pt x="7879" y="4373"/>
                      <a:pt x="12926" y="3559"/>
                      <a:pt x="18012" y="3559"/>
                    </a:cubicBezTo>
                    <a:cubicBezTo>
                      <a:pt x="20080" y="3559"/>
                      <a:pt x="22155" y="3694"/>
                      <a:pt x="23903" y="4071"/>
                    </a:cubicBezTo>
                    <a:lnTo>
                      <a:pt x="24501" y="4202"/>
                    </a:lnTo>
                    <a:lnTo>
                      <a:pt x="25045" y="3925"/>
                    </a:lnTo>
                    <a:cubicBezTo>
                      <a:pt x="25059" y="3918"/>
                      <a:pt x="26048" y="3442"/>
                      <a:pt x="27307" y="3442"/>
                    </a:cubicBezTo>
                    <a:cubicBezTo>
                      <a:pt x="27718" y="3442"/>
                      <a:pt x="28157" y="3493"/>
                      <a:pt x="28601" y="3627"/>
                    </a:cubicBezTo>
                    <a:cubicBezTo>
                      <a:pt x="28216" y="2377"/>
                      <a:pt x="27771" y="1151"/>
                      <a:pt x="273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53"/>
              <p:cNvSpPr/>
              <p:nvPr/>
            </p:nvSpPr>
            <p:spPr>
              <a:xfrm>
                <a:off x="10140762" y="3397321"/>
                <a:ext cx="490061" cy="447021"/>
              </a:xfrm>
              <a:custGeom>
                <a:avLst/>
                <a:gdLst/>
                <a:ahLst/>
                <a:cxnLst/>
                <a:rect l="l" t="t" r="r" b="b"/>
                <a:pathLst>
                  <a:path w="6843" h="6242" extrusionOk="0">
                    <a:moveTo>
                      <a:pt x="5703" y="0"/>
                    </a:moveTo>
                    <a:lnTo>
                      <a:pt x="0" y="341"/>
                    </a:lnTo>
                    <a:lnTo>
                      <a:pt x="0" y="341"/>
                    </a:lnTo>
                    <a:cubicBezTo>
                      <a:pt x="0" y="341"/>
                      <a:pt x="0" y="341"/>
                      <a:pt x="0" y="341"/>
                    </a:cubicBezTo>
                    <a:cubicBezTo>
                      <a:pt x="0" y="341"/>
                      <a:pt x="0" y="341"/>
                      <a:pt x="0" y="341"/>
                    </a:cubicBezTo>
                    <a:lnTo>
                      <a:pt x="0" y="341"/>
                    </a:lnTo>
                    <a:lnTo>
                      <a:pt x="0" y="341"/>
                    </a:lnTo>
                    <a:cubicBezTo>
                      <a:pt x="1" y="343"/>
                      <a:pt x="892" y="5194"/>
                      <a:pt x="4581" y="6199"/>
                    </a:cubicBezTo>
                    <a:cubicBezTo>
                      <a:pt x="4688" y="6228"/>
                      <a:pt x="4788" y="6242"/>
                      <a:pt x="4881" y="6242"/>
                    </a:cubicBezTo>
                    <a:cubicBezTo>
                      <a:pt x="6843" y="6242"/>
                      <a:pt x="5703" y="0"/>
                      <a:pt x="57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53"/>
              <p:cNvSpPr/>
              <p:nvPr/>
            </p:nvSpPr>
            <p:spPr>
              <a:xfrm>
                <a:off x="9876078" y="4060178"/>
                <a:ext cx="54571" cy="572777"/>
              </a:xfrm>
              <a:custGeom>
                <a:avLst/>
                <a:gdLst/>
                <a:ahLst/>
                <a:cxnLst/>
                <a:rect l="l" t="t" r="r" b="b"/>
                <a:pathLst>
                  <a:path w="762" h="7998" fill="none" extrusionOk="0">
                    <a:moveTo>
                      <a:pt x="761" y="7997"/>
                    </a:moveTo>
                    <a:lnTo>
                      <a:pt x="761" y="2038"/>
                    </a:lnTo>
                    <a:lnTo>
                      <a:pt x="1" y="1"/>
                    </a:ln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53"/>
              <p:cNvSpPr/>
              <p:nvPr/>
            </p:nvSpPr>
            <p:spPr>
              <a:xfrm>
                <a:off x="11105686" y="4060178"/>
                <a:ext cx="62305" cy="636228"/>
              </a:xfrm>
              <a:custGeom>
                <a:avLst/>
                <a:gdLst/>
                <a:ahLst/>
                <a:cxnLst/>
                <a:rect l="l" t="t" r="r" b="b"/>
                <a:pathLst>
                  <a:path w="870" h="8884" fill="none" extrusionOk="0">
                    <a:moveTo>
                      <a:pt x="869" y="8884"/>
                    </a:moveTo>
                    <a:lnTo>
                      <a:pt x="0" y="1537"/>
                    </a:lnTo>
                    <a:lnTo>
                      <a:pt x="161" y="1"/>
                    </a:ln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53"/>
              <p:cNvSpPr/>
              <p:nvPr/>
            </p:nvSpPr>
            <p:spPr>
              <a:xfrm>
                <a:off x="10506350" y="3810604"/>
                <a:ext cx="604717" cy="528161"/>
              </a:xfrm>
              <a:custGeom>
                <a:avLst/>
                <a:gdLst/>
                <a:ahLst/>
                <a:cxnLst/>
                <a:rect l="l" t="t" r="r" b="b"/>
                <a:pathLst>
                  <a:path w="8444" h="7375" extrusionOk="0">
                    <a:moveTo>
                      <a:pt x="3871" y="1"/>
                    </a:moveTo>
                    <a:cubicBezTo>
                      <a:pt x="3583" y="1"/>
                      <a:pt x="3314" y="158"/>
                      <a:pt x="3175" y="417"/>
                    </a:cubicBezTo>
                    <a:lnTo>
                      <a:pt x="198" y="5919"/>
                    </a:lnTo>
                    <a:cubicBezTo>
                      <a:pt x="1" y="6286"/>
                      <a:pt x="226" y="6739"/>
                      <a:pt x="637" y="6799"/>
                    </a:cubicBezTo>
                    <a:lnTo>
                      <a:pt x="4428" y="7366"/>
                    </a:lnTo>
                    <a:cubicBezTo>
                      <a:pt x="4468" y="7372"/>
                      <a:pt x="4508" y="7375"/>
                      <a:pt x="4547" y="7375"/>
                    </a:cubicBezTo>
                    <a:cubicBezTo>
                      <a:pt x="4836" y="7375"/>
                      <a:pt x="5104" y="7217"/>
                      <a:pt x="5244" y="6958"/>
                    </a:cubicBezTo>
                    <a:lnTo>
                      <a:pt x="8270" y="1362"/>
                    </a:lnTo>
                    <a:cubicBezTo>
                      <a:pt x="8444" y="1041"/>
                      <a:pt x="8246" y="647"/>
                      <a:pt x="7888" y="594"/>
                    </a:cubicBezTo>
                    <a:lnTo>
                      <a:pt x="3990" y="10"/>
                    </a:lnTo>
                    <a:cubicBezTo>
                      <a:pt x="3950" y="3"/>
                      <a:pt x="3910" y="1"/>
                      <a:pt x="38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53"/>
              <p:cNvSpPr/>
              <p:nvPr/>
            </p:nvSpPr>
            <p:spPr>
              <a:xfrm>
                <a:off x="10506494" y="3810676"/>
                <a:ext cx="596839" cy="486910"/>
              </a:xfrm>
              <a:custGeom>
                <a:avLst/>
                <a:gdLst/>
                <a:ahLst/>
                <a:cxnLst/>
                <a:rect l="l" t="t" r="r" b="b"/>
                <a:pathLst>
                  <a:path w="8334" h="6799" extrusionOk="0">
                    <a:moveTo>
                      <a:pt x="3870" y="1"/>
                    </a:moveTo>
                    <a:cubicBezTo>
                      <a:pt x="3582" y="1"/>
                      <a:pt x="3313" y="158"/>
                      <a:pt x="3174" y="418"/>
                    </a:cubicBezTo>
                    <a:lnTo>
                      <a:pt x="198" y="5919"/>
                    </a:lnTo>
                    <a:cubicBezTo>
                      <a:pt x="0" y="6285"/>
                      <a:pt x="224" y="6735"/>
                      <a:pt x="635" y="6798"/>
                    </a:cubicBezTo>
                    <a:cubicBezTo>
                      <a:pt x="503" y="6613"/>
                      <a:pt x="470" y="6361"/>
                      <a:pt x="592" y="6137"/>
                    </a:cubicBezTo>
                    <a:lnTo>
                      <a:pt x="3441" y="929"/>
                    </a:lnTo>
                    <a:cubicBezTo>
                      <a:pt x="3586" y="661"/>
                      <a:pt x="3866" y="497"/>
                      <a:pt x="4165" y="497"/>
                    </a:cubicBezTo>
                    <a:cubicBezTo>
                      <a:pt x="4205" y="497"/>
                      <a:pt x="4247" y="500"/>
                      <a:pt x="4288" y="507"/>
                    </a:cubicBezTo>
                    <a:lnTo>
                      <a:pt x="8333" y="1113"/>
                    </a:lnTo>
                    <a:cubicBezTo>
                      <a:pt x="8333" y="864"/>
                      <a:pt x="8155" y="633"/>
                      <a:pt x="7887" y="594"/>
                    </a:cubicBezTo>
                    <a:lnTo>
                      <a:pt x="3990" y="10"/>
                    </a:lnTo>
                    <a:cubicBezTo>
                      <a:pt x="3950" y="4"/>
                      <a:pt x="3910" y="1"/>
                      <a:pt x="38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53"/>
              <p:cNvSpPr/>
              <p:nvPr/>
            </p:nvSpPr>
            <p:spPr>
              <a:xfrm>
                <a:off x="10786647" y="3880786"/>
                <a:ext cx="125326" cy="64955"/>
              </a:xfrm>
              <a:custGeom>
                <a:avLst/>
                <a:gdLst/>
                <a:ahLst/>
                <a:cxnLst/>
                <a:rect l="l" t="t" r="r" b="b"/>
                <a:pathLst>
                  <a:path w="1750" h="907" fill="none" extrusionOk="0">
                    <a:moveTo>
                      <a:pt x="1179" y="883"/>
                    </a:moveTo>
                    <a:lnTo>
                      <a:pt x="275" y="760"/>
                    </a:lnTo>
                    <a:cubicBezTo>
                      <a:pt x="87" y="734"/>
                      <a:pt x="1" y="549"/>
                      <a:pt x="82" y="347"/>
                    </a:cubicBezTo>
                    <a:lnTo>
                      <a:pt x="82" y="347"/>
                    </a:lnTo>
                    <a:cubicBezTo>
                      <a:pt x="164" y="144"/>
                      <a:pt x="383" y="1"/>
                      <a:pt x="571" y="26"/>
                    </a:cubicBezTo>
                    <a:lnTo>
                      <a:pt x="1476" y="149"/>
                    </a:lnTo>
                    <a:cubicBezTo>
                      <a:pt x="1662" y="174"/>
                      <a:pt x="1750" y="359"/>
                      <a:pt x="1668" y="562"/>
                    </a:cubicBezTo>
                    <a:lnTo>
                      <a:pt x="1668" y="562"/>
                    </a:lnTo>
                    <a:cubicBezTo>
                      <a:pt x="1587" y="764"/>
                      <a:pt x="1366" y="906"/>
                      <a:pt x="1179" y="883"/>
                    </a:cubicBezTo>
                    <a:close/>
                  </a:path>
                </a:pathLst>
              </a:custGeom>
              <a:noFill/>
              <a:ln w="2525"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53"/>
              <p:cNvSpPr/>
              <p:nvPr/>
            </p:nvSpPr>
            <p:spPr>
              <a:xfrm>
                <a:off x="10180723" y="5148063"/>
                <a:ext cx="201811" cy="293908"/>
              </a:xfrm>
              <a:custGeom>
                <a:avLst/>
                <a:gdLst/>
                <a:ahLst/>
                <a:cxnLst/>
                <a:rect l="l" t="t" r="r" b="b"/>
                <a:pathLst>
                  <a:path w="2818" h="4104" extrusionOk="0">
                    <a:moveTo>
                      <a:pt x="2481" y="1"/>
                    </a:moveTo>
                    <a:cubicBezTo>
                      <a:pt x="2481" y="1"/>
                      <a:pt x="1349" y="3095"/>
                      <a:pt x="490" y="3485"/>
                    </a:cubicBezTo>
                    <a:cubicBezTo>
                      <a:pt x="1" y="3709"/>
                      <a:pt x="404" y="4103"/>
                      <a:pt x="1084" y="4103"/>
                    </a:cubicBezTo>
                    <a:cubicBezTo>
                      <a:pt x="1594" y="4103"/>
                      <a:pt x="2258" y="3882"/>
                      <a:pt x="2818" y="3201"/>
                    </a:cubicBezTo>
                    <a:lnTo>
                      <a:pt x="2481" y="1"/>
                    </a:ln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53"/>
              <p:cNvSpPr/>
              <p:nvPr/>
            </p:nvSpPr>
            <p:spPr>
              <a:xfrm>
                <a:off x="10300533" y="4685008"/>
                <a:ext cx="1269304" cy="1013710"/>
              </a:xfrm>
              <a:custGeom>
                <a:avLst/>
                <a:gdLst/>
                <a:ahLst/>
                <a:cxnLst/>
                <a:rect l="l" t="t" r="r" b="b"/>
                <a:pathLst>
                  <a:path w="17724" h="14155" extrusionOk="0">
                    <a:moveTo>
                      <a:pt x="13769" y="1"/>
                    </a:moveTo>
                    <a:cubicBezTo>
                      <a:pt x="12849" y="1"/>
                      <a:pt x="12114" y="159"/>
                      <a:pt x="12114" y="159"/>
                    </a:cubicBezTo>
                    <a:cubicBezTo>
                      <a:pt x="12114" y="159"/>
                      <a:pt x="4566" y="2289"/>
                      <a:pt x="2538" y="3809"/>
                    </a:cubicBezTo>
                    <a:cubicBezTo>
                      <a:pt x="1581" y="4525"/>
                      <a:pt x="1041" y="5672"/>
                      <a:pt x="740" y="6685"/>
                    </a:cubicBezTo>
                    <a:cubicBezTo>
                      <a:pt x="484" y="7537"/>
                      <a:pt x="367" y="8427"/>
                      <a:pt x="367" y="9318"/>
                    </a:cubicBezTo>
                    <a:cubicBezTo>
                      <a:pt x="367" y="11414"/>
                      <a:pt x="0" y="12677"/>
                      <a:pt x="236" y="13206"/>
                    </a:cubicBezTo>
                    <a:cubicBezTo>
                      <a:pt x="291" y="13331"/>
                      <a:pt x="399" y="13375"/>
                      <a:pt x="522" y="13375"/>
                    </a:cubicBezTo>
                    <a:cubicBezTo>
                      <a:pt x="797" y="13375"/>
                      <a:pt x="1148" y="13157"/>
                      <a:pt x="1148" y="13157"/>
                    </a:cubicBezTo>
                    <a:lnTo>
                      <a:pt x="1148" y="13157"/>
                    </a:lnTo>
                    <a:cubicBezTo>
                      <a:pt x="1148" y="13157"/>
                      <a:pt x="784" y="14154"/>
                      <a:pt x="1347" y="14154"/>
                    </a:cubicBezTo>
                    <a:cubicBezTo>
                      <a:pt x="1379" y="14154"/>
                      <a:pt x="1414" y="14151"/>
                      <a:pt x="1452" y="14145"/>
                    </a:cubicBezTo>
                    <a:cubicBezTo>
                      <a:pt x="2160" y="14019"/>
                      <a:pt x="2464" y="12827"/>
                      <a:pt x="2464" y="12827"/>
                    </a:cubicBezTo>
                    <a:cubicBezTo>
                      <a:pt x="2464" y="12827"/>
                      <a:pt x="2505" y="13664"/>
                      <a:pt x="2826" y="13664"/>
                    </a:cubicBezTo>
                    <a:cubicBezTo>
                      <a:pt x="2948" y="13664"/>
                      <a:pt x="3110" y="13543"/>
                      <a:pt x="3327" y="13208"/>
                    </a:cubicBezTo>
                    <a:cubicBezTo>
                      <a:pt x="4113" y="11992"/>
                      <a:pt x="4113" y="10295"/>
                      <a:pt x="4113" y="10295"/>
                    </a:cubicBezTo>
                    <a:cubicBezTo>
                      <a:pt x="5480" y="9281"/>
                      <a:pt x="4872" y="6949"/>
                      <a:pt x="4872" y="6949"/>
                    </a:cubicBezTo>
                    <a:cubicBezTo>
                      <a:pt x="5116" y="6932"/>
                      <a:pt x="5340" y="6924"/>
                      <a:pt x="5550" y="6924"/>
                    </a:cubicBezTo>
                    <a:cubicBezTo>
                      <a:pt x="7267" y="6924"/>
                      <a:pt x="8117" y="7427"/>
                      <a:pt x="11863" y="7607"/>
                    </a:cubicBezTo>
                    <a:cubicBezTo>
                      <a:pt x="12042" y="7616"/>
                      <a:pt x="12217" y="7620"/>
                      <a:pt x="12386" y="7620"/>
                    </a:cubicBezTo>
                    <a:cubicBezTo>
                      <a:pt x="16207" y="7620"/>
                      <a:pt x="17724" y="5444"/>
                      <a:pt x="17336" y="2351"/>
                    </a:cubicBezTo>
                    <a:cubicBezTo>
                      <a:pt x="17089" y="385"/>
                      <a:pt x="15204" y="1"/>
                      <a:pt x="13769" y="1"/>
                    </a:cubicBez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53"/>
              <p:cNvSpPr/>
              <p:nvPr/>
            </p:nvSpPr>
            <p:spPr>
              <a:xfrm>
                <a:off x="10618927" y="5113616"/>
                <a:ext cx="30436" cy="69037"/>
              </a:xfrm>
              <a:custGeom>
                <a:avLst/>
                <a:gdLst/>
                <a:ahLst/>
                <a:cxnLst/>
                <a:rect l="l" t="t" r="r" b="b"/>
                <a:pathLst>
                  <a:path w="425" h="964" fill="none" extrusionOk="0">
                    <a:moveTo>
                      <a:pt x="424" y="964"/>
                    </a:moveTo>
                    <a:cubicBezTo>
                      <a:pt x="424" y="964"/>
                      <a:pt x="337" y="374"/>
                      <a:pt x="0" y="0"/>
                    </a:cubicBez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53"/>
              <p:cNvSpPr/>
              <p:nvPr/>
            </p:nvSpPr>
            <p:spPr>
              <a:xfrm>
                <a:off x="10476846" y="5425709"/>
                <a:ext cx="18692" cy="177892"/>
              </a:xfrm>
              <a:custGeom>
                <a:avLst/>
                <a:gdLst/>
                <a:ahLst/>
                <a:cxnLst/>
                <a:rect l="l" t="t" r="r" b="b"/>
                <a:pathLst>
                  <a:path w="261" h="2484" fill="none" extrusionOk="0">
                    <a:moveTo>
                      <a:pt x="1" y="2484"/>
                    </a:moveTo>
                    <a:cubicBezTo>
                      <a:pt x="1" y="2484"/>
                      <a:pt x="260" y="948"/>
                      <a:pt x="228" y="0"/>
                    </a:cubicBez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53"/>
              <p:cNvSpPr/>
              <p:nvPr/>
            </p:nvSpPr>
            <p:spPr>
              <a:xfrm>
                <a:off x="10382459" y="5411171"/>
                <a:ext cx="25996" cy="215991"/>
              </a:xfrm>
              <a:custGeom>
                <a:avLst/>
                <a:gdLst/>
                <a:ahLst/>
                <a:cxnLst/>
                <a:rect l="l" t="t" r="r" b="b"/>
                <a:pathLst>
                  <a:path w="363" h="3016" fill="none" extrusionOk="0">
                    <a:moveTo>
                      <a:pt x="1" y="3016"/>
                    </a:moveTo>
                    <a:cubicBezTo>
                      <a:pt x="1" y="3016"/>
                      <a:pt x="327" y="980"/>
                      <a:pt x="363" y="0"/>
                    </a:cubicBez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53"/>
              <p:cNvSpPr/>
              <p:nvPr/>
            </p:nvSpPr>
            <p:spPr>
              <a:xfrm>
                <a:off x="9387600" y="4014274"/>
                <a:ext cx="1664547" cy="1383530"/>
              </a:xfrm>
              <a:custGeom>
                <a:avLst/>
                <a:gdLst/>
                <a:ahLst/>
                <a:cxnLst/>
                <a:rect l="l" t="t" r="r" b="b"/>
                <a:pathLst>
                  <a:path w="23243" h="19319" extrusionOk="0">
                    <a:moveTo>
                      <a:pt x="17457" y="0"/>
                    </a:moveTo>
                    <a:lnTo>
                      <a:pt x="17457" y="0"/>
                    </a:lnTo>
                    <a:cubicBezTo>
                      <a:pt x="17457" y="0"/>
                      <a:pt x="16419" y="101"/>
                      <a:pt x="16099" y="606"/>
                    </a:cubicBezTo>
                    <a:cubicBezTo>
                      <a:pt x="14679" y="2836"/>
                      <a:pt x="7585" y="8637"/>
                      <a:pt x="7585" y="8637"/>
                    </a:cubicBezTo>
                    <a:cubicBezTo>
                      <a:pt x="7585" y="8637"/>
                      <a:pt x="2266" y="9724"/>
                      <a:pt x="47" y="10855"/>
                    </a:cubicBezTo>
                    <a:cubicBezTo>
                      <a:pt x="47" y="10855"/>
                      <a:pt x="1" y="18790"/>
                      <a:pt x="6266" y="19305"/>
                    </a:cubicBezTo>
                    <a:cubicBezTo>
                      <a:pt x="6374" y="19314"/>
                      <a:pt x="6482" y="19318"/>
                      <a:pt x="6588" y="19318"/>
                    </a:cubicBezTo>
                    <a:cubicBezTo>
                      <a:pt x="12551" y="19318"/>
                      <a:pt x="15878" y="5684"/>
                      <a:pt x="15878" y="5684"/>
                    </a:cubicBezTo>
                    <a:lnTo>
                      <a:pt x="18428" y="6105"/>
                    </a:lnTo>
                    <a:cubicBezTo>
                      <a:pt x="18428" y="6105"/>
                      <a:pt x="18730" y="6149"/>
                      <a:pt x="19087" y="6149"/>
                    </a:cubicBezTo>
                    <a:cubicBezTo>
                      <a:pt x="19490" y="6149"/>
                      <a:pt x="19963" y="6093"/>
                      <a:pt x="20152" y="5851"/>
                    </a:cubicBezTo>
                    <a:cubicBezTo>
                      <a:pt x="20152" y="5851"/>
                      <a:pt x="20505" y="5648"/>
                      <a:pt x="20303" y="5269"/>
                    </a:cubicBezTo>
                    <a:lnTo>
                      <a:pt x="20303" y="5269"/>
                    </a:lnTo>
                    <a:cubicBezTo>
                      <a:pt x="20303" y="5269"/>
                      <a:pt x="20330" y="5272"/>
                      <a:pt x="20374" y="5272"/>
                    </a:cubicBezTo>
                    <a:cubicBezTo>
                      <a:pt x="20508" y="5272"/>
                      <a:pt x="20803" y="5243"/>
                      <a:pt x="21013" y="5015"/>
                    </a:cubicBezTo>
                    <a:cubicBezTo>
                      <a:pt x="21293" y="4711"/>
                      <a:pt x="21013" y="4203"/>
                      <a:pt x="21013" y="4203"/>
                    </a:cubicBezTo>
                    <a:lnTo>
                      <a:pt x="21013" y="4203"/>
                    </a:lnTo>
                    <a:cubicBezTo>
                      <a:pt x="21013" y="4203"/>
                      <a:pt x="21057" y="4208"/>
                      <a:pt x="21128" y="4208"/>
                    </a:cubicBezTo>
                    <a:cubicBezTo>
                      <a:pt x="21342" y="4208"/>
                      <a:pt x="21799" y="4165"/>
                      <a:pt x="22027" y="3823"/>
                    </a:cubicBezTo>
                    <a:cubicBezTo>
                      <a:pt x="22331" y="3368"/>
                      <a:pt x="23243" y="3318"/>
                      <a:pt x="23066" y="2836"/>
                    </a:cubicBezTo>
                    <a:cubicBezTo>
                      <a:pt x="22987" y="2621"/>
                      <a:pt x="22737" y="2538"/>
                      <a:pt x="22453" y="2538"/>
                    </a:cubicBezTo>
                    <a:cubicBezTo>
                      <a:pt x="22099" y="2538"/>
                      <a:pt x="21692" y="2667"/>
                      <a:pt x="21495" y="2836"/>
                    </a:cubicBezTo>
                    <a:cubicBezTo>
                      <a:pt x="21408" y="2911"/>
                      <a:pt x="21225" y="2942"/>
                      <a:pt x="20988" y="2942"/>
                    </a:cubicBezTo>
                    <a:cubicBezTo>
                      <a:pt x="20259" y="2942"/>
                      <a:pt x="19016" y="2641"/>
                      <a:pt x="18480" y="2354"/>
                    </a:cubicBezTo>
                    <a:cubicBezTo>
                      <a:pt x="17770" y="1973"/>
                      <a:pt x="16825" y="1518"/>
                      <a:pt x="16825" y="1518"/>
                    </a:cubicBezTo>
                    <a:lnTo>
                      <a:pt x="17457" y="0"/>
                    </a:ln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53"/>
              <p:cNvSpPr/>
              <p:nvPr/>
            </p:nvSpPr>
            <p:spPr>
              <a:xfrm>
                <a:off x="9389606" y="4632873"/>
                <a:ext cx="541051" cy="528017"/>
              </a:xfrm>
              <a:custGeom>
                <a:avLst/>
                <a:gdLst/>
                <a:ahLst/>
                <a:cxnLst/>
                <a:rect l="l" t="t" r="r" b="b"/>
                <a:pathLst>
                  <a:path w="7555" h="7373" extrusionOk="0">
                    <a:moveTo>
                      <a:pt x="7554" y="0"/>
                    </a:moveTo>
                    <a:cubicBezTo>
                      <a:pt x="7554" y="0"/>
                      <a:pt x="2238" y="1086"/>
                      <a:pt x="17" y="2214"/>
                    </a:cubicBezTo>
                    <a:cubicBezTo>
                      <a:pt x="17" y="2214"/>
                      <a:pt x="1" y="4998"/>
                      <a:pt x="1289" y="7373"/>
                    </a:cubicBezTo>
                    <a:cubicBezTo>
                      <a:pt x="2506" y="2745"/>
                      <a:pt x="7554" y="1"/>
                      <a:pt x="75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53"/>
              <p:cNvSpPr/>
              <p:nvPr/>
            </p:nvSpPr>
            <p:spPr>
              <a:xfrm>
                <a:off x="10650867" y="4362460"/>
                <a:ext cx="190639" cy="29147"/>
              </a:xfrm>
              <a:custGeom>
                <a:avLst/>
                <a:gdLst/>
                <a:ahLst/>
                <a:cxnLst/>
                <a:rect l="l" t="t" r="r" b="b"/>
                <a:pathLst>
                  <a:path w="2662" h="407" fill="none" extrusionOk="0">
                    <a:moveTo>
                      <a:pt x="2662" y="407"/>
                    </a:moveTo>
                    <a:cubicBezTo>
                      <a:pt x="2662" y="407"/>
                      <a:pt x="558" y="178"/>
                      <a:pt x="1" y="1"/>
                    </a:cubicBez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53"/>
              <p:cNvSpPr/>
              <p:nvPr/>
            </p:nvSpPr>
            <p:spPr>
              <a:xfrm>
                <a:off x="10696127" y="4277311"/>
                <a:ext cx="196010" cy="38171"/>
              </a:xfrm>
              <a:custGeom>
                <a:avLst/>
                <a:gdLst/>
                <a:ahLst/>
                <a:cxnLst/>
                <a:rect l="l" t="t" r="r" b="b"/>
                <a:pathLst>
                  <a:path w="2737" h="533" fill="none" extrusionOk="0">
                    <a:moveTo>
                      <a:pt x="2737" y="533"/>
                    </a:moveTo>
                    <a:cubicBezTo>
                      <a:pt x="2737" y="533"/>
                      <a:pt x="1419" y="407"/>
                      <a:pt x="0" y="1"/>
                    </a:cubicBez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53"/>
              <p:cNvSpPr/>
              <p:nvPr/>
            </p:nvSpPr>
            <p:spPr>
              <a:xfrm>
                <a:off x="10467536" y="4419393"/>
                <a:ext cx="65886" cy="3438"/>
              </a:xfrm>
              <a:custGeom>
                <a:avLst/>
                <a:gdLst/>
                <a:ahLst/>
                <a:cxnLst/>
                <a:rect l="l" t="t" r="r" b="b"/>
                <a:pathLst>
                  <a:path w="920" h="48" fill="none" extrusionOk="0">
                    <a:moveTo>
                      <a:pt x="919" y="48"/>
                    </a:moveTo>
                    <a:lnTo>
                      <a:pt x="0" y="0"/>
                    </a:ln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53"/>
              <p:cNvSpPr/>
              <p:nvPr/>
            </p:nvSpPr>
            <p:spPr>
              <a:xfrm>
                <a:off x="10140762" y="3013830"/>
                <a:ext cx="464781" cy="590108"/>
              </a:xfrm>
              <a:custGeom>
                <a:avLst/>
                <a:gdLst/>
                <a:ahLst/>
                <a:cxnLst/>
                <a:rect l="l" t="t" r="r" b="b"/>
                <a:pathLst>
                  <a:path w="6490" h="8240" extrusionOk="0">
                    <a:moveTo>
                      <a:pt x="467" y="1"/>
                    </a:moveTo>
                    <a:lnTo>
                      <a:pt x="467" y="2"/>
                    </a:lnTo>
                    <a:cubicBezTo>
                      <a:pt x="467" y="2"/>
                      <a:pt x="604" y="3796"/>
                      <a:pt x="0" y="5695"/>
                    </a:cubicBezTo>
                    <a:cubicBezTo>
                      <a:pt x="0" y="5695"/>
                      <a:pt x="958" y="8239"/>
                      <a:pt x="3374" y="8239"/>
                    </a:cubicBezTo>
                    <a:cubicBezTo>
                      <a:pt x="3504" y="8239"/>
                      <a:pt x="3638" y="8232"/>
                      <a:pt x="3776" y="8217"/>
                    </a:cubicBezTo>
                    <a:cubicBezTo>
                      <a:pt x="6489" y="7913"/>
                      <a:pt x="5703" y="5354"/>
                      <a:pt x="5703" y="5354"/>
                    </a:cubicBezTo>
                    <a:cubicBezTo>
                      <a:pt x="5703" y="5354"/>
                      <a:pt x="4562" y="4122"/>
                      <a:pt x="4360" y="1"/>
                    </a:cubicBez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53"/>
              <p:cNvSpPr/>
              <p:nvPr/>
            </p:nvSpPr>
            <p:spPr>
              <a:xfrm>
                <a:off x="10174206" y="3013973"/>
                <a:ext cx="325132" cy="282163"/>
              </a:xfrm>
              <a:custGeom>
                <a:avLst/>
                <a:gdLst/>
                <a:ahLst/>
                <a:cxnLst/>
                <a:rect l="l" t="t" r="r" b="b"/>
                <a:pathLst>
                  <a:path w="4540" h="3940" extrusionOk="0">
                    <a:moveTo>
                      <a:pt x="0" y="0"/>
                    </a:moveTo>
                    <a:cubicBezTo>
                      <a:pt x="0" y="0"/>
                      <a:pt x="534" y="3939"/>
                      <a:pt x="4314" y="3939"/>
                    </a:cubicBezTo>
                    <a:cubicBezTo>
                      <a:pt x="4388" y="3939"/>
                      <a:pt x="4463" y="3938"/>
                      <a:pt x="4540" y="3935"/>
                    </a:cubicBezTo>
                    <a:cubicBezTo>
                      <a:pt x="4259" y="3099"/>
                      <a:pt x="3984" y="1837"/>
                      <a:pt x="38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53"/>
              <p:cNvSpPr/>
              <p:nvPr/>
            </p:nvSpPr>
            <p:spPr>
              <a:xfrm>
                <a:off x="10405876" y="2869886"/>
                <a:ext cx="111003" cy="140580"/>
              </a:xfrm>
              <a:custGeom>
                <a:avLst/>
                <a:gdLst/>
                <a:ahLst/>
                <a:cxnLst/>
                <a:rect l="l" t="t" r="r" b="b"/>
                <a:pathLst>
                  <a:path w="1550" h="1963" extrusionOk="0">
                    <a:moveTo>
                      <a:pt x="914" y="0"/>
                    </a:moveTo>
                    <a:cubicBezTo>
                      <a:pt x="593" y="0"/>
                      <a:pt x="260" y="340"/>
                      <a:pt x="138" y="819"/>
                    </a:cubicBezTo>
                    <a:cubicBezTo>
                      <a:pt x="0" y="1353"/>
                      <a:pt x="175" y="1858"/>
                      <a:pt x="526" y="1948"/>
                    </a:cubicBezTo>
                    <a:cubicBezTo>
                      <a:pt x="563" y="1958"/>
                      <a:pt x="601" y="1963"/>
                      <a:pt x="638" y="1963"/>
                    </a:cubicBezTo>
                    <a:cubicBezTo>
                      <a:pt x="959" y="1963"/>
                      <a:pt x="1289" y="1623"/>
                      <a:pt x="1413" y="1145"/>
                    </a:cubicBezTo>
                    <a:cubicBezTo>
                      <a:pt x="1549" y="611"/>
                      <a:pt x="1376" y="106"/>
                      <a:pt x="1023" y="14"/>
                    </a:cubicBezTo>
                    <a:cubicBezTo>
                      <a:pt x="987" y="5"/>
                      <a:pt x="951" y="0"/>
                      <a:pt x="914" y="0"/>
                    </a:cubicBezTo>
                    <a:close/>
                  </a:path>
                </a:pathLst>
              </a:custGeom>
              <a:solidFill>
                <a:srgbClr val="FFE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53"/>
              <p:cNvSpPr/>
              <p:nvPr/>
            </p:nvSpPr>
            <p:spPr>
              <a:xfrm>
                <a:off x="10300318" y="2688632"/>
                <a:ext cx="222078" cy="254806"/>
              </a:xfrm>
              <a:custGeom>
                <a:avLst/>
                <a:gdLst/>
                <a:ahLst/>
                <a:cxnLst/>
                <a:rect l="l" t="t" r="r" b="b"/>
                <a:pathLst>
                  <a:path w="3101" h="3558" extrusionOk="0">
                    <a:moveTo>
                      <a:pt x="1383" y="1"/>
                    </a:moveTo>
                    <a:cubicBezTo>
                      <a:pt x="1304" y="1"/>
                      <a:pt x="1225" y="10"/>
                      <a:pt x="1146" y="28"/>
                    </a:cubicBezTo>
                    <a:cubicBezTo>
                      <a:pt x="414" y="197"/>
                      <a:pt x="0" y="1119"/>
                      <a:pt x="223" y="2085"/>
                    </a:cubicBezTo>
                    <a:cubicBezTo>
                      <a:pt x="423" y="2950"/>
                      <a:pt x="1061" y="3558"/>
                      <a:pt x="1718" y="3558"/>
                    </a:cubicBezTo>
                    <a:cubicBezTo>
                      <a:pt x="1797" y="3558"/>
                      <a:pt x="1876" y="3549"/>
                      <a:pt x="1954" y="3531"/>
                    </a:cubicBezTo>
                    <a:cubicBezTo>
                      <a:pt x="2687" y="3363"/>
                      <a:pt x="3100" y="2441"/>
                      <a:pt x="2878" y="1475"/>
                    </a:cubicBezTo>
                    <a:cubicBezTo>
                      <a:pt x="2679" y="610"/>
                      <a:pt x="204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53"/>
              <p:cNvSpPr/>
              <p:nvPr/>
            </p:nvSpPr>
            <p:spPr>
              <a:xfrm>
                <a:off x="10066857" y="2716274"/>
                <a:ext cx="492783" cy="524293"/>
              </a:xfrm>
              <a:custGeom>
                <a:avLst/>
                <a:gdLst/>
                <a:ahLst/>
                <a:cxnLst/>
                <a:rect l="l" t="t" r="r" b="b"/>
                <a:pathLst>
                  <a:path w="6881" h="7321" extrusionOk="0">
                    <a:moveTo>
                      <a:pt x="3737" y="1"/>
                    </a:moveTo>
                    <a:cubicBezTo>
                      <a:pt x="3458" y="1"/>
                      <a:pt x="3150" y="53"/>
                      <a:pt x="2811" y="169"/>
                    </a:cubicBezTo>
                    <a:cubicBezTo>
                      <a:pt x="1" y="1132"/>
                      <a:pt x="1695" y="4645"/>
                      <a:pt x="1695" y="4645"/>
                    </a:cubicBezTo>
                    <a:cubicBezTo>
                      <a:pt x="1695" y="4645"/>
                      <a:pt x="2836" y="7320"/>
                      <a:pt x="4558" y="7320"/>
                    </a:cubicBezTo>
                    <a:cubicBezTo>
                      <a:pt x="4622" y="7320"/>
                      <a:pt x="4687" y="7317"/>
                      <a:pt x="4753" y="7309"/>
                    </a:cubicBezTo>
                    <a:cubicBezTo>
                      <a:pt x="6881" y="7055"/>
                      <a:pt x="5705" y="5441"/>
                      <a:pt x="5935" y="3655"/>
                    </a:cubicBezTo>
                    <a:cubicBezTo>
                      <a:pt x="6126" y="2173"/>
                      <a:pt x="5531" y="1"/>
                      <a:pt x="3737" y="1"/>
                    </a:cubicBez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53"/>
              <p:cNvSpPr/>
              <p:nvPr/>
            </p:nvSpPr>
            <p:spPr>
              <a:xfrm>
                <a:off x="10183874" y="2716274"/>
                <a:ext cx="302000" cy="155763"/>
              </a:xfrm>
              <a:custGeom>
                <a:avLst/>
                <a:gdLst/>
                <a:ahLst/>
                <a:cxnLst/>
                <a:rect l="l" t="t" r="r" b="b"/>
                <a:pathLst>
                  <a:path w="4217" h="2175" extrusionOk="0">
                    <a:moveTo>
                      <a:pt x="2102" y="1"/>
                    </a:moveTo>
                    <a:cubicBezTo>
                      <a:pt x="1823" y="1"/>
                      <a:pt x="1514" y="53"/>
                      <a:pt x="1174" y="169"/>
                    </a:cubicBezTo>
                    <a:cubicBezTo>
                      <a:pt x="629" y="356"/>
                      <a:pt x="252" y="639"/>
                      <a:pt x="0" y="977"/>
                    </a:cubicBezTo>
                    <a:cubicBezTo>
                      <a:pt x="900" y="1586"/>
                      <a:pt x="2086" y="2174"/>
                      <a:pt x="3312" y="2174"/>
                    </a:cubicBezTo>
                    <a:cubicBezTo>
                      <a:pt x="3612" y="2174"/>
                      <a:pt x="3915" y="2139"/>
                      <a:pt x="4216" y="2060"/>
                    </a:cubicBezTo>
                    <a:cubicBezTo>
                      <a:pt x="3965" y="972"/>
                      <a:pt x="3303" y="1"/>
                      <a:pt x="2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53"/>
              <p:cNvSpPr/>
              <p:nvPr/>
            </p:nvSpPr>
            <p:spPr>
              <a:xfrm>
                <a:off x="10067215" y="2571758"/>
                <a:ext cx="524079" cy="416441"/>
              </a:xfrm>
              <a:custGeom>
                <a:avLst/>
                <a:gdLst/>
                <a:ahLst/>
                <a:cxnLst/>
                <a:rect l="l" t="t" r="r" b="b"/>
                <a:pathLst>
                  <a:path w="7318" h="5815" extrusionOk="0">
                    <a:moveTo>
                      <a:pt x="4826" y="1"/>
                    </a:moveTo>
                    <a:cubicBezTo>
                      <a:pt x="3368" y="1"/>
                      <a:pt x="2196" y="1544"/>
                      <a:pt x="2196" y="1544"/>
                    </a:cubicBezTo>
                    <a:cubicBezTo>
                      <a:pt x="2062" y="1518"/>
                      <a:pt x="1933" y="1506"/>
                      <a:pt x="1808" y="1506"/>
                    </a:cubicBezTo>
                    <a:cubicBezTo>
                      <a:pt x="721" y="1506"/>
                      <a:pt x="0" y="2449"/>
                      <a:pt x="30" y="3572"/>
                    </a:cubicBezTo>
                    <a:cubicBezTo>
                      <a:pt x="64" y="4822"/>
                      <a:pt x="1382" y="5815"/>
                      <a:pt x="1382" y="5815"/>
                    </a:cubicBezTo>
                    <a:cubicBezTo>
                      <a:pt x="2880" y="5410"/>
                      <a:pt x="2365" y="2847"/>
                      <a:pt x="2365" y="2846"/>
                    </a:cubicBezTo>
                    <a:lnTo>
                      <a:pt x="2365" y="2846"/>
                    </a:lnTo>
                    <a:cubicBezTo>
                      <a:pt x="3020" y="3298"/>
                      <a:pt x="3651" y="3482"/>
                      <a:pt x="4217" y="3482"/>
                    </a:cubicBezTo>
                    <a:cubicBezTo>
                      <a:pt x="6143" y="3482"/>
                      <a:pt x="7317" y="1353"/>
                      <a:pt x="6166" y="481"/>
                    </a:cubicBezTo>
                    <a:cubicBezTo>
                      <a:pt x="5709" y="135"/>
                      <a:pt x="5255" y="1"/>
                      <a:pt x="48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53"/>
              <p:cNvSpPr/>
              <p:nvPr/>
            </p:nvSpPr>
            <p:spPr>
              <a:xfrm>
                <a:off x="10056043" y="2917294"/>
                <a:ext cx="133061" cy="145522"/>
              </a:xfrm>
              <a:custGeom>
                <a:avLst/>
                <a:gdLst/>
                <a:ahLst/>
                <a:cxnLst/>
                <a:rect l="l" t="t" r="r" b="b"/>
                <a:pathLst>
                  <a:path w="1858" h="2032" extrusionOk="0">
                    <a:moveTo>
                      <a:pt x="640" y="1"/>
                    </a:moveTo>
                    <a:cubicBezTo>
                      <a:pt x="547" y="1"/>
                      <a:pt x="460" y="22"/>
                      <a:pt x="381" y="68"/>
                    </a:cubicBezTo>
                    <a:cubicBezTo>
                      <a:pt x="36" y="267"/>
                      <a:pt x="0" y="854"/>
                      <a:pt x="303" y="1377"/>
                    </a:cubicBezTo>
                    <a:cubicBezTo>
                      <a:pt x="536" y="1782"/>
                      <a:pt x="904" y="2031"/>
                      <a:pt x="1218" y="2031"/>
                    </a:cubicBezTo>
                    <a:cubicBezTo>
                      <a:pt x="1310" y="2031"/>
                      <a:pt x="1398" y="2010"/>
                      <a:pt x="1477" y="1964"/>
                    </a:cubicBezTo>
                    <a:cubicBezTo>
                      <a:pt x="1822" y="1765"/>
                      <a:pt x="1858" y="1178"/>
                      <a:pt x="1555" y="655"/>
                    </a:cubicBezTo>
                    <a:cubicBezTo>
                      <a:pt x="1322" y="250"/>
                      <a:pt x="954" y="1"/>
                      <a:pt x="640" y="1"/>
                    </a:cubicBez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53"/>
              <p:cNvSpPr/>
              <p:nvPr/>
            </p:nvSpPr>
            <p:spPr>
              <a:xfrm>
                <a:off x="10085405" y="2958973"/>
                <a:ext cx="64024" cy="55072"/>
              </a:xfrm>
              <a:custGeom>
                <a:avLst/>
                <a:gdLst/>
                <a:ahLst/>
                <a:cxnLst/>
                <a:rect l="l" t="t" r="r" b="b"/>
                <a:pathLst>
                  <a:path w="894" h="769" fill="none" extrusionOk="0">
                    <a:moveTo>
                      <a:pt x="1" y="0"/>
                    </a:moveTo>
                    <a:cubicBezTo>
                      <a:pt x="232" y="15"/>
                      <a:pt x="699" y="126"/>
                      <a:pt x="893" y="768"/>
                    </a:cubicBezTo>
                  </a:path>
                </a:pathLst>
              </a:custGeom>
              <a:noFill/>
              <a:ln w="2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53"/>
              <p:cNvSpPr/>
              <p:nvPr/>
            </p:nvSpPr>
            <p:spPr>
              <a:xfrm>
                <a:off x="10373220" y="3096114"/>
                <a:ext cx="68034" cy="19408"/>
              </a:xfrm>
              <a:custGeom>
                <a:avLst/>
                <a:gdLst/>
                <a:ahLst/>
                <a:cxnLst/>
                <a:rect l="l" t="t" r="r" b="b"/>
                <a:pathLst>
                  <a:path w="950" h="271" fill="none" extrusionOk="0">
                    <a:moveTo>
                      <a:pt x="1" y="1"/>
                    </a:moveTo>
                    <a:cubicBezTo>
                      <a:pt x="1" y="1"/>
                      <a:pt x="530" y="270"/>
                      <a:pt x="950" y="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53"/>
              <p:cNvSpPr/>
              <p:nvPr/>
            </p:nvSpPr>
            <p:spPr>
              <a:xfrm>
                <a:off x="10258280" y="2877119"/>
                <a:ext cx="123536" cy="123536"/>
              </a:xfrm>
              <a:custGeom>
                <a:avLst/>
                <a:gdLst/>
                <a:ahLst/>
                <a:cxnLst/>
                <a:rect l="l" t="t" r="r" b="b"/>
                <a:pathLst>
                  <a:path w="1725" h="1725" fill="none" extrusionOk="0">
                    <a:moveTo>
                      <a:pt x="1725" y="862"/>
                    </a:moveTo>
                    <a:cubicBezTo>
                      <a:pt x="1725" y="1338"/>
                      <a:pt x="1339" y="1724"/>
                      <a:pt x="863" y="1724"/>
                    </a:cubicBezTo>
                    <a:cubicBezTo>
                      <a:pt x="386" y="1724"/>
                      <a:pt x="0" y="1338"/>
                      <a:pt x="0" y="862"/>
                    </a:cubicBezTo>
                    <a:cubicBezTo>
                      <a:pt x="0" y="386"/>
                      <a:pt x="386" y="0"/>
                      <a:pt x="863" y="0"/>
                    </a:cubicBezTo>
                    <a:cubicBezTo>
                      <a:pt x="1339" y="0"/>
                      <a:pt x="1725" y="386"/>
                      <a:pt x="1725" y="862"/>
                    </a:cubicBezTo>
                    <a:close/>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53"/>
              <p:cNvSpPr/>
              <p:nvPr/>
            </p:nvSpPr>
            <p:spPr>
              <a:xfrm>
                <a:off x="10410818" y="2862653"/>
                <a:ext cx="111791" cy="123464"/>
              </a:xfrm>
              <a:custGeom>
                <a:avLst/>
                <a:gdLst/>
                <a:ahLst/>
                <a:cxnLst/>
                <a:rect l="l" t="t" r="r" b="b"/>
                <a:pathLst>
                  <a:path w="1561" h="1724" fill="none" extrusionOk="0">
                    <a:moveTo>
                      <a:pt x="1560" y="862"/>
                    </a:moveTo>
                    <a:cubicBezTo>
                      <a:pt x="1560" y="1338"/>
                      <a:pt x="1210" y="1723"/>
                      <a:pt x="780" y="1723"/>
                    </a:cubicBezTo>
                    <a:cubicBezTo>
                      <a:pt x="349" y="1723"/>
                      <a:pt x="1" y="1338"/>
                      <a:pt x="1" y="862"/>
                    </a:cubicBezTo>
                    <a:cubicBezTo>
                      <a:pt x="1" y="386"/>
                      <a:pt x="349" y="1"/>
                      <a:pt x="780" y="1"/>
                    </a:cubicBezTo>
                    <a:cubicBezTo>
                      <a:pt x="1210" y="1"/>
                      <a:pt x="1560" y="386"/>
                      <a:pt x="1560" y="862"/>
                    </a:cubicBezTo>
                    <a:close/>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53"/>
              <p:cNvSpPr/>
              <p:nvPr/>
            </p:nvSpPr>
            <p:spPr>
              <a:xfrm>
                <a:off x="10381957" y="2924384"/>
                <a:ext cx="28932" cy="4798"/>
              </a:xfrm>
              <a:custGeom>
                <a:avLst/>
                <a:gdLst/>
                <a:ahLst/>
                <a:cxnLst/>
                <a:rect l="l" t="t" r="r" b="b"/>
                <a:pathLst>
                  <a:path w="404" h="67" fill="none" extrusionOk="0">
                    <a:moveTo>
                      <a:pt x="0" y="67"/>
                    </a:moveTo>
                    <a:lnTo>
                      <a:pt x="404" y="0"/>
                    </a:ln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53"/>
              <p:cNvSpPr/>
              <p:nvPr/>
            </p:nvSpPr>
            <p:spPr>
              <a:xfrm>
                <a:off x="10100730" y="2917366"/>
                <a:ext cx="157625" cy="17975"/>
              </a:xfrm>
              <a:custGeom>
                <a:avLst/>
                <a:gdLst/>
                <a:ahLst/>
                <a:cxnLst/>
                <a:rect l="l" t="t" r="r" b="b"/>
                <a:pathLst>
                  <a:path w="2201" h="251" fill="none" extrusionOk="0">
                    <a:moveTo>
                      <a:pt x="2200" y="251"/>
                    </a:moveTo>
                    <a:lnTo>
                      <a:pt x="0" y="0"/>
                    </a:ln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53"/>
              <p:cNvSpPr/>
              <p:nvPr/>
            </p:nvSpPr>
            <p:spPr>
              <a:xfrm>
                <a:off x="10396138" y="2985263"/>
                <a:ext cx="30450" cy="69023"/>
              </a:xfrm>
              <a:custGeom>
                <a:avLst/>
                <a:gdLst/>
                <a:ahLst/>
                <a:cxnLst/>
                <a:rect l="l" t="t" r="r" b="b"/>
                <a:pathLst>
                  <a:path w="761" h="1605" fill="none" extrusionOk="0">
                    <a:moveTo>
                      <a:pt x="0" y="1"/>
                    </a:moveTo>
                    <a:cubicBezTo>
                      <a:pt x="0" y="1"/>
                      <a:pt x="694" y="964"/>
                      <a:pt x="727" y="1285"/>
                    </a:cubicBezTo>
                    <a:cubicBezTo>
                      <a:pt x="761" y="1605"/>
                      <a:pt x="69" y="1605"/>
                      <a:pt x="69" y="1605"/>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53"/>
              <p:cNvSpPr/>
              <p:nvPr/>
            </p:nvSpPr>
            <p:spPr>
              <a:xfrm>
                <a:off x="10880103" y="3363161"/>
                <a:ext cx="485335" cy="430549"/>
              </a:xfrm>
              <a:custGeom>
                <a:avLst/>
                <a:gdLst/>
                <a:ahLst/>
                <a:cxnLst/>
                <a:rect l="l" t="t" r="r" b="b"/>
                <a:pathLst>
                  <a:path w="6777" h="6012" extrusionOk="0">
                    <a:moveTo>
                      <a:pt x="1115" y="0"/>
                    </a:moveTo>
                    <a:cubicBezTo>
                      <a:pt x="501" y="0"/>
                      <a:pt x="0" y="501"/>
                      <a:pt x="0" y="1115"/>
                    </a:cubicBezTo>
                    <a:lnTo>
                      <a:pt x="0" y="3899"/>
                    </a:lnTo>
                    <a:cubicBezTo>
                      <a:pt x="0" y="4511"/>
                      <a:pt x="501" y="5014"/>
                      <a:pt x="1115" y="5014"/>
                    </a:cubicBezTo>
                    <a:lnTo>
                      <a:pt x="1864" y="5014"/>
                    </a:lnTo>
                    <a:lnTo>
                      <a:pt x="1864" y="5727"/>
                    </a:lnTo>
                    <a:cubicBezTo>
                      <a:pt x="1864" y="5899"/>
                      <a:pt x="2005" y="6011"/>
                      <a:pt x="2150" y="6011"/>
                    </a:cubicBezTo>
                    <a:cubicBezTo>
                      <a:pt x="2224" y="6011"/>
                      <a:pt x="2299" y="5982"/>
                      <a:pt x="2357" y="5918"/>
                    </a:cubicBezTo>
                    <a:lnTo>
                      <a:pt x="3173" y="5015"/>
                    </a:lnTo>
                    <a:lnTo>
                      <a:pt x="5660" y="5015"/>
                    </a:lnTo>
                    <a:cubicBezTo>
                      <a:pt x="6274" y="5015"/>
                      <a:pt x="6777" y="4514"/>
                      <a:pt x="6777" y="3900"/>
                    </a:cubicBezTo>
                    <a:lnTo>
                      <a:pt x="6777" y="1116"/>
                    </a:lnTo>
                    <a:cubicBezTo>
                      <a:pt x="6775" y="501"/>
                      <a:pt x="6274" y="0"/>
                      <a:pt x="56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53"/>
              <p:cNvSpPr/>
              <p:nvPr/>
            </p:nvSpPr>
            <p:spPr>
              <a:xfrm>
                <a:off x="10976280" y="3427972"/>
                <a:ext cx="300926" cy="208614"/>
              </a:xfrm>
              <a:custGeom>
                <a:avLst/>
                <a:gdLst/>
                <a:ahLst/>
                <a:cxnLst/>
                <a:rect l="l" t="t" r="r" b="b"/>
                <a:pathLst>
                  <a:path w="4202" h="2913" extrusionOk="0">
                    <a:moveTo>
                      <a:pt x="3658" y="274"/>
                    </a:moveTo>
                    <a:cubicBezTo>
                      <a:pt x="3665" y="274"/>
                      <a:pt x="3672" y="275"/>
                      <a:pt x="3683" y="275"/>
                    </a:cubicBezTo>
                    <a:lnTo>
                      <a:pt x="2395" y="1503"/>
                    </a:lnTo>
                    <a:cubicBezTo>
                      <a:pt x="2305" y="1560"/>
                      <a:pt x="2203" y="1589"/>
                      <a:pt x="2101" y="1589"/>
                    </a:cubicBezTo>
                    <a:cubicBezTo>
                      <a:pt x="1999" y="1589"/>
                      <a:pt x="1897" y="1560"/>
                      <a:pt x="1807" y="1503"/>
                    </a:cubicBezTo>
                    <a:lnTo>
                      <a:pt x="519" y="275"/>
                    </a:lnTo>
                    <a:cubicBezTo>
                      <a:pt x="527" y="275"/>
                      <a:pt x="534" y="274"/>
                      <a:pt x="543" y="274"/>
                    </a:cubicBezTo>
                    <a:close/>
                    <a:moveTo>
                      <a:pt x="3908" y="434"/>
                    </a:moveTo>
                    <a:cubicBezTo>
                      <a:pt x="3923" y="468"/>
                      <a:pt x="3930" y="505"/>
                      <a:pt x="3930" y="543"/>
                    </a:cubicBezTo>
                    <a:lnTo>
                      <a:pt x="3930" y="2373"/>
                    </a:lnTo>
                    <a:cubicBezTo>
                      <a:pt x="3930" y="2523"/>
                      <a:pt x="3807" y="2643"/>
                      <a:pt x="3659" y="2643"/>
                    </a:cubicBezTo>
                    <a:lnTo>
                      <a:pt x="543" y="2643"/>
                    </a:lnTo>
                    <a:cubicBezTo>
                      <a:pt x="393" y="2643"/>
                      <a:pt x="272" y="2521"/>
                      <a:pt x="272" y="2373"/>
                    </a:cubicBezTo>
                    <a:lnTo>
                      <a:pt x="272" y="543"/>
                    </a:lnTo>
                    <a:cubicBezTo>
                      <a:pt x="272" y="505"/>
                      <a:pt x="282" y="468"/>
                      <a:pt x="294" y="434"/>
                    </a:cubicBezTo>
                    <a:lnTo>
                      <a:pt x="1628" y="1707"/>
                    </a:lnTo>
                    <a:lnTo>
                      <a:pt x="1647" y="1722"/>
                    </a:lnTo>
                    <a:cubicBezTo>
                      <a:pt x="1784" y="1814"/>
                      <a:pt x="1944" y="1861"/>
                      <a:pt x="2101" y="1861"/>
                    </a:cubicBezTo>
                    <a:cubicBezTo>
                      <a:pt x="2258" y="1861"/>
                      <a:pt x="2417" y="1814"/>
                      <a:pt x="2555" y="1722"/>
                    </a:cubicBezTo>
                    <a:lnTo>
                      <a:pt x="3908" y="434"/>
                    </a:lnTo>
                    <a:close/>
                    <a:moveTo>
                      <a:pt x="541" y="1"/>
                    </a:moveTo>
                    <a:cubicBezTo>
                      <a:pt x="243" y="1"/>
                      <a:pt x="0" y="243"/>
                      <a:pt x="0" y="542"/>
                    </a:cubicBezTo>
                    <a:lnTo>
                      <a:pt x="0" y="2371"/>
                    </a:lnTo>
                    <a:cubicBezTo>
                      <a:pt x="0" y="2669"/>
                      <a:pt x="243" y="2912"/>
                      <a:pt x="541" y="2912"/>
                    </a:cubicBezTo>
                    <a:lnTo>
                      <a:pt x="3658" y="2912"/>
                    </a:lnTo>
                    <a:cubicBezTo>
                      <a:pt x="3957" y="2912"/>
                      <a:pt x="4199" y="2669"/>
                      <a:pt x="4199" y="2371"/>
                    </a:cubicBezTo>
                    <a:lnTo>
                      <a:pt x="4199" y="542"/>
                    </a:lnTo>
                    <a:cubicBezTo>
                      <a:pt x="4202" y="245"/>
                      <a:pt x="3959" y="1"/>
                      <a:pt x="36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53"/>
              <p:cNvSpPr/>
              <p:nvPr/>
            </p:nvSpPr>
            <p:spPr>
              <a:xfrm rot="9699406">
                <a:off x="10286134" y="2929189"/>
                <a:ext cx="68033" cy="19407"/>
              </a:xfrm>
              <a:custGeom>
                <a:avLst/>
                <a:gdLst/>
                <a:ahLst/>
                <a:cxnLst/>
                <a:rect l="l" t="t" r="r" b="b"/>
                <a:pathLst>
                  <a:path w="950" h="271" fill="none" extrusionOk="0">
                    <a:moveTo>
                      <a:pt x="1" y="1"/>
                    </a:moveTo>
                    <a:cubicBezTo>
                      <a:pt x="1" y="1"/>
                      <a:pt x="530" y="270"/>
                      <a:pt x="950" y="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53"/>
              <p:cNvSpPr/>
              <p:nvPr/>
            </p:nvSpPr>
            <p:spPr>
              <a:xfrm rot="10800000">
                <a:off x="10427350" y="2914675"/>
                <a:ext cx="57501" cy="16300"/>
              </a:xfrm>
              <a:custGeom>
                <a:avLst/>
                <a:gdLst/>
                <a:ahLst/>
                <a:cxnLst/>
                <a:rect l="l" t="t" r="r" b="b"/>
                <a:pathLst>
                  <a:path w="950" h="271" fill="none" extrusionOk="0">
                    <a:moveTo>
                      <a:pt x="1" y="1"/>
                    </a:moveTo>
                    <a:cubicBezTo>
                      <a:pt x="1" y="1"/>
                      <a:pt x="530" y="270"/>
                      <a:pt x="950" y="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250"/>
                                        </p:tgtEl>
                                        <p:attrNameLst>
                                          <p:attrName>style.visibility</p:attrName>
                                        </p:attrNameLst>
                                      </p:cBhvr>
                                      <p:to>
                                        <p:strVal val="visible"/>
                                      </p:to>
                                    </p:set>
                                    <p:anim calcmode="lin" valueType="num">
                                      <p:cBhvr additive="base">
                                        <p:cTn id="7" dur="1000"/>
                                        <p:tgtEl>
                                          <p:spTgt spid="1250"/>
                                        </p:tgtEl>
                                        <p:attrNameLst>
                                          <p:attrName>ppt_y</p:attrName>
                                        </p:attrNameLst>
                                      </p:cBhvr>
                                      <p:tavLst>
                                        <p:tav tm="0">
                                          <p:val>
                                            <p:strVal val="#ppt_y-1"/>
                                          </p:val>
                                        </p:tav>
                                        <p:tav tm="100000">
                                          <p:val>
                                            <p:strVal val="#ppt_y"/>
                                          </p:val>
                                        </p:tav>
                                      </p:tavLst>
                                    </p:anim>
                                  </p:childTnLst>
                                </p:cTn>
                              </p:par>
                              <p:par>
                                <p:cTn id="8" presetID="10" presetClass="entr" presetSubtype="0" fill="hold" nodeType="withEffect">
                                  <p:stCondLst>
                                    <p:cond delay="0"/>
                                  </p:stCondLst>
                                  <p:childTnLst>
                                    <p:set>
                                      <p:cBhvr>
                                        <p:cTn id="9" dur="1" fill="hold">
                                          <p:stCondLst>
                                            <p:cond delay="0"/>
                                          </p:stCondLst>
                                        </p:cTn>
                                        <p:tgtEl>
                                          <p:spTgt spid="1251"/>
                                        </p:tgtEl>
                                        <p:attrNameLst>
                                          <p:attrName>style.visibility</p:attrName>
                                        </p:attrNameLst>
                                      </p:cBhvr>
                                      <p:to>
                                        <p:strVal val="visible"/>
                                      </p:to>
                                    </p:set>
                                    <p:animEffect transition="in" filter="fade">
                                      <p:cBhvr>
                                        <p:cTn id="10" dur="1000"/>
                                        <p:tgtEl>
                                          <p:spTgt spid="1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12"/>
        <p:cNvGrpSpPr/>
        <p:nvPr/>
      </p:nvGrpSpPr>
      <p:grpSpPr>
        <a:xfrm>
          <a:off x="0" y="0"/>
          <a:ext cx="0" cy="0"/>
          <a:chOff x="0" y="0"/>
          <a:chExt cx="0" cy="0"/>
        </a:xfrm>
      </p:grpSpPr>
      <p:sp>
        <p:nvSpPr>
          <p:cNvPr id="1313" name="Google Shape;1313;p5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CLUSTER: USAGE PROFILES</a:t>
            </a:r>
            <a:endParaRPr/>
          </a:p>
        </p:txBody>
      </p:sp>
      <p:sp>
        <p:nvSpPr>
          <p:cNvPr id="1314" name="Google Shape;1314;p54"/>
          <p:cNvSpPr txBox="1">
            <a:spLocks noGrp="1"/>
          </p:cNvSpPr>
          <p:nvPr>
            <p:ph type="body" idx="1"/>
          </p:nvPr>
        </p:nvSpPr>
        <p:spPr>
          <a:xfrm>
            <a:off x="720000" y="1017725"/>
            <a:ext cx="7544700" cy="34665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Profile 0 – Light/Moderate Users</a:t>
            </a:r>
            <a:endParaRPr sz="1400"/>
          </a:p>
          <a:p>
            <a:pPr marL="914400" lvl="1" indent="-317500" algn="l" rtl="0">
              <a:lnSpc>
                <a:spcPct val="115000"/>
              </a:lnSpc>
              <a:spcBef>
                <a:spcPts val="0"/>
              </a:spcBef>
              <a:spcAft>
                <a:spcPts val="0"/>
              </a:spcAft>
              <a:buSzPts val="1400"/>
              <a:buChar char="○"/>
            </a:pPr>
            <a:r>
              <a:rPr lang="en" sz="1400"/>
              <a:t>Moderate social media and gaming</a:t>
            </a:r>
            <a:endParaRPr sz="1400"/>
          </a:p>
          <a:p>
            <a:pPr marL="914400" lvl="1" indent="-317500" algn="l" rtl="0">
              <a:lnSpc>
                <a:spcPct val="115000"/>
              </a:lnSpc>
              <a:spcBef>
                <a:spcPts val="0"/>
              </a:spcBef>
              <a:spcAft>
                <a:spcPts val="0"/>
              </a:spcAft>
              <a:buSzPts val="1400"/>
              <a:buChar char="○"/>
            </a:pPr>
            <a:r>
              <a:rPr lang="en" sz="1400"/>
              <a:t>Slightly lower daily usage</a:t>
            </a:r>
            <a:endParaRPr sz="1400"/>
          </a:p>
          <a:p>
            <a:pPr marL="914400" lvl="1" indent="-317500" algn="l" rtl="0">
              <a:lnSpc>
                <a:spcPct val="115000"/>
              </a:lnSpc>
              <a:spcBef>
                <a:spcPts val="0"/>
              </a:spcBef>
              <a:spcAft>
                <a:spcPts val="0"/>
              </a:spcAft>
              <a:buSzPts val="1400"/>
              <a:buChar char="○"/>
            </a:pPr>
            <a:r>
              <a:rPr lang="en" sz="1400"/>
              <a:t>Outcomes: Academic, anxiety, and depression scores similar to other groups</a:t>
            </a:r>
            <a:endParaRPr sz="1400"/>
          </a:p>
          <a:p>
            <a:pPr marL="457200" lvl="0" indent="-317500" algn="l" rtl="0">
              <a:lnSpc>
                <a:spcPct val="115000"/>
              </a:lnSpc>
              <a:spcBef>
                <a:spcPts val="0"/>
              </a:spcBef>
              <a:spcAft>
                <a:spcPts val="0"/>
              </a:spcAft>
              <a:buSzPts val="1400"/>
              <a:buChar char="●"/>
            </a:pPr>
            <a:r>
              <a:rPr lang="en" sz="1400"/>
              <a:t>Profile 1 – Heavy Users</a:t>
            </a:r>
            <a:endParaRPr sz="1400"/>
          </a:p>
          <a:p>
            <a:pPr marL="914400" lvl="1" indent="-317500" algn="l" rtl="0">
              <a:lnSpc>
                <a:spcPct val="115000"/>
              </a:lnSpc>
              <a:spcBef>
                <a:spcPts val="0"/>
              </a:spcBef>
              <a:spcAft>
                <a:spcPts val="0"/>
              </a:spcAft>
              <a:buSzPts val="1400"/>
              <a:buChar char="○"/>
            </a:pPr>
            <a:r>
              <a:rPr lang="en" sz="1400"/>
              <a:t>Highest total and nighttime screen time</a:t>
            </a:r>
            <a:endParaRPr sz="1400"/>
          </a:p>
          <a:p>
            <a:pPr marL="914400" lvl="1" indent="-317500" algn="l" rtl="0">
              <a:lnSpc>
                <a:spcPct val="115000"/>
              </a:lnSpc>
              <a:spcBef>
                <a:spcPts val="0"/>
              </a:spcBef>
              <a:spcAft>
                <a:spcPts val="0"/>
              </a:spcAft>
              <a:buSzPts val="1400"/>
              <a:buChar char="○"/>
            </a:pPr>
            <a:r>
              <a:rPr lang="en" sz="1400"/>
              <a:t>Frequent app engagement</a:t>
            </a:r>
            <a:endParaRPr sz="1400"/>
          </a:p>
          <a:p>
            <a:pPr marL="914400" lvl="1" indent="-317500" algn="l" rtl="0">
              <a:lnSpc>
                <a:spcPct val="115000"/>
              </a:lnSpc>
              <a:spcBef>
                <a:spcPts val="0"/>
              </a:spcBef>
              <a:spcAft>
                <a:spcPts val="0"/>
              </a:spcAft>
              <a:buSzPts val="1400"/>
              <a:buChar char="○"/>
            </a:pPr>
            <a:r>
              <a:rPr lang="en" sz="1400"/>
              <a:t>Outcomes: Slightly higher anxiety/depression, but differences minimal</a:t>
            </a:r>
            <a:endParaRPr sz="1400"/>
          </a:p>
          <a:p>
            <a:pPr marL="457200" lvl="0" indent="-317500" algn="l" rtl="0">
              <a:lnSpc>
                <a:spcPct val="115000"/>
              </a:lnSpc>
              <a:spcBef>
                <a:spcPts val="0"/>
              </a:spcBef>
              <a:spcAft>
                <a:spcPts val="0"/>
              </a:spcAft>
              <a:buSzPts val="1400"/>
              <a:buChar char="●"/>
            </a:pPr>
            <a:r>
              <a:rPr lang="en" sz="1400"/>
              <a:t>Profile 2 – Educational/Balanced Users</a:t>
            </a:r>
            <a:endParaRPr sz="1400"/>
          </a:p>
          <a:p>
            <a:pPr marL="914400" lvl="1" indent="-317500" algn="l" rtl="0">
              <a:lnSpc>
                <a:spcPct val="115000"/>
              </a:lnSpc>
              <a:spcBef>
                <a:spcPts val="0"/>
              </a:spcBef>
              <a:spcAft>
                <a:spcPts val="0"/>
              </a:spcAft>
              <a:buSzPts val="1400"/>
              <a:buChar char="○"/>
            </a:pPr>
            <a:r>
              <a:rPr lang="en" sz="1400"/>
              <a:t>Highest educational app use</a:t>
            </a:r>
            <a:endParaRPr sz="1400"/>
          </a:p>
          <a:p>
            <a:pPr marL="914400" lvl="1" indent="-317500" algn="l" rtl="0">
              <a:lnSpc>
                <a:spcPct val="115000"/>
              </a:lnSpc>
              <a:spcBef>
                <a:spcPts val="0"/>
              </a:spcBef>
              <a:spcAft>
                <a:spcPts val="0"/>
              </a:spcAft>
              <a:buSzPts val="1400"/>
              <a:buChar char="○"/>
            </a:pPr>
            <a:r>
              <a:rPr lang="en" sz="1400"/>
              <a:t>Moderate social media and gaming</a:t>
            </a:r>
            <a:endParaRPr sz="1400"/>
          </a:p>
          <a:p>
            <a:pPr marL="914400" lvl="1" indent="-317500" algn="l" rtl="0">
              <a:lnSpc>
                <a:spcPct val="115000"/>
              </a:lnSpc>
              <a:spcBef>
                <a:spcPts val="0"/>
              </a:spcBef>
              <a:spcAft>
                <a:spcPts val="0"/>
              </a:spcAft>
              <a:buSzPts val="1400"/>
              <a:buChar char="○"/>
            </a:pPr>
            <a:r>
              <a:rPr lang="en" sz="1400"/>
              <a:t>Outcomes: Similar across profiles</a:t>
            </a:r>
            <a:endParaRPr sz="1400"/>
          </a:p>
          <a:p>
            <a:pPr marL="457200" lvl="0" indent="-317500" algn="l" rtl="0">
              <a:lnSpc>
                <a:spcPct val="115000"/>
              </a:lnSpc>
              <a:spcBef>
                <a:spcPts val="0"/>
              </a:spcBef>
              <a:spcAft>
                <a:spcPts val="0"/>
              </a:spcAft>
              <a:buSzPts val="1400"/>
              <a:buChar char="●"/>
            </a:pPr>
            <a:r>
              <a:rPr lang="en" sz="1400"/>
              <a:t>Clusters differ in behavior, but not in academic or mental health outcomes</a:t>
            </a:r>
            <a:endParaRPr sz="1400"/>
          </a:p>
        </p:txBody>
      </p:sp>
      <p:grpSp>
        <p:nvGrpSpPr>
          <p:cNvPr id="1315" name="Google Shape;1315;p54"/>
          <p:cNvGrpSpPr/>
          <p:nvPr/>
        </p:nvGrpSpPr>
        <p:grpSpPr>
          <a:xfrm>
            <a:off x="7400080" y="2439884"/>
            <a:ext cx="1480094" cy="3507842"/>
            <a:chOff x="1155906" y="1103250"/>
            <a:chExt cx="3035468" cy="7194097"/>
          </a:xfrm>
        </p:grpSpPr>
        <p:sp>
          <p:nvSpPr>
            <p:cNvPr id="1316" name="Google Shape;1316;p54"/>
            <p:cNvSpPr/>
            <p:nvPr/>
          </p:nvSpPr>
          <p:spPr>
            <a:xfrm>
              <a:off x="3464553" y="1785340"/>
              <a:ext cx="630688" cy="330110"/>
            </a:xfrm>
            <a:custGeom>
              <a:avLst/>
              <a:gdLst/>
              <a:ahLst/>
              <a:cxnLst/>
              <a:rect l="l" t="t" r="r" b="b"/>
              <a:pathLst>
                <a:path w="5078" h="2658" extrusionOk="0">
                  <a:moveTo>
                    <a:pt x="0" y="1"/>
                  </a:moveTo>
                  <a:lnTo>
                    <a:pt x="0" y="2658"/>
                  </a:lnTo>
                  <a:lnTo>
                    <a:pt x="5078" y="2589"/>
                  </a:lnTo>
                  <a:lnTo>
                    <a:pt x="5078" y="1"/>
                  </a:lnTo>
                  <a:close/>
                </a:path>
              </a:pathLst>
            </a:custGeom>
            <a:solidFill>
              <a:schemeClr val="lt2"/>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17" name="Google Shape;1317;p54"/>
            <p:cNvSpPr/>
            <p:nvPr/>
          </p:nvSpPr>
          <p:spPr>
            <a:xfrm>
              <a:off x="3502310" y="2003554"/>
              <a:ext cx="167670" cy="68307"/>
            </a:xfrm>
            <a:custGeom>
              <a:avLst/>
              <a:gdLst/>
              <a:ahLst/>
              <a:cxnLst/>
              <a:rect l="l" t="t" r="r" b="b"/>
              <a:pathLst>
                <a:path w="1350" h="550" extrusionOk="0">
                  <a:moveTo>
                    <a:pt x="0" y="1"/>
                  </a:moveTo>
                  <a:lnTo>
                    <a:pt x="0" y="549"/>
                  </a:lnTo>
                  <a:lnTo>
                    <a:pt x="1349" y="549"/>
                  </a:lnTo>
                  <a:lnTo>
                    <a:pt x="1349" y="1"/>
                  </a:lnTo>
                  <a:close/>
                </a:path>
              </a:pathLst>
            </a:custGeom>
            <a:solidFill>
              <a:schemeClr val="dk1"/>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18" name="Google Shape;1318;p54"/>
            <p:cNvSpPr/>
            <p:nvPr/>
          </p:nvSpPr>
          <p:spPr>
            <a:xfrm>
              <a:off x="3523051" y="2014607"/>
              <a:ext cx="46202" cy="46201"/>
            </a:xfrm>
            <a:custGeom>
              <a:avLst/>
              <a:gdLst/>
              <a:ahLst/>
              <a:cxnLst/>
              <a:rect l="l" t="t" r="r" b="b"/>
              <a:pathLst>
                <a:path w="372" h="372" extrusionOk="0">
                  <a:moveTo>
                    <a:pt x="186" y="1"/>
                  </a:moveTo>
                  <a:cubicBezTo>
                    <a:pt x="84" y="1"/>
                    <a:pt x="1" y="84"/>
                    <a:pt x="1" y="186"/>
                  </a:cubicBezTo>
                  <a:cubicBezTo>
                    <a:pt x="1" y="288"/>
                    <a:pt x="84" y="371"/>
                    <a:pt x="186" y="371"/>
                  </a:cubicBezTo>
                  <a:cubicBezTo>
                    <a:pt x="288" y="371"/>
                    <a:pt x="371" y="288"/>
                    <a:pt x="371" y="186"/>
                  </a:cubicBezTo>
                  <a:cubicBezTo>
                    <a:pt x="371" y="84"/>
                    <a:pt x="288" y="1"/>
                    <a:pt x="186" y="1"/>
                  </a:cubicBezTo>
                  <a:close/>
                </a:path>
              </a:pathLst>
            </a:custGeom>
            <a:solidFill>
              <a:srgbClr val="FFFFFF"/>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19" name="Google Shape;1319;p54"/>
            <p:cNvSpPr/>
            <p:nvPr/>
          </p:nvSpPr>
          <p:spPr>
            <a:xfrm>
              <a:off x="3602416" y="2014607"/>
              <a:ext cx="46202" cy="46201"/>
            </a:xfrm>
            <a:custGeom>
              <a:avLst/>
              <a:gdLst/>
              <a:ahLst/>
              <a:cxnLst/>
              <a:rect l="l" t="t" r="r" b="b"/>
              <a:pathLst>
                <a:path w="372" h="372" extrusionOk="0">
                  <a:moveTo>
                    <a:pt x="186" y="1"/>
                  </a:moveTo>
                  <a:cubicBezTo>
                    <a:pt x="84" y="1"/>
                    <a:pt x="1" y="84"/>
                    <a:pt x="1" y="186"/>
                  </a:cubicBezTo>
                  <a:cubicBezTo>
                    <a:pt x="1" y="288"/>
                    <a:pt x="84" y="371"/>
                    <a:pt x="186" y="371"/>
                  </a:cubicBezTo>
                  <a:cubicBezTo>
                    <a:pt x="290" y="371"/>
                    <a:pt x="371" y="288"/>
                    <a:pt x="371" y="186"/>
                  </a:cubicBezTo>
                  <a:cubicBezTo>
                    <a:pt x="371" y="84"/>
                    <a:pt x="290" y="1"/>
                    <a:pt x="186" y="1"/>
                  </a:cubicBezTo>
                  <a:close/>
                </a:path>
              </a:pathLst>
            </a:custGeom>
            <a:solidFill>
              <a:srgbClr val="FFFFFF"/>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20" name="Google Shape;1320;p54"/>
            <p:cNvSpPr/>
            <p:nvPr/>
          </p:nvSpPr>
          <p:spPr>
            <a:xfrm>
              <a:off x="2910492" y="2772084"/>
              <a:ext cx="855738" cy="493054"/>
            </a:xfrm>
            <a:custGeom>
              <a:avLst/>
              <a:gdLst/>
              <a:ahLst/>
              <a:cxnLst/>
              <a:rect l="l" t="t" r="r" b="b"/>
              <a:pathLst>
                <a:path w="6890" h="3970" extrusionOk="0">
                  <a:moveTo>
                    <a:pt x="3509" y="0"/>
                  </a:moveTo>
                  <a:cubicBezTo>
                    <a:pt x="2649" y="0"/>
                    <a:pt x="1041" y="172"/>
                    <a:pt x="0" y="1339"/>
                  </a:cubicBezTo>
                  <a:cubicBezTo>
                    <a:pt x="0" y="1339"/>
                    <a:pt x="3601" y="3853"/>
                    <a:pt x="4950" y="3965"/>
                  </a:cubicBezTo>
                  <a:cubicBezTo>
                    <a:pt x="4988" y="3968"/>
                    <a:pt x="5025" y="3969"/>
                    <a:pt x="5062" y="3969"/>
                  </a:cubicBezTo>
                  <a:cubicBezTo>
                    <a:pt x="6332" y="3969"/>
                    <a:pt x="6889" y="2143"/>
                    <a:pt x="6889" y="2143"/>
                  </a:cubicBezTo>
                  <a:lnTo>
                    <a:pt x="4099" y="30"/>
                  </a:lnTo>
                  <a:cubicBezTo>
                    <a:pt x="4099" y="30"/>
                    <a:pt x="4099" y="30"/>
                    <a:pt x="4099" y="30"/>
                  </a:cubicBezTo>
                  <a:cubicBezTo>
                    <a:pt x="4096" y="30"/>
                    <a:pt x="3868" y="0"/>
                    <a:pt x="3509" y="0"/>
                  </a:cubicBezTo>
                  <a:close/>
                </a:path>
              </a:pathLst>
            </a:custGeom>
            <a:solidFill>
              <a:srgbClr val="783F0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21" name="Google Shape;1321;p54"/>
            <p:cNvSpPr/>
            <p:nvPr/>
          </p:nvSpPr>
          <p:spPr>
            <a:xfrm>
              <a:off x="2769276" y="2155571"/>
              <a:ext cx="711045" cy="881412"/>
            </a:xfrm>
            <a:custGeom>
              <a:avLst/>
              <a:gdLst/>
              <a:ahLst/>
              <a:cxnLst/>
              <a:rect l="l" t="t" r="r" b="b"/>
              <a:pathLst>
                <a:path w="5725" h="7097" extrusionOk="0">
                  <a:moveTo>
                    <a:pt x="460" y="0"/>
                  </a:moveTo>
                  <a:cubicBezTo>
                    <a:pt x="1" y="0"/>
                    <a:pt x="25" y="1207"/>
                    <a:pt x="211" y="2624"/>
                  </a:cubicBezTo>
                  <a:cubicBezTo>
                    <a:pt x="476" y="4644"/>
                    <a:pt x="1069" y="7096"/>
                    <a:pt x="1069" y="7096"/>
                  </a:cubicBezTo>
                  <a:cubicBezTo>
                    <a:pt x="2240" y="6134"/>
                    <a:pt x="3211" y="5660"/>
                    <a:pt x="3957" y="5437"/>
                  </a:cubicBezTo>
                  <a:cubicBezTo>
                    <a:pt x="4420" y="5299"/>
                    <a:pt x="4796" y="5258"/>
                    <a:pt x="5081" y="5258"/>
                  </a:cubicBezTo>
                  <a:cubicBezTo>
                    <a:pt x="5503" y="5258"/>
                    <a:pt x="5724" y="5348"/>
                    <a:pt x="5724" y="5348"/>
                  </a:cubicBezTo>
                  <a:cubicBezTo>
                    <a:pt x="5400" y="4672"/>
                    <a:pt x="4172" y="3409"/>
                    <a:pt x="3628" y="2096"/>
                  </a:cubicBezTo>
                  <a:cubicBezTo>
                    <a:pt x="3082" y="781"/>
                    <a:pt x="2085" y="301"/>
                    <a:pt x="515" y="6"/>
                  </a:cubicBezTo>
                  <a:cubicBezTo>
                    <a:pt x="496" y="2"/>
                    <a:pt x="478" y="0"/>
                    <a:pt x="460" y="0"/>
                  </a:cubicBezTo>
                  <a:close/>
                </a:path>
              </a:pathLst>
            </a:custGeom>
            <a:solidFill>
              <a:schemeClr val="dk2"/>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22" name="Google Shape;1322;p54"/>
            <p:cNvSpPr/>
            <p:nvPr/>
          </p:nvSpPr>
          <p:spPr>
            <a:xfrm>
              <a:off x="2795358" y="2426693"/>
              <a:ext cx="465502" cy="610294"/>
            </a:xfrm>
            <a:custGeom>
              <a:avLst/>
              <a:gdLst/>
              <a:ahLst/>
              <a:cxnLst/>
              <a:rect l="l" t="t" r="r" b="b"/>
              <a:pathLst>
                <a:path w="3748" h="4914" extrusionOk="0">
                  <a:moveTo>
                    <a:pt x="1141" y="0"/>
                  </a:moveTo>
                  <a:lnTo>
                    <a:pt x="1" y="441"/>
                  </a:lnTo>
                  <a:cubicBezTo>
                    <a:pt x="266" y="2461"/>
                    <a:pt x="859" y="4913"/>
                    <a:pt x="859" y="4913"/>
                  </a:cubicBezTo>
                  <a:cubicBezTo>
                    <a:pt x="2030" y="3951"/>
                    <a:pt x="3001" y="3477"/>
                    <a:pt x="3747" y="3254"/>
                  </a:cubicBezTo>
                  <a:cubicBezTo>
                    <a:pt x="2256" y="1464"/>
                    <a:pt x="1142" y="0"/>
                    <a:pt x="1141" y="0"/>
                  </a:cubicBezTo>
                  <a:close/>
                </a:path>
              </a:pathLst>
            </a:custGeom>
            <a:solidFill>
              <a:schemeClr val="dk1"/>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23" name="Google Shape;1323;p54"/>
            <p:cNvSpPr/>
            <p:nvPr/>
          </p:nvSpPr>
          <p:spPr>
            <a:xfrm>
              <a:off x="2836220" y="2705018"/>
              <a:ext cx="583492" cy="233487"/>
            </a:xfrm>
            <a:custGeom>
              <a:avLst/>
              <a:gdLst/>
              <a:ahLst/>
              <a:cxnLst/>
              <a:rect l="l" t="t" r="r" b="b"/>
              <a:pathLst>
                <a:path w="4698" h="1880" fill="none" extrusionOk="0">
                  <a:moveTo>
                    <a:pt x="4697" y="179"/>
                  </a:moveTo>
                  <a:cubicBezTo>
                    <a:pt x="3845" y="1"/>
                    <a:pt x="2969" y="79"/>
                    <a:pt x="2179" y="449"/>
                  </a:cubicBezTo>
                  <a:cubicBezTo>
                    <a:pt x="1392" y="816"/>
                    <a:pt x="693" y="1350"/>
                    <a:pt x="1" y="1879"/>
                  </a:cubicBezTo>
                </a:path>
              </a:pathLst>
            </a:custGeom>
            <a:noFill/>
            <a:ln w="925" cap="flat" cmpd="sng">
              <a:solidFill>
                <a:schemeClr val="lt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24" name="Google Shape;1324;p54"/>
            <p:cNvSpPr/>
            <p:nvPr/>
          </p:nvSpPr>
          <p:spPr>
            <a:xfrm>
              <a:off x="3316878" y="2210342"/>
              <a:ext cx="849404" cy="947484"/>
            </a:xfrm>
            <a:custGeom>
              <a:avLst/>
              <a:gdLst/>
              <a:ahLst/>
              <a:cxnLst/>
              <a:rect l="l" t="t" r="r" b="b"/>
              <a:pathLst>
                <a:path w="6839" h="7629" extrusionOk="0">
                  <a:moveTo>
                    <a:pt x="5476" y="0"/>
                  </a:moveTo>
                  <a:cubicBezTo>
                    <a:pt x="5476" y="0"/>
                    <a:pt x="1466" y="4396"/>
                    <a:pt x="657" y="5412"/>
                  </a:cubicBezTo>
                  <a:cubicBezTo>
                    <a:pt x="0" y="6234"/>
                    <a:pt x="1154" y="7628"/>
                    <a:pt x="2263" y="7628"/>
                  </a:cubicBezTo>
                  <a:cubicBezTo>
                    <a:pt x="2524" y="7628"/>
                    <a:pt x="2782" y="7551"/>
                    <a:pt x="3014" y="7371"/>
                  </a:cubicBezTo>
                  <a:cubicBezTo>
                    <a:pt x="4231" y="6427"/>
                    <a:pt x="6839" y="232"/>
                    <a:pt x="6839" y="232"/>
                  </a:cubicBezTo>
                  <a:lnTo>
                    <a:pt x="5476" y="0"/>
                  </a:lnTo>
                  <a:close/>
                </a:path>
              </a:pathLst>
            </a:custGeom>
            <a:solidFill>
              <a:srgbClr val="783F0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25" name="Google Shape;1325;p54"/>
            <p:cNvSpPr/>
            <p:nvPr/>
          </p:nvSpPr>
          <p:spPr>
            <a:xfrm>
              <a:off x="3358982" y="2813318"/>
              <a:ext cx="95758" cy="117364"/>
            </a:xfrm>
            <a:custGeom>
              <a:avLst/>
              <a:gdLst/>
              <a:ahLst/>
              <a:cxnLst/>
              <a:rect l="l" t="t" r="r" b="b"/>
              <a:pathLst>
                <a:path w="771" h="945" fill="none" extrusionOk="0">
                  <a:moveTo>
                    <a:pt x="770" y="1"/>
                  </a:moveTo>
                  <a:cubicBezTo>
                    <a:pt x="770" y="1"/>
                    <a:pt x="156" y="373"/>
                    <a:pt x="1" y="945"/>
                  </a:cubicBezTo>
                </a:path>
              </a:pathLst>
            </a:custGeom>
            <a:noFill/>
            <a:ln w="925" cap="flat" cmpd="sng">
              <a:solidFill>
                <a:schemeClr val="dk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26" name="Google Shape;1326;p54"/>
            <p:cNvSpPr/>
            <p:nvPr/>
          </p:nvSpPr>
          <p:spPr>
            <a:xfrm>
              <a:off x="3842869" y="1841352"/>
              <a:ext cx="348505" cy="416550"/>
            </a:xfrm>
            <a:custGeom>
              <a:avLst/>
              <a:gdLst/>
              <a:ahLst/>
              <a:cxnLst/>
              <a:rect l="l" t="t" r="r" b="b"/>
              <a:pathLst>
                <a:path w="2806" h="3354" extrusionOk="0">
                  <a:moveTo>
                    <a:pt x="2061" y="0"/>
                  </a:moveTo>
                  <a:cubicBezTo>
                    <a:pt x="1954" y="0"/>
                    <a:pt x="1735" y="566"/>
                    <a:pt x="1895" y="939"/>
                  </a:cubicBezTo>
                  <a:cubicBezTo>
                    <a:pt x="1895" y="939"/>
                    <a:pt x="1416" y="445"/>
                    <a:pt x="1241" y="124"/>
                  </a:cubicBezTo>
                  <a:cubicBezTo>
                    <a:pt x="1226" y="95"/>
                    <a:pt x="1207" y="82"/>
                    <a:pt x="1187" y="82"/>
                  </a:cubicBezTo>
                  <a:cubicBezTo>
                    <a:pt x="1061" y="82"/>
                    <a:pt x="897" y="601"/>
                    <a:pt x="1425" y="1111"/>
                  </a:cubicBezTo>
                  <a:cubicBezTo>
                    <a:pt x="1425" y="1111"/>
                    <a:pt x="782" y="665"/>
                    <a:pt x="462" y="302"/>
                  </a:cubicBezTo>
                  <a:cubicBezTo>
                    <a:pt x="458" y="297"/>
                    <a:pt x="454" y="295"/>
                    <a:pt x="450" y="295"/>
                  </a:cubicBezTo>
                  <a:cubicBezTo>
                    <a:pt x="372" y="295"/>
                    <a:pt x="234" y="1044"/>
                    <a:pt x="1130" y="1350"/>
                  </a:cubicBezTo>
                  <a:cubicBezTo>
                    <a:pt x="1130" y="1350"/>
                    <a:pt x="512" y="1348"/>
                    <a:pt x="233" y="1268"/>
                  </a:cubicBezTo>
                  <a:cubicBezTo>
                    <a:pt x="218" y="1264"/>
                    <a:pt x="204" y="1262"/>
                    <a:pt x="192" y="1262"/>
                  </a:cubicBezTo>
                  <a:cubicBezTo>
                    <a:pt x="0" y="1262"/>
                    <a:pt x="215" y="1776"/>
                    <a:pt x="915" y="1776"/>
                  </a:cubicBezTo>
                  <a:cubicBezTo>
                    <a:pt x="969" y="1776"/>
                    <a:pt x="1025" y="1773"/>
                    <a:pt x="1084" y="1766"/>
                  </a:cubicBezTo>
                  <a:lnTo>
                    <a:pt x="1084" y="1766"/>
                  </a:lnTo>
                  <a:cubicBezTo>
                    <a:pt x="1084" y="1766"/>
                    <a:pt x="835" y="2218"/>
                    <a:pt x="1241" y="2971"/>
                  </a:cubicBezTo>
                  <a:cubicBezTo>
                    <a:pt x="1241" y="2971"/>
                    <a:pt x="1397" y="3354"/>
                    <a:pt x="1938" y="3354"/>
                  </a:cubicBezTo>
                  <a:cubicBezTo>
                    <a:pt x="2116" y="3354"/>
                    <a:pt x="2336" y="3312"/>
                    <a:pt x="2605" y="3203"/>
                  </a:cubicBezTo>
                  <a:cubicBezTo>
                    <a:pt x="2605" y="3203"/>
                    <a:pt x="2805" y="2633"/>
                    <a:pt x="2524" y="1766"/>
                  </a:cubicBezTo>
                  <a:cubicBezTo>
                    <a:pt x="2404" y="1393"/>
                    <a:pt x="2278" y="1267"/>
                    <a:pt x="2109" y="82"/>
                  </a:cubicBezTo>
                  <a:cubicBezTo>
                    <a:pt x="2101" y="25"/>
                    <a:pt x="2083" y="0"/>
                    <a:pt x="2061" y="0"/>
                  </a:cubicBezTo>
                  <a:close/>
                </a:path>
              </a:pathLst>
            </a:custGeom>
            <a:solidFill>
              <a:srgbClr val="783F0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27" name="Google Shape;1327;p54"/>
            <p:cNvSpPr/>
            <p:nvPr/>
          </p:nvSpPr>
          <p:spPr>
            <a:xfrm>
              <a:off x="1179753" y="3038238"/>
              <a:ext cx="614914" cy="195110"/>
            </a:xfrm>
            <a:custGeom>
              <a:avLst/>
              <a:gdLst/>
              <a:ahLst/>
              <a:cxnLst/>
              <a:rect l="l" t="t" r="r" b="b"/>
              <a:pathLst>
                <a:path w="4951" h="1571" extrusionOk="0">
                  <a:moveTo>
                    <a:pt x="2114" y="1"/>
                  </a:moveTo>
                  <a:cubicBezTo>
                    <a:pt x="1463" y="1"/>
                    <a:pt x="742" y="186"/>
                    <a:pt x="0" y="702"/>
                  </a:cubicBezTo>
                  <a:cubicBezTo>
                    <a:pt x="0" y="702"/>
                    <a:pt x="471" y="1570"/>
                    <a:pt x="2367" y="1570"/>
                  </a:cubicBezTo>
                  <a:cubicBezTo>
                    <a:pt x="3036" y="1570"/>
                    <a:pt x="3883" y="1462"/>
                    <a:pt x="4950" y="1169"/>
                  </a:cubicBezTo>
                  <a:cubicBezTo>
                    <a:pt x="4950" y="1169"/>
                    <a:pt x="3751" y="1"/>
                    <a:pt x="2114" y="1"/>
                  </a:cubicBezTo>
                  <a:close/>
                </a:path>
              </a:pathLst>
            </a:custGeom>
            <a:solidFill>
              <a:schemeClr val="dk1"/>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28" name="Google Shape;1328;p54"/>
            <p:cNvSpPr/>
            <p:nvPr/>
          </p:nvSpPr>
          <p:spPr>
            <a:xfrm>
              <a:off x="1848699" y="3467960"/>
              <a:ext cx="1429542" cy="489204"/>
            </a:xfrm>
            <a:custGeom>
              <a:avLst/>
              <a:gdLst/>
              <a:ahLst/>
              <a:cxnLst/>
              <a:rect l="l" t="t" r="r" b="b"/>
              <a:pathLst>
                <a:path w="11510" h="3939" extrusionOk="0">
                  <a:moveTo>
                    <a:pt x="9984" y="1"/>
                  </a:moveTo>
                  <a:cubicBezTo>
                    <a:pt x="6633" y="1"/>
                    <a:pt x="1" y="3487"/>
                    <a:pt x="0" y="3487"/>
                  </a:cubicBezTo>
                  <a:cubicBezTo>
                    <a:pt x="104" y="3792"/>
                    <a:pt x="796" y="3938"/>
                    <a:pt x="1782" y="3938"/>
                  </a:cubicBezTo>
                  <a:cubicBezTo>
                    <a:pt x="3582" y="3938"/>
                    <a:pt x="6366" y="3450"/>
                    <a:pt x="8358" y="2551"/>
                  </a:cubicBezTo>
                  <a:cubicBezTo>
                    <a:pt x="11442" y="1159"/>
                    <a:pt x="11510" y="462"/>
                    <a:pt x="11510" y="462"/>
                  </a:cubicBezTo>
                  <a:cubicBezTo>
                    <a:pt x="11180" y="137"/>
                    <a:pt x="10646" y="1"/>
                    <a:pt x="9984" y="1"/>
                  </a:cubicBezTo>
                  <a:close/>
                </a:path>
              </a:pathLst>
            </a:custGeom>
            <a:solidFill>
              <a:schemeClr val="dk1"/>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29" name="Google Shape;1329;p54"/>
            <p:cNvSpPr/>
            <p:nvPr/>
          </p:nvSpPr>
          <p:spPr>
            <a:xfrm>
              <a:off x="2170131" y="4710177"/>
              <a:ext cx="1133573" cy="320671"/>
            </a:xfrm>
            <a:custGeom>
              <a:avLst/>
              <a:gdLst/>
              <a:ahLst/>
              <a:cxnLst/>
              <a:rect l="l" t="t" r="r" b="b"/>
              <a:pathLst>
                <a:path w="9127" h="2582" extrusionOk="0">
                  <a:moveTo>
                    <a:pt x="7583" y="1"/>
                  </a:moveTo>
                  <a:cubicBezTo>
                    <a:pt x="4673" y="1"/>
                    <a:pt x="0" y="1967"/>
                    <a:pt x="0" y="1969"/>
                  </a:cubicBezTo>
                  <a:cubicBezTo>
                    <a:pt x="1126" y="2409"/>
                    <a:pt x="2191" y="2582"/>
                    <a:pt x="3169" y="2582"/>
                  </a:cubicBezTo>
                  <a:cubicBezTo>
                    <a:pt x="6724" y="2582"/>
                    <a:pt x="9126" y="299"/>
                    <a:pt x="9126" y="299"/>
                  </a:cubicBezTo>
                  <a:cubicBezTo>
                    <a:pt x="8730" y="88"/>
                    <a:pt x="8196" y="1"/>
                    <a:pt x="7583" y="1"/>
                  </a:cubicBezTo>
                  <a:close/>
                </a:path>
              </a:pathLst>
            </a:custGeom>
            <a:solidFill>
              <a:schemeClr val="dk1"/>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30" name="Google Shape;1330;p54"/>
            <p:cNvSpPr/>
            <p:nvPr/>
          </p:nvSpPr>
          <p:spPr>
            <a:xfrm>
              <a:off x="2372330" y="4194015"/>
              <a:ext cx="800842" cy="3867805"/>
            </a:xfrm>
            <a:custGeom>
              <a:avLst/>
              <a:gdLst/>
              <a:ahLst/>
              <a:cxnLst/>
              <a:rect l="l" t="t" r="r" b="b"/>
              <a:pathLst>
                <a:path w="6448" h="31143" extrusionOk="0">
                  <a:moveTo>
                    <a:pt x="685" y="1"/>
                  </a:moveTo>
                  <a:cubicBezTo>
                    <a:pt x="0" y="6706"/>
                    <a:pt x="1294" y="9858"/>
                    <a:pt x="977" y="11423"/>
                  </a:cubicBezTo>
                  <a:cubicBezTo>
                    <a:pt x="660" y="12987"/>
                    <a:pt x="1890" y="28156"/>
                    <a:pt x="1807" y="29311"/>
                  </a:cubicBezTo>
                  <a:cubicBezTo>
                    <a:pt x="1737" y="30289"/>
                    <a:pt x="2182" y="31143"/>
                    <a:pt x="3197" y="31143"/>
                  </a:cubicBezTo>
                  <a:cubicBezTo>
                    <a:pt x="3381" y="31143"/>
                    <a:pt x="3584" y="31114"/>
                    <a:pt x="3806" y="31054"/>
                  </a:cubicBezTo>
                  <a:cubicBezTo>
                    <a:pt x="4477" y="30869"/>
                    <a:pt x="4888" y="29631"/>
                    <a:pt x="4980" y="27271"/>
                  </a:cubicBezTo>
                  <a:cubicBezTo>
                    <a:pt x="5033" y="25908"/>
                    <a:pt x="6218" y="12117"/>
                    <a:pt x="6307" y="10437"/>
                  </a:cubicBezTo>
                  <a:cubicBezTo>
                    <a:pt x="6447" y="7803"/>
                    <a:pt x="6390" y="371"/>
                    <a:pt x="6425" y="2"/>
                  </a:cubicBezTo>
                  <a:lnTo>
                    <a:pt x="6425" y="1"/>
                  </a:lnTo>
                  <a:close/>
                </a:path>
              </a:pathLst>
            </a:custGeom>
            <a:solidFill>
              <a:srgbClr val="502C06"/>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31" name="Google Shape;1331;p54"/>
            <p:cNvSpPr/>
            <p:nvPr/>
          </p:nvSpPr>
          <p:spPr>
            <a:xfrm>
              <a:off x="2529941" y="7612536"/>
              <a:ext cx="1195177" cy="684811"/>
            </a:xfrm>
            <a:custGeom>
              <a:avLst/>
              <a:gdLst/>
              <a:ahLst/>
              <a:cxnLst/>
              <a:rect l="l" t="t" r="r" b="b"/>
              <a:pathLst>
                <a:path w="9623" h="5514" extrusionOk="0">
                  <a:moveTo>
                    <a:pt x="4110" y="1"/>
                  </a:moveTo>
                  <a:lnTo>
                    <a:pt x="266" y="319"/>
                  </a:lnTo>
                  <a:lnTo>
                    <a:pt x="0" y="5514"/>
                  </a:lnTo>
                  <a:lnTo>
                    <a:pt x="9460" y="5514"/>
                  </a:lnTo>
                  <a:cubicBezTo>
                    <a:pt x="9460" y="5514"/>
                    <a:pt x="9623" y="3689"/>
                    <a:pt x="8588" y="3527"/>
                  </a:cubicBezTo>
                  <a:cubicBezTo>
                    <a:pt x="7555" y="3367"/>
                    <a:pt x="5346" y="3044"/>
                    <a:pt x="4815" y="2104"/>
                  </a:cubicBezTo>
                  <a:cubicBezTo>
                    <a:pt x="4285" y="1164"/>
                    <a:pt x="4110" y="1"/>
                    <a:pt x="4110" y="1"/>
                  </a:cubicBezTo>
                  <a:close/>
                </a:path>
              </a:pathLst>
            </a:custGeom>
            <a:solidFill>
              <a:schemeClr val="accent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32" name="Google Shape;1332;p54"/>
            <p:cNvSpPr/>
            <p:nvPr/>
          </p:nvSpPr>
          <p:spPr>
            <a:xfrm>
              <a:off x="2978555" y="7709782"/>
              <a:ext cx="342419" cy="303284"/>
            </a:xfrm>
            <a:custGeom>
              <a:avLst/>
              <a:gdLst/>
              <a:ahLst/>
              <a:cxnLst/>
              <a:rect l="l" t="t" r="r" b="b"/>
              <a:pathLst>
                <a:path w="2757" h="2442" fill="none" extrusionOk="0">
                  <a:moveTo>
                    <a:pt x="1" y="426"/>
                  </a:moveTo>
                  <a:lnTo>
                    <a:pt x="1544" y="0"/>
                  </a:lnTo>
                  <a:lnTo>
                    <a:pt x="412" y="1495"/>
                  </a:lnTo>
                  <a:lnTo>
                    <a:pt x="2030" y="1043"/>
                  </a:lnTo>
                  <a:lnTo>
                    <a:pt x="1123" y="2442"/>
                  </a:lnTo>
                  <a:lnTo>
                    <a:pt x="2757" y="1782"/>
                  </a:lnTo>
                </a:path>
              </a:pathLst>
            </a:custGeom>
            <a:noFill/>
            <a:ln w="925" cap="flat" cmpd="sng">
              <a:solidFill>
                <a:schemeClr val="dk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33" name="Google Shape;1333;p54"/>
            <p:cNvSpPr/>
            <p:nvPr/>
          </p:nvSpPr>
          <p:spPr>
            <a:xfrm>
              <a:off x="2169758" y="3403750"/>
              <a:ext cx="1133946" cy="1550947"/>
            </a:xfrm>
            <a:custGeom>
              <a:avLst/>
              <a:gdLst/>
              <a:ahLst/>
              <a:cxnLst/>
              <a:rect l="l" t="t" r="r" b="b"/>
              <a:pathLst>
                <a:path w="9130" h="12488" extrusionOk="0">
                  <a:moveTo>
                    <a:pt x="8124" y="1"/>
                  </a:moveTo>
                  <a:lnTo>
                    <a:pt x="1564" y="1560"/>
                  </a:lnTo>
                  <a:cubicBezTo>
                    <a:pt x="1564" y="1560"/>
                    <a:pt x="1324" y="3689"/>
                    <a:pt x="1564" y="5281"/>
                  </a:cubicBezTo>
                  <a:cubicBezTo>
                    <a:pt x="1808" y="6872"/>
                    <a:pt x="1305" y="9781"/>
                    <a:pt x="804" y="10383"/>
                  </a:cubicBezTo>
                  <a:cubicBezTo>
                    <a:pt x="303" y="10983"/>
                    <a:pt x="0" y="12488"/>
                    <a:pt x="0" y="12488"/>
                  </a:cubicBezTo>
                  <a:cubicBezTo>
                    <a:pt x="0" y="12488"/>
                    <a:pt x="844" y="12251"/>
                    <a:pt x="1957" y="11954"/>
                  </a:cubicBezTo>
                  <a:cubicBezTo>
                    <a:pt x="3584" y="11518"/>
                    <a:pt x="5788" y="10956"/>
                    <a:pt x="6808" y="10818"/>
                  </a:cubicBezTo>
                  <a:cubicBezTo>
                    <a:pt x="6884" y="10808"/>
                    <a:pt x="6958" y="10799"/>
                    <a:pt x="7030" y="10790"/>
                  </a:cubicBezTo>
                  <a:cubicBezTo>
                    <a:pt x="7500" y="10734"/>
                    <a:pt x="7877" y="10714"/>
                    <a:pt x="8175" y="10714"/>
                  </a:cubicBezTo>
                  <a:cubicBezTo>
                    <a:pt x="8862" y="10714"/>
                    <a:pt x="9129" y="10818"/>
                    <a:pt x="9129" y="10818"/>
                  </a:cubicBezTo>
                  <a:cubicBezTo>
                    <a:pt x="9129" y="10818"/>
                    <a:pt x="8428" y="4063"/>
                    <a:pt x="8124" y="1"/>
                  </a:cubicBezTo>
                  <a:close/>
                </a:path>
              </a:pathLst>
            </a:custGeom>
            <a:solidFill>
              <a:schemeClr val="accent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34" name="Google Shape;1334;p54"/>
            <p:cNvSpPr/>
            <p:nvPr/>
          </p:nvSpPr>
          <p:spPr>
            <a:xfrm>
              <a:off x="2413192" y="4052306"/>
              <a:ext cx="629942" cy="835957"/>
            </a:xfrm>
            <a:custGeom>
              <a:avLst/>
              <a:gdLst/>
              <a:ahLst/>
              <a:cxnLst/>
              <a:rect l="l" t="t" r="r" b="b"/>
              <a:pathLst>
                <a:path w="5072" h="6731" extrusionOk="0">
                  <a:moveTo>
                    <a:pt x="3523" y="0"/>
                  </a:moveTo>
                  <a:lnTo>
                    <a:pt x="758" y="817"/>
                  </a:lnTo>
                  <a:lnTo>
                    <a:pt x="0" y="6731"/>
                  </a:lnTo>
                  <a:cubicBezTo>
                    <a:pt x="1625" y="6295"/>
                    <a:pt x="3829" y="5733"/>
                    <a:pt x="4849" y="5593"/>
                  </a:cubicBezTo>
                  <a:cubicBezTo>
                    <a:pt x="4925" y="5585"/>
                    <a:pt x="4999" y="5576"/>
                    <a:pt x="5072" y="5567"/>
                  </a:cubicBezTo>
                  <a:cubicBezTo>
                    <a:pt x="4222" y="3276"/>
                    <a:pt x="3523" y="0"/>
                    <a:pt x="3523" y="0"/>
                  </a:cubicBezTo>
                  <a:close/>
                </a:path>
              </a:pathLst>
            </a:custGeom>
            <a:solidFill>
              <a:schemeClr val="dk1"/>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35" name="Google Shape;1335;p54"/>
            <p:cNvSpPr/>
            <p:nvPr/>
          </p:nvSpPr>
          <p:spPr>
            <a:xfrm>
              <a:off x="1794547" y="4800841"/>
              <a:ext cx="1101654" cy="328993"/>
            </a:xfrm>
            <a:custGeom>
              <a:avLst/>
              <a:gdLst/>
              <a:ahLst/>
              <a:cxnLst/>
              <a:rect l="l" t="t" r="r" b="b"/>
              <a:pathLst>
                <a:path w="8870" h="2649" extrusionOk="0">
                  <a:moveTo>
                    <a:pt x="7174" y="1"/>
                  </a:moveTo>
                  <a:cubicBezTo>
                    <a:pt x="5902" y="1"/>
                    <a:pt x="3716" y="414"/>
                    <a:pt x="0" y="1986"/>
                  </a:cubicBezTo>
                  <a:cubicBezTo>
                    <a:pt x="0" y="1986"/>
                    <a:pt x="1066" y="2649"/>
                    <a:pt x="2895" y="2649"/>
                  </a:cubicBezTo>
                  <a:cubicBezTo>
                    <a:pt x="4417" y="2649"/>
                    <a:pt x="6467" y="2189"/>
                    <a:pt x="8870" y="506"/>
                  </a:cubicBezTo>
                  <a:cubicBezTo>
                    <a:pt x="8869" y="506"/>
                    <a:pt x="8581" y="1"/>
                    <a:pt x="7174" y="1"/>
                  </a:cubicBezTo>
                  <a:close/>
                </a:path>
              </a:pathLst>
            </a:custGeom>
            <a:solidFill>
              <a:schemeClr val="dk1"/>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36" name="Google Shape;1336;p54"/>
            <p:cNvSpPr/>
            <p:nvPr/>
          </p:nvSpPr>
          <p:spPr>
            <a:xfrm>
              <a:off x="1919121" y="4142101"/>
              <a:ext cx="862072" cy="3919718"/>
            </a:xfrm>
            <a:custGeom>
              <a:avLst/>
              <a:gdLst/>
              <a:ahLst/>
              <a:cxnLst/>
              <a:rect l="l" t="t" r="r" b="b"/>
              <a:pathLst>
                <a:path w="6941" h="31561" extrusionOk="0">
                  <a:moveTo>
                    <a:pt x="417" y="1"/>
                  </a:moveTo>
                  <a:cubicBezTo>
                    <a:pt x="414" y="1473"/>
                    <a:pt x="394" y="8221"/>
                    <a:pt x="297" y="10855"/>
                  </a:cubicBezTo>
                  <a:cubicBezTo>
                    <a:pt x="237" y="12535"/>
                    <a:pt x="188" y="26326"/>
                    <a:pt x="119" y="27687"/>
                  </a:cubicBezTo>
                  <a:cubicBezTo>
                    <a:pt x="1" y="30049"/>
                    <a:pt x="299" y="31287"/>
                    <a:pt x="957" y="31472"/>
                  </a:cubicBezTo>
                  <a:cubicBezTo>
                    <a:pt x="1174" y="31532"/>
                    <a:pt x="1374" y="31561"/>
                    <a:pt x="1558" y="31561"/>
                  </a:cubicBezTo>
                  <a:cubicBezTo>
                    <a:pt x="2573" y="31561"/>
                    <a:pt x="3095" y="30707"/>
                    <a:pt x="3110" y="29729"/>
                  </a:cubicBezTo>
                  <a:cubicBezTo>
                    <a:pt x="3130" y="28574"/>
                    <a:pt x="5717" y="13404"/>
                    <a:pt x="5541" y="11840"/>
                  </a:cubicBezTo>
                  <a:cubicBezTo>
                    <a:pt x="5366" y="10276"/>
                    <a:pt x="6940" y="7124"/>
                    <a:pt x="6856" y="417"/>
                  </a:cubicBezTo>
                  <a:lnTo>
                    <a:pt x="417" y="1"/>
                  </a:lnTo>
                  <a:close/>
                </a:path>
              </a:pathLst>
            </a:custGeom>
            <a:solidFill>
              <a:srgbClr val="783F0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37" name="Google Shape;1337;p54"/>
            <p:cNvSpPr/>
            <p:nvPr/>
          </p:nvSpPr>
          <p:spPr>
            <a:xfrm>
              <a:off x="1155906" y="7612536"/>
              <a:ext cx="1199524" cy="684811"/>
            </a:xfrm>
            <a:custGeom>
              <a:avLst/>
              <a:gdLst/>
              <a:ahLst/>
              <a:cxnLst/>
              <a:rect l="l" t="t" r="r" b="b"/>
              <a:pathLst>
                <a:path w="9658" h="5514" extrusionOk="0">
                  <a:moveTo>
                    <a:pt x="5842" y="1"/>
                  </a:moveTo>
                  <a:cubicBezTo>
                    <a:pt x="5842" y="1"/>
                    <a:pt x="5562" y="1164"/>
                    <a:pt x="4949" y="2104"/>
                  </a:cubicBezTo>
                  <a:cubicBezTo>
                    <a:pt x="4336" y="3044"/>
                    <a:pt x="2099" y="3367"/>
                    <a:pt x="1051" y="3527"/>
                  </a:cubicBezTo>
                  <a:cubicBezTo>
                    <a:pt x="1" y="3689"/>
                    <a:pt x="1" y="5514"/>
                    <a:pt x="1" y="5514"/>
                  </a:cubicBezTo>
                  <a:lnTo>
                    <a:pt x="9458" y="5514"/>
                  </a:lnTo>
                  <a:lnTo>
                    <a:pt x="9658" y="319"/>
                  </a:lnTo>
                  <a:lnTo>
                    <a:pt x="5842" y="1"/>
                  </a:lnTo>
                  <a:close/>
                </a:path>
              </a:pathLst>
            </a:custGeom>
            <a:solidFill>
              <a:schemeClr val="accent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38" name="Google Shape;1338;p54"/>
            <p:cNvSpPr/>
            <p:nvPr/>
          </p:nvSpPr>
          <p:spPr>
            <a:xfrm>
              <a:off x="1609861" y="7709782"/>
              <a:ext cx="342419" cy="303284"/>
            </a:xfrm>
            <a:custGeom>
              <a:avLst/>
              <a:gdLst/>
              <a:ahLst/>
              <a:cxnLst/>
              <a:rect l="l" t="t" r="r" b="b"/>
              <a:pathLst>
                <a:path w="2757" h="2442" fill="none" extrusionOk="0">
                  <a:moveTo>
                    <a:pt x="2756" y="426"/>
                  </a:moveTo>
                  <a:lnTo>
                    <a:pt x="1213" y="0"/>
                  </a:lnTo>
                  <a:lnTo>
                    <a:pt x="2344" y="1495"/>
                  </a:lnTo>
                  <a:lnTo>
                    <a:pt x="727" y="1043"/>
                  </a:lnTo>
                  <a:lnTo>
                    <a:pt x="1635" y="2442"/>
                  </a:lnTo>
                  <a:lnTo>
                    <a:pt x="0" y="1782"/>
                  </a:lnTo>
                </a:path>
              </a:pathLst>
            </a:custGeom>
            <a:noFill/>
            <a:ln w="925" cap="flat" cmpd="sng">
              <a:solidFill>
                <a:schemeClr val="dk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39" name="Google Shape;1339;p54"/>
            <p:cNvSpPr/>
            <p:nvPr/>
          </p:nvSpPr>
          <p:spPr>
            <a:xfrm>
              <a:off x="1794299" y="3444362"/>
              <a:ext cx="1212192" cy="1603109"/>
            </a:xfrm>
            <a:custGeom>
              <a:avLst/>
              <a:gdLst/>
              <a:ahLst/>
              <a:cxnLst/>
              <a:rect l="l" t="t" r="r" b="b"/>
              <a:pathLst>
                <a:path w="9760" h="12908" extrusionOk="0">
                  <a:moveTo>
                    <a:pt x="9760" y="0"/>
                  </a:moveTo>
                  <a:lnTo>
                    <a:pt x="1049" y="2160"/>
                  </a:lnTo>
                  <a:cubicBezTo>
                    <a:pt x="1049" y="2160"/>
                    <a:pt x="732" y="4865"/>
                    <a:pt x="973" y="6455"/>
                  </a:cubicBezTo>
                  <a:cubicBezTo>
                    <a:pt x="1215" y="8045"/>
                    <a:pt x="696" y="10914"/>
                    <a:pt x="438" y="11465"/>
                  </a:cubicBezTo>
                  <a:cubicBezTo>
                    <a:pt x="109" y="12176"/>
                    <a:pt x="1" y="12908"/>
                    <a:pt x="1" y="12908"/>
                  </a:cubicBezTo>
                  <a:cubicBezTo>
                    <a:pt x="1" y="12908"/>
                    <a:pt x="5086" y="11471"/>
                    <a:pt x="6805" y="11236"/>
                  </a:cubicBezTo>
                  <a:cubicBezTo>
                    <a:pt x="7177" y="11185"/>
                    <a:pt x="7485" y="11165"/>
                    <a:pt x="7739" y="11165"/>
                  </a:cubicBezTo>
                  <a:cubicBezTo>
                    <a:pt x="8658" y="11165"/>
                    <a:pt x="8870" y="11427"/>
                    <a:pt x="8870" y="11427"/>
                  </a:cubicBezTo>
                  <a:cubicBezTo>
                    <a:pt x="8870" y="11427"/>
                    <a:pt x="8494" y="8680"/>
                    <a:pt x="8506" y="4891"/>
                  </a:cubicBezTo>
                  <a:cubicBezTo>
                    <a:pt x="8509" y="3577"/>
                    <a:pt x="8933" y="1468"/>
                    <a:pt x="9760" y="0"/>
                  </a:cubicBezTo>
                  <a:close/>
                </a:path>
              </a:pathLst>
            </a:custGeom>
            <a:solidFill>
              <a:schemeClr val="accent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40" name="Google Shape;1340;p54"/>
            <p:cNvSpPr/>
            <p:nvPr/>
          </p:nvSpPr>
          <p:spPr>
            <a:xfrm>
              <a:off x="2067044" y="3674127"/>
              <a:ext cx="240575" cy="465731"/>
            </a:xfrm>
            <a:custGeom>
              <a:avLst/>
              <a:gdLst/>
              <a:ahLst/>
              <a:cxnLst/>
              <a:rect l="l" t="t" r="r" b="b"/>
              <a:pathLst>
                <a:path w="1937" h="3750" fill="none" extrusionOk="0">
                  <a:moveTo>
                    <a:pt x="0" y="3749"/>
                  </a:moveTo>
                  <a:cubicBezTo>
                    <a:pt x="0" y="3749"/>
                    <a:pt x="1936" y="2783"/>
                    <a:pt x="1736" y="0"/>
                  </a:cubicBezTo>
                </a:path>
              </a:pathLst>
            </a:custGeom>
            <a:noFill/>
            <a:ln w="925" cap="flat" cmpd="sng">
              <a:solidFill>
                <a:schemeClr val="lt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41" name="Google Shape;1341;p54"/>
            <p:cNvSpPr/>
            <p:nvPr/>
          </p:nvSpPr>
          <p:spPr>
            <a:xfrm>
              <a:off x="2883541" y="3507454"/>
              <a:ext cx="69428" cy="430087"/>
            </a:xfrm>
            <a:custGeom>
              <a:avLst/>
              <a:gdLst/>
              <a:ahLst/>
              <a:cxnLst/>
              <a:rect l="l" t="t" r="r" b="b"/>
              <a:pathLst>
                <a:path w="559" h="3463" fill="none" extrusionOk="0">
                  <a:moveTo>
                    <a:pt x="256" y="0"/>
                  </a:moveTo>
                  <a:cubicBezTo>
                    <a:pt x="558" y="1141"/>
                    <a:pt x="468" y="2380"/>
                    <a:pt x="1" y="3462"/>
                  </a:cubicBezTo>
                </a:path>
              </a:pathLst>
            </a:custGeom>
            <a:noFill/>
            <a:ln w="925" cap="flat" cmpd="sng">
              <a:solidFill>
                <a:schemeClr val="lt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42" name="Google Shape;1342;p54"/>
            <p:cNvSpPr/>
            <p:nvPr/>
          </p:nvSpPr>
          <p:spPr>
            <a:xfrm>
              <a:off x="1978613" y="3674127"/>
              <a:ext cx="121343" cy="1330501"/>
            </a:xfrm>
            <a:custGeom>
              <a:avLst/>
              <a:gdLst/>
              <a:ahLst/>
              <a:cxnLst/>
              <a:rect l="l" t="t" r="r" b="b"/>
              <a:pathLst>
                <a:path w="977" h="10713" fill="none" extrusionOk="0">
                  <a:moveTo>
                    <a:pt x="1" y="10712"/>
                  </a:moveTo>
                  <a:cubicBezTo>
                    <a:pt x="491" y="9163"/>
                    <a:pt x="976" y="7577"/>
                    <a:pt x="949" y="5952"/>
                  </a:cubicBezTo>
                  <a:cubicBezTo>
                    <a:pt x="915" y="3951"/>
                    <a:pt x="109" y="1905"/>
                    <a:pt x="727" y="0"/>
                  </a:cubicBezTo>
                </a:path>
              </a:pathLst>
            </a:custGeom>
            <a:noFill/>
            <a:ln w="925" cap="flat" cmpd="sng">
              <a:solidFill>
                <a:schemeClr val="lt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43" name="Google Shape;1343;p54"/>
            <p:cNvSpPr/>
            <p:nvPr/>
          </p:nvSpPr>
          <p:spPr>
            <a:xfrm>
              <a:off x="1848823" y="4631558"/>
              <a:ext cx="1026265" cy="267019"/>
            </a:xfrm>
            <a:custGeom>
              <a:avLst/>
              <a:gdLst/>
              <a:ahLst/>
              <a:cxnLst/>
              <a:rect l="l" t="t" r="r" b="b"/>
              <a:pathLst>
                <a:path w="8263" h="2150" fill="none" extrusionOk="0">
                  <a:moveTo>
                    <a:pt x="1" y="2150"/>
                  </a:moveTo>
                  <a:cubicBezTo>
                    <a:pt x="1" y="2150"/>
                    <a:pt x="5890" y="0"/>
                    <a:pt x="8262" y="490"/>
                  </a:cubicBezTo>
                </a:path>
              </a:pathLst>
            </a:custGeom>
            <a:noFill/>
            <a:ln w="925" cap="flat" cmpd="sng">
              <a:solidFill>
                <a:schemeClr val="dk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44" name="Google Shape;1344;p54"/>
            <p:cNvSpPr/>
            <p:nvPr/>
          </p:nvSpPr>
          <p:spPr>
            <a:xfrm>
              <a:off x="1546145" y="2051245"/>
              <a:ext cx="1732093" cy="1849760"/>
            </a:xfrm>
            <a:custGeom>
              <a:avLst/>
              <a:gdLst/>
              <a:ahLst/>
              <a:cxnLst/>
              <a:rect l="l" t="t" r="r" b="b"/>
              <a:pathLst>
                <a:path w="13946" h="14894" extrusionOk="0">
                  <a:moveTo>
                    <a:pt x="5395" y="1"/>
                  </a:moveTo>
                  <a:lnTo>
                    <a:pt x="676" y="2128"/>
                  </a:lnTo>
                  <a:cubicBezTo>
                    <a:pt x="0" y="2334"/>
                    <a:pt x="2436" y="13377"/>
                    <a:pt x="2436" y="13377"/>
                  </a:cubicBezTo>
                  <a:cubicBezTo>
                    <a:pt x="2436" y="13377"/>
                    <a:pt x="2286" y="14518"/>
                    <a:pt x="2436" y="14894"/>
                  </a:cubicBezTo>
                  <a:cubicBezTo>
                    <a:pt x="2436" y="14894"/>
                    <a:pt x="9825" y="12541"/>
                    <a:pt x="11362" y="12046"/>
                  </a:cubicBezTo>
                  <a:cubicBezTo>
                    <a:pt x="12033" y="11829"/>
                    <a:pt x="12611" y="11768"/>
                    <a:pt x="13049" y="11768"/>
                  </a:cubicBezTo>
                  <a:cubicBezTo>
                    <a:pt x="13613" y="11768"/>
                    <a:pt x="13946" y="11869"/>
                    <a:pt x="13946" y="11869"/>
                  </a:cubicBezTo>
                  <a:cubicBezTo>
                    <a:pt x="13946" y="11869"/>
                    <a:pt x="13870" y="11073"/>
                    <a:pt x="13270" y="10387"/>
                  </a:cubicBezTo>
                  <a:cubicBezTo>
                    <a:pt x="12668" y="9703"/>
                    <a:pt x="11028" y="1545"/>
                    <a:pt x="11058" y="1181"/>
                  </a:cubicBezTo>
                  <a:cubicBezTo>
                    <a:pt x="11088" y="816"/>
                    <a:pt x="7730" y="164"/>
                    <a:pt x="7730" y="164"/>
                  </a:cubicBezTo>
                  <a:lnTo>
                    <a:pt x="5395" y="1"/>
                  </a:lnTo>
                  <a:close/>
                </a:path>
              </a:pathLst>
            </a:custGeom>
            <a:solidFill>
              <a:schemeClr val="dk2"/>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45" name="Google Shape;1345;p54"/>
            <p:cNvSpPr/>
            <p:nvPr/>
          </p:nvSpPr>
          <p:spPr>
            <a:xfrm>
              <a:off x="2112253" y="1924068"/>
              <a:ext cx="488975" cy="339177"/>
            </a:xfrm>
            <a:custGeom>
              <a:avLst/>
              <a:gdLst/>
              <a:ahLst/>
              <a:cxnLst/>
              <a:rect l="l" t="t" r="r" b="b"/>
              <a:pathLst>
                <a:path w="3937" h="2731" extrusionOk="0">
                  <a:moveTo>
                    <a:pt x="896" y="0"/>
                  </a:moveTo>
                  <a:lnTo>
                    <a:pt x="1" y="922"/>
                  </a:lnTo>
                  <a:lnTo>
                    <a:pt x="701" y="2731"/>
                  </a:lnTo>
                  <a:lnTo>
                    <a:pt x="1445" y="1864"/>
                  </a:lnTo>
                  <a:lnTo>
                    <a:pt x="2453" y="2457"/>
                  </a:lnTo>
                  <a:lnTo>
                    <a:pt x="2797" y="1804"/>
                  </a:lnTo>
                  <a:lnTo>
                    <a:pt x="3937" y="2328"/>
                  </a:lnTo>
                  <a:lnTo>
                    <a:pt x="3937" y="721"/>
                  </a:lnTo>
                  <a:lnTo>
                    <a:pt x="3086" y="270"/>
                  </a:lnTo>
                  <a:lnTo>
                    <a:pt x="896" y="0"/>
                  </a:lnTo>
                  <a:close/>
                </a:path>
              </a:pathLst>
            </a:custGeom>
            <a:solidFill>
              <a:schemeClr val="accent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46" name="Google Shape;1346;p54"/>
            <p:cNvSpPr/>
            <p:nvPr/>
          </p:nvSpPr>
          <p:spPr>
            <a:xfrm>
              <a:off x="2796476" y="3153245"/>
              <a:ext cx="407128" cy="191260"/>
            </a:xfrm>
            <a:custGeom>
              <a:avLst/>
              <a:gdLst/>
              <a:ahLst/>
              <a:cxnLst/>
              <a:rect l="l" t="t" r="r" b="b"/>
              <a:pathLst>
                <a:path w="3278" h="1540" fill="none" extrusionOk="0">
                  <a:moveTo>
                    <a:pt x="566" y="46"/>
                  </a:moveTo>
                  <a:cubicBezTo>
                    <a:pt x="407" y="5"/>
                    <a:pt x="236" y="0"/>
                    <a:pt x="75" y="39"/>
                  </a:cubicBezTo>
                  <a:cubicBezTo>
                    <a:pt x="1" y="224"/>
                    <a:pt x="213" y="393"/>
                    <a:pt x="395" y="473"/>
                  </a:cubicBezTo>
                  <a:cubicBezTo>
                    <a:pt x="1341" y="879"/>
                    <a:pt x="2434" y="949"/>
                    <a:pt x="3277" y="1539"/>
                  </a:cubicBezTo>
                </a:path>
              </a:pathLst>
            </a:custGeom>
            <a:noFill/>
            <a:ln w="925" cap="flat" cmpd="sng">
              <a:solidFill>
                <a:schemeClr val="dk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47" name="Google Shape;1347;p54"/>
            <p:cNvSpPr/>
            <p:nvPr/>
          </p:nvSpPr>
          <p:spPr>
            <a:xfrm>
              <a:off x="1852673" y="3573527"/>
              <a:ext cx="382412" cy="141334"/>
            </a:xfrm>
            <a:custGeom>
              <a:avLst/>
              <a:gdLst/>
              <a:ahLst/>
              <a:cxnLst/>
              <a:rect l="l" t="t" r="r" b="b"/>
              <a:pathLst>
                <a:path w="3079" h="1138" fill="none" extrusionOk="0">
                  <a:moveTo>
                    <a:pt x="3078" y="1"/>
                  </a:moveTo>
                  <a:cubicBezTo>
                    <a:pt x="1995" y="190"/>
                    <a:pt x="948" y="579"/>
                    <a:pt x="1" y="1138"/>
                  </a:cubicBezTo>
                </a:path>
              </a:pathLst>
            </a:custGeom>
            <a:noFill/>
            <a:ln w="925" cap="flat" cmpd="sng">
              <a:solidFill>
                <a:schemeClr val="dk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48" name="Google Shape;1348;p54"/>
            <p:cNvSpPr/>
            <p:nvPr/>
          </p:nvSpPr>
          <p:spPr>
            <a:xfrm>
              <a:off x="2416794" y="2229095"/>
              <a:ext cx="42849" cy="146550"/>
            </a:xfrm>
            <a:custGeom>
              <a:avLst/>
              <a:gdLst/>
              <a:ahLst/>
              <a:cxnLst/>
              <a:rect l="l" t="t" r="r" b="b"/>
              <a:pathLst>
                <a:path w="345" h="1180" fill="none" extrusionOk="0">
                  <a:moveTo>
                    <a:pt x="1" y="1"/>
                  </a:moveTo>
                  <a:cubicBezTo>
                    <a:pt x="1" y="1"/>
                    <a:pt x="263" y="657"/>
                    <a:pt x="345" y="1179"/>
                  </a:cubicBezTo>
                </a:path>
              </a:pathLst>
            </a:custGeom>
            <a:noFill/>
            <a:ln w="925" cap="flat" cmpd="sng">
              <a:solidFill>
                <a:schemeClr val="dk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49" name="Google Shape;1349;p54"/>
            <p:cNvSpPr/>
            <p:nvPr/>
          </p:nvSpPr>
          <p:spPr>
            <a:xfrm>
              <a:off x="1216516" y="2747742"/>
              <a:ext cx="557285" cy="965492"/>
            </a:xfrm>
            <a:custGeom>
              <a:avLst/>
              <a:gdLst/>
              <a:ahLst/>
              <a:cxnLst/>
              <a:rect l="l" t="t" r="r" b="b"/>
              <a:pathLst>
                <a:path w="4487" h="7774" extrusionOk="0">
                  <a:moveTo>
                    <a:pt x="1188" y="1"/>
                  </a:moveTo>
                  <a:cubicBezTo>
                    <a:pt x="1188" y="1"/>
                    <a:pt x="1" y="6150"/>
                    <a:pt x="145" y="7459"/>
                  </a:cubicBezTo>
                  <a:cubicBezTo>
                    <a:pt x="169" y="7678"/>
                    <a:pt x="279" y="7774"/>
                    <a:pt x="447" y="7774"/>
                  </a:cubicBezTo>
                  <a:cubicBezTo>
                    <a:pt x="1282" y="7774"/>
                    <a:pt x="3551" y="5419"/>
                    <a:pt x="3886" y="4183"/>
                  </a:cubicBezTo>
                  <a:cubicBezTo>
                    <a:pt x="4291" y="2696"/>
                    <a:pt x="4487" y="597"/>
                    <a:pt x="4487" y="597"/>
                  </a:cubicBezTo>
                  <a:lnTo>
                    <a:pt x="1188" y="1"/>
                  </a:lnTo>
                  <a:close/>
                </a:path>
              </a:pathLst>
            </a:custGeom>
            <a:solidFill>
              <a:srgbClr val="783F0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50" name="Google Shape;1350;p54"/>
            <p:cNvSpPr/>
            <p:nvPr/>
          </p:nvSpPr>
          <p:spPr>
            <a:xfrm>
              <a:off x="1179753" y="2312183"/>
              <a:ext cx="614914" cy="871476"/>
            </a:xfrm>
            <a:custGeom>
              <a:avLst/>
              <a:gdLst/>
              <a:ahLst/>
              <a:cxnLst/>
              <a:rect l="l" t="t" r="r" b="b"/>
              <a:pathLst>
                <a:path w="4951" h="7017" extrusionOk="0">
                  <a:moveTo>
                    <a:pt x="3739" y="1"/>
                  </a:moveTo>
                  <a:cubicBezTo>
                    <a:pt x="3703" y="1"/>
                    <a:pt x="3665" y="10"/>
                    <a:pt x="3626" y="28"/>
                  </a:cubicBezTo>
                  <a:cubicBezTo>
                    <a:pt x="2188" y="725"/>
                    <a:pt x="1349" y="1450"/>
                    <a:pt x="1170" y="2863"/>
                  </a:cubicBezTo>
                  <a:cubicBezTo>
                    <a:pt x="989" y="4274"/>
                    <a:pt x="135" y="5815"/>
                    <a:pt x="0" y="6550"/>
                  </a:cubicBezTo>
                  <a:cubicBezTo>
                    <a:pt x="0" y="6550"/>
                    <a:pt x="494" y="6172"/>
                    <a:pt x="1604" y="6172"/>
                  </a:cubicBezTo>
                  <a:cubicBezTo>
                    <a:pt x="2393" y="6172"/>
                    <a:pt x="3494" y="6363"/>
                    <a:pt x="4950" y="7017"/>
                  </a:cubicBezTo>
                  <a:cubicBezTo>
                    <a:pt x="4950" y="7015"/>
                    <a:pt x="4758" y="1"/>
                    <a:pt x="3739" y="1"/>
                  </a:cubicBezTo>
                  <a:close/>
                </a:path>
              </a:pathLst>
            </a:custGeom>
            <a:solidFill>
              <a:schemeClr val="dk2"/>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51" name="Google Shape;1351;p54"/>
            <p:cNvSpPr/>
            <p:nvPr/>
          </p:nvSpPr>
          <p:spPr>
            <a:xfrm>
              <a:off x="1213784" y="2952170"/>
              <a:ext cx="618019" cy="119227"/>
            </a:xfrm>
            <a:custGeom>
              <a:avLst/>
              <a:gdLst/>
              <a:ahLst/>
              <a:cxnLst/>
              <a:rect l="l" t="t" r="r" b="b"/>
              <a:pathLst>
                <a:path w="4976" h="960" fill="none" extrusionOk="0">
                  <a:moveTo>
                    <a:pt x="0" y="550"/>
                  </a:moveTo>
                  <a:cubicBezTo>
                    <a:pt x="776" y="156"/>
                    <a:pt x="1645" y="0"/>
                    <a:pt x="2500" y="150"/>
                  </a:cubicBezTo>
                  <a:cubicBezTo>
                    <a:pt x="3355" y="300"/>
                    <a:pt x="4169" y="632"/>
                    <a:pt x="4976" y="960"/>
                  </a:cubicBezTo>
                </a:path>
              </a:pathLst>
            </a:custGeom>
            <a:noFill/>
            <a:ln w="925" cap="flat" cmpd="sng">
              <a:solidFill>
                <a:schemeClr val="lt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52" name="Google Shape;1352;p54"/>
            <p:cNvSpPr/>
            <p:nvPr/>
          </p:nvSpPr>
          <p:spPr>
            <a:xfrm>
              <a:off x="1708103" y="2393905"/>
              <a:ext cx="127181" cy="830244"/>
            </a:xfrm>
            <a:custGeom>
              <a:avLst/>
              <a:gdLst/>
              <a:ahLst/>
              <a:cxnLst/>
              <a:rect l="l" t="t" r="r" b="b"/>
              <a:pathLst>
                <a:path w="1024" h="6685" fill="none" extrusionOk="0">
                  <a:moveTo>
                    <a:pt x="1" y="1"/>
                  </a:moveTo>
                  <a:cubicBezTo>
                    <a:pt x="498" y="359"/>
                    <a:pt x="787" y="949"/>
                    <a:pt x="905" y="1550"/>
                  </a:cubicBezTo>
                  <a:cubicBezTo>
                    <a:pt x="1024" y="2150"/>
                    <a:pt x="990" y="2771"/>
                    <a:pt x="956" y="3384"/>
                  </a:cubicBezTo>
                  <a:cubicBezTo>
                    <a:pt x="893" y="4484"/>
                    <a:pt x="831" y="5585"/>
                    <a:pt x="770" y="6685"/>
                  </a:cubicBezTo>
                </a:path>
              </a:pathLst>
            </a:custGeom>
            <a:noFill/>
            <a:ln w="925" cap="flat" cmpd="sng">
              <a:solidFill>
                <a:schemeClr val="dk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53" name="Google Shape;1353;p54"/>
            <p:cNvSpPr/>
            <p:nvPr/>
          </p:nvSpPr>
          <p:spPr>
            <a:xfrm>
              <a:off x="1843482" y="2595973"/>
              <a:ext cx="395329" cy="359545"/>
            </a:xfrm>
            <a:custGeom>
              <a:avLst/>
              <a:gdLst/>
              <a:ahLst/>
              <a:cxnLst/>
              <a:rect l="l" t="t" r="r" b="b"/>
              <a:pathLst>
                <a:path w="3183" h="2895" extrusionOk="0">
                  <a:moveTo>
                    <a:pt x="3038" y="0"/>
                  </a:moveTo>
                  <a:cubicBezTo>
                    <a:pt x="3028" y="0"/>
                    <a:pt x="3018" y="2"/>
                    <a:pt x="3007" y="4"/>
                  </a:cubicBezTo>
                  <a:cubicBezTo>
                    <a:pt x="2828" y="49"/>
                    <a:pt x="1434" y="723"/>
                    <a:pt x="1434" y="723"/>
                  </a:cubicBezTo>
                  <a:cubicBezTo>
                    <a:pt x="1434" y="723"/>
                    <a:pt x="1255" y="694"/>
                    <a:pt x="1102" y="694"/>
                  </a:cubicBezTo>
                  <a:cubicBezTo>
                    <a:pt x="1026" y="694"/>
                    <a:pt x="956" y="701"/>
                    <a:pt x="918" y="723"/>
                  </a:cubicBezTo>
                  <a:cubicBezTo>
                    <a:pt x="804" y="793"/>
                    <a:pt x="423" y="1331"/>
                    <a:pt x="310" y="1512"/>
                  </a:cubicBezTo>
                  <a:cubicBezTo>
                    <a:pt x="199" y="1691"/>
                    <a:pt x="1" y="2397"/>
                    <a:pt x="1" y="2397"/>
                  </a:cubicBezTo>
                  <a:lnTo>
                    <a:pt x="1465" y="2894"/>
                  </a:lnTo>
                  <a:cubicBezTo>
                    <a:pt x="1465" y="2894"/>
                    <a:pt x="1472" y="2894"/>
                    <a:pt x="1485" y="2894"/>
                  </a:cubicBezTo>
                  <a:cubicBezTo>
                    <a:pt x="1553" y="2894"/>
                    <a:pt x="1787" y="2879"/>
                    <a:pt x="2162" y="2692"/>
                  </a:cubicBezTo>
                  <a:cubicBezTo>
                    <a:pt x="2613" y="2467"/>
                    <a:pt x="2669" y="2006"/>
                    <a:pt x="2669" y="1871"/>
                  </a:cubicBezTo>
                  <a:cubicBezTo>
                    <a:pt x="2669" y="1736"/>
                    <a:pt x="2488" y="1669"/>
                    <a:pt x="2488" y="1669"/>
                  </a:cubicBezTo>
                  <a:cubicBezTo>
                    <a:pt x="2488" y="1669"/>
                    <a:pt x="2691" y="1512"/>
                    <a:pt x="2669" y="1396"/>
                  </a:cubicBezTo>
                  <a:cubicBezTo>
                    <a:pt x="2647" y="1282"/>
                    <a:pt x="2467" y="1196"/>
                    <a:pt x="2467" y="1196"/>
                  </a:cubicBezTo>
                  <a:cubicBezTo>
                    <a:pt x="2467" y="1196"/>
                    <a:pt x="2580" y="1152"/>
                    <a:pt x="2624" y="1017"/>
                  </a:cubicBezTo>
                  <a:cubicBezTo>
                    <a:pt x="2670" y="883"/>
                    <a:pt x="2399" y="771"/>
                    <a:pt x="2399" y="771"/>
                  </a:cubicBezTo>
                  <a:cubicBezTo>
                    <a:pt x="2399" y="771"/>
                    <a:pt x="2872" y="568"/>
                    <a:pt x="3007" y="433"/>
                  </a:cubicBezTo>
                  <a:cubicBezTo>
                    <a:pt x="3135" y="306"/>
                    <a:pt x="3182" y="0"/>
                    <a:pt x="3038" y="0"/>
                  </a:cubicBezTo>
                  <a:close/>
                </a:path>
              </a:pathLst>
            </a:custGeom>
            <a:solidFill>
              <a:srgbClr val="783F0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54" name="Google Shape;1354;p54"/>
            <p:cNvSpPr/>
            <p:nvPr/>
          </p:nvSpPr>
          <p:spPr>
            <a:xfrm>
              <a:off x="1176524" y="2893549"/>
              <a:ext cx="849404" cy="980768"/>
            </a:xfrm>
            <a:custGeom>
              <a:avLst/>
              <a:gdLst/>
              <a:ahLst/>
              <a:cxnLst/>
              <a:rect l="l" t="t" r="r" b="b"/>
              <a:pathLst>
                <a:path w="6839" h="7897" extrusionOk="0">
                  <a:moveTo>
                    <a:pt x="5371" y="1"/>
                  </a:moveTo>
                  <a:cubicBezTo>
                    <a:pt x="5371" y="1"/>
                    <a:pt x="1464" y="4663"/>
                    <a:pt x="656" y="5679"/>
                  </a:cubicBezTo>
                  <a:cubicBezTo>
                    <a:pt x="1" y="6501"/>
                    <a:pt x="1155" y="7896"/>
                    <a:pt x="2264" y="7896"/>
                  </a:cubicBezTo>
                  <a:cubicBezTo>
                    <a:pt x="2524" y="7896"/>
                    <a:pt x="2782" y="7819"/>
                    <a:pt x="3013" y="7640"/>
                  </a:cubicBezTo>
                  <a:cubicBezTo>
                    <a:pt x="4231" y="6694"/>
                    <a:pt x="6838" y="499"/>
                    <a:pt x="6838" y="499"/>
                  </a:cubicBezTo>
                  <a:lnTo>
                    <a:pt x="5371" y="1"/>
                  </a:lnTo>
                  <a:close/>
                </a:path>
              </a:pathLst>
            </a:custGeom>
            <a:solidFill>
              <a:srgbClr val="783F0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55" name="Google Shape;1355;p54"/>
            <p:cNvSpPr/>
            <p:nvPr/>
          </p:nvSpPr>
          <p:spPr>
            <a:xfrm>
              <a:off x="1418219" y="3125425"/>
              <a:ext cx="231509" cy="278321"/>
            </a:xfrm>
            <a:custGeom>
              <a:avLst/>
              <a:gdLst/>
              <a:ahLst/>
              <a:cxnLst/>
              <a:rect l="l" t="t" r="r" b="b"/>
              <a:pathLst>
                <a:path w="1864" h="2241" fill="none" extrusionOk="0">
                  <a:moveTo>
                    <a:pt x="1863" y="0"/>
                  </a:moveTo>
                  <a:cubicBezTo>
                    <a:pt x="1863" y="0"/>
                    <a:pt x="1290" y="667"/>
                    <a:pt x="0" y="2240"/>
                  </a:cubicBezTo>
                </a:path>
              </a:pathLst>
            </a:custGeom>
            <a:noFill/>
            <a:ln w="925" cap="flat" cmpd="sng">
              <a:solidFill>
                <a:schemeClr val="dk1"/>
              </a:solidFill>
              <a:prstDash val="solid"/>
              <a:miter lim="1482"/>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56" name="Google Shape;1356;p54"/>
            <p:cNvSpPr/>
            <p:nvPr/>
          </p:nvSpPr>
          <p:spPr>
            <a:xfrm>
              <a:off x="1994511" y="1103250"/>
              <a:ext cx="792769" cy="775225"/>
            </a:xfrm>
            <a:custGeom>
              <a:avLst/>
              <a:gdLst/>
              <a:ahLst/>
              <a:cxnLst/>
              <a:rect l="l" t="t" r="r" b="b"/>
              <a:pathLst>
                <a:path w="6383" h="6242" extrusionOk="0">
                  <a:moveTo>
                    <a:pt x="4440" y="0"/>
                  </a:moveTo>
                  <a:cubicBezTo>
                    <a:pt x="4440" y="0"/>
                    <a:pt x="4442" y="427"/>
                    <a:pt x="4231" y="764"/>
                  </a:cubicBezTo>
                  <a:cubicBezTo>
                    <a:pt x="4019" y="1102"/>
                    <a:pt x="910" y="1318"/>
                    <a:pt x="719" y="1977"/>
                  </a:cubicBezTo>
                  <a:cubicBezTo>
                    <a:pt x="528" y="2633"/>
                    <a:pt x="0" y="4691"/>
                    <a:pt x="816" y="5509"/>
                  </a:cubicBezTo>
                  <a:cubicBezTo>
                    <a:pt x="1484" y="6181"/>
                    <a:pt x="1762" y="6242"/>
                    <a:pt x="1841" y="6242"/>
                  </a:cubicBezTo>
                  <a:cubicBezTo>
                    <a:pt x="1859" y="6242"/>
                    <a:pt x="1867" y="6239"/>
                    <a:pt x="1867" y="6239"/>
                  </a:cubicBezTo>
                  <a:cubicBezTo>
                    <a:pt x="1867" y="6239"/>
                    <a:pt x="3438" y="3671"/>
                    <a:pt x="4909" y="3506"/>
                  </a:cubicBezTo>
                  <a:cubicBezTo>
                    <a:pt x="6382" y="3342"/>
                    <a:pt x="5976" y="1013"/>
                    <a:pt x="5976" y="1013"/>
                  </a:cubicBezTo>
                  <a:lnTo>
                    <a:pt x="5976" y="1013"/>
                  </a:lnTo>
                  <a:cubicBezTo>
                    <a:pt x="5880" y="1215"/>
                    <a:pt x="5703" y="1283"/>
                    <a:pt x="5703" y="1283"/>
                  </a:cubicBezTo>
                  <a:cubicBezTo>
                    <a:pt x="5871" y="92"/>
                    <a:pt x="4440" y="0"/>
                    <a:pt x="4440" y="0"/>
                  </a:cubicBezTo>
                  <a:close/>
                </a:path>
              </a:pathLst>
            </a:custGeom>
            <a:solidFill>
              <a:schemeClr val="dk1"/>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57" name="Google Shape;1357;p54"/>
            <p:cNvSpPr/>
            <p:nvPr/>
          </p:nvSpPr>
          <p:spPr>
            <a:xfrm>
              <a:off x="2216209" y="1735288"/>
              <a:ext cx="290007" cy="400280"/>
            </a:xfrm>
            <a:custGeom>
              <a:avLst/>
              <a:gdLst/>
              <a:ahLst/>
              <a:cxnLst/>
              <a:rect l="l" t="t" r="r" b="b"/>
              <a:pathLst>
                <a:path w="2335" h="3223" extrusionOk="0">
                  <a:moveTo>
                    <a:pt x="150" y="1"/>
                  </a:moveTo>
                  <a:lnTo>
                    <a:pt x="0" y="2545"/>
                  </a:lnTo>
                  <a:cubicBezTo>
                    <a:pt x="0" y="2545"/>
                    <a:pt x="633" y="3223"/>
                    <a:pt x="1361" y="3223"/>
                  </a:cubicBezTo>
                  <a:cubicBezTo>
                    <a:pt x="1682" y="3223"/>
                    <a:pt x="2022" y="3091"/>
                    <a:pt x="2335" y="2709"/>
                  </a:cubicBezTo>
                  <a:lnTo>
                    <a:pt x="2335" y="105"/>
                  </a:lnTo>
                  <a:lnTo>
                    <a:pt x="150" y="1"/>
                  </a:lnTo>
                  <a:close/>
                </a:path>
              </a:pathLst>
            </a:custGeom>
            <a:solidFill>
              <a:srgbClr val="783F0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58" name="Google Shape;1358;p54"/>
            <p:cNvSpPr/>
            <p:nvPr/>
          </p:nvSpPr>
          <p:spPr>
            <a:xfrm>
              <a:off x="2291599" y="1829057"/>
              <a:ext cx="214618" cy="245037"/>
            </a:xfrm>
            <a:custGeom>
              <a:avLst/>
              <a:gdLst/>
              <a:ahLst/>
              <a:cxnLst/>
              <a:rect l="l" t="t" r="r" b="b"/>
              <a:pathLst>
                <a:path w="1728" h="1973" extrusionOk="0">
                  <a:moveTo>
                    <a:pt x="1" y="0"/>
                  </a:moveTo>
                  <a:cubicBezTo>
                    <a:pt x="1" y="0"/>
                    <a:pt x="1" y="1973"/>
                    <a:pt x="1470" y="1973"/>
                  </a:cubicBezTo>
                  <a:cubicBezTo>
                    <a:pt x="1552" y="1973"/>
                    <a:pt x="1637" y="1967"/>
                    <a:pt x="1728" y="1954"/>
                  </a:cubicBezTo>
                  <a:lnTo>
                    <a:pt x="1728" y="113"/>
                  </a:lnTo>
                  <a:lnTo>
                    <a:pt x="1" y="0"/>
                  </a:lnTo>
                  <a:close/>
                </a:path>
              </a:pathLst>
            </a:custGeom>
            <a:solidFill>
              <a:srgbClr val="332C33"/>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59" name="Google Shape;1359;p54"/>
            <p:cNvSpPr/>
            <p:nvPr/>
          </p:nvSpPr>
          <p:spPr>
            <a:xfrm>
              <a:off x="2209378" y="1390145"/>
              <a:ext cx="501395" cy="600607"/>
            </a:xfrm>
            <a:custGeom>
              <a:avLst/>
              <a:gdLst/>
              <a:ahLst/>
              <a:cxnLst/>
              <a:rect l="l" t="t" r="r" b="b"/>
              <a:pathLst>
                <a:path w="4037" h="4836" extrusionOk="0">
                  <a:moveTo>
                    <a:pt x="2045" y="0"/>
                  </a:moveTo>
                  <a:cubicBezTo>
                    <a:pt x="1190" y="0"/>
                    <a:pt x="198" y="330"/>
                    <a:pt x="108" y="897"/>
                  </a:cubicBezTo>
                  <a:cubicBezTo>
                    <a:pt x="0" y="1582"/>
                    <a:pt x="64" y="2173"/>
                    <a:pt x="221" y="3085"/>
                  </a:cubicBezTo>
                  <a:cubicBezTo>
                    <a:pt x="447" y="4406"/>
                    <a:pt x="1177" y="4836"/>
                    <a:pt x="1987" y="4836"/>
                  </a:cubicBezTo>
                  <a:cubicBezTo>
                    <a:pt x="2048" y="4836"/>
                    <a:pt x="2109" y="4833"/>
                    <a:pt x="2171" y="4829"/>
                  </a:cubicBezTo>
                  <a:cubicBezTo>
                    <a:pt x="3050" y="4762"/>
                    <a:pt x="3754" y="4528"/>
                    <a:pt x="3921" y="3986"/>
                  </a:cubicBezTo>
                  <a:cubicBezTo>
                    <a:pt x="4037" y="3617"/>
                    <a:pt x="3939" y="3122"/>
                    <a:pt x="3855" y="2674"/>
                  </a:cubicBezTo>
                  <a:cubicBezTo>
                    <a:pt x="3828" y="2534"/>
                    <a:pt x="3803" y="2394"/>
                    <a:pt x="3786" y="2268"/>
                  </a:cubicBezTo>
                  <a:cubicBezTo>
                    <a:pt x="3780" y="2212"/>
                    <a:pt x="3776" y="2160"/>
                    <a:pt x="3772" y="2108"/>
                  </a:cubicBezTo>
                  <a:cubicBezTo>
                    <a:pt x="3739" y="1569"/>
                    <a:pt x="3632" y="641"/>
                    <a:pt x="3076" y="245"/>
                  </a:cubicBezTo>
                  <a:cubicBezTo>
                    <a:pt x="2845" y="78"/>
                    <a:pt x="2461" y="0"/>
                    <a:pt x="2045" y="0"/>
                  </a:cubicBezTo>
                  <a:close/>
                </a:path>
              </a:pathLst>
            </a:custGeom>
            <a:solidFill>
              <a:srgbClr val="783F0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60" name="Google Shape;1360;p54"/>
            <p:cNvSpPr/>
            <p:nvPr/>
          </p:nvSpPr>
          <p:spPr>
            <a:xfrm>
              <a:off x="2077850" y="1655057"/>
              <a:ext cx="235607" cy="179710"/>
            </a:xfrm>
            <a:custGeom>
              <a:avLst/>
              <a:gdLst/>
              <a:ahLst/>
              <a:cxnLst/>
              <a:rect l="l" t="t" r="r" b="b"/>
              <a:pathLst>
                <a:path w="1897" h="1447" extrusionOk="0">
                  <a:moveTo>
                    <a:pt x="444" y="0"/>
                  </a:moveTo>
                  <a:cubicBezTo>
                    <a:pt x="177" y="0"/>
                    <a:pt x="1" y="149"/>
                    <a:pt x="17" y="573"/>
                  </a:cubicBezTo>
                  <a:cubicBezTo>
                    <a:pt x="37" y="1118"/>
                    <a:pt x="458" y="1446"/>
                    <a:pt x="895" y="1446"/>
                  </a:cubicBezTo>
                  <a:cubicBezTo>
                    <a:pt x="1052" y="1446"/>
                    <a:pt x="1211" y="1404"/>
                    <a:pt x="1354" y="1314"/>
                  </a:cubicBezTo>
                  <a:cubicBezTo>
                    <a:pt x="1897" y="970"/>
                    <a:pt x="1599" y="390"/>
                    <a:pt x="1156" y="198"/>
                  </a:cubicBezTo>
                  <a:cubicBezTo>
                    <a:pt x="895" y="84"/>
                    <a:pt x="644" y="0"/>
                    <a:pt x="444" y="0"/>
                  </a:cubicBezTo>
                  <a:close/>
                </a:path>
              </a:pathLst>
            </a:custGeom>
            <a:solidFill>
              <a:srgbClr val="783F0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61" name="Google Shape;1361;p54"/>
            <p:cNvSpPr/>
            <p:nvPr/>
          </p:nvSpPr>
          <p:spPr>
            <a:xfrm>
              <a:off x="2129269" y="1699644"/>
              <a:ext cx="80233" cy="84949"/>
            </a:xfrm>
            <a:custGeom>
              <a:avLst/>
              <a:gdLst/>
              <a:ahLst/>
              <a:cxnLst/>
              <a:rect l="l" t="t" r="r" b="b"/>
              <a:pathLst>
                <a:path w="646" h="684" fill="none" extrusionOk="0">
                  <a:moveTo>
                    <a:pt x="0" y="46"/>
                  </a:moveTo>
                  <a:cubicBezTo>
                    <a:pt x="0" y="46"/>
                    <a:pt x="645" y="0"/>
                    <a:pt x="555" y="684"/>
                  </a:cubicBezTo>
                </a:path>
              </a:pathLst>
            </a:custGeom>
            <a:noFill/>
            <a:ln w="925" cap="rnd" cmpd="sng">
              <a:solidFill>
                <a:schemeClr val="dk1"/>
              </a:solidFill>
              <a:prstDash val="solid"/>
              <a:round/>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62" name="Google Shape;1362;p54"/>
            <p:cNvSpPr/>
            <p:nvPr/>
          </p:nvSpPr>
          <p:spPr>
            <a:xfrm>
              <a:off x="2159946" y="1735288"/>
              <a:ext cx="31795" cy="20616"/>
            </a:xfrm>
            <a:custGeom>
              <a:avLst/>
              <a:gdLst/>
              <a:ahLst/>
              <a:cxnLst/>
              <a:rect l="l" t="t" r="r" b="b"/>
              <a:pathLst>
                <a:path w="256" h="166" fill="none" extrusionOk="0">
                  <a:moveTo>
                    <a:pt x="256" y="1"/>
                  </a:moveTo>
                  <a:lnTo>
                    <a:pt x="1" y="165"/>
                  </a:lnTo>
                </a:path>
              </a:pathLst>
            </a:custGeom>
            <a:noFill/>
            <a:ln w="925" cap="rnd" cmpd="sng">
              <a:solidFill>
                <a:schemeClr val="dk1"/>
              </a:solidFill>
              <a:prstDash val="solid"/>
              <a:round/>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63" name="Google Shape;1363;p54"/>
            <p:cNvSpPr/>
            <p:nvPr/>
          </p:nvSpPr>
          <p:spPr>
            <a:xfrm>
              <a:off x="2496531" y="1641768"/>
              <a:ext cx="77004" cy="160708"/>
            </a:xfrm>
            <a:custGeom>
              <a:avLst/>
              <a:gdLst/>
              <a:ahLst/>
              <a:cxnLst/>
              <a:rect l="l" t="t" r="r" b="b"/>
              <a:pathLst>
                <a:path w="620" h="1294" fill="none" extrusionOk="0">
                  <a:moveTo>
                    <a:pt x="1" y="1"/>
                  </a:moveTo>
                  <a:cubicBezTo>
                    <a:pt x="60" y="362"/>
                    <a:pt x="257" y="659"/>
                    <a:pt x="575" y="844"/>
                  </a:cubicBezTo>
                  <a:cubicBezTo>
                    <a:pt x="606" y="863"/>
                    <a:pt x="619" y="911"/>
                    <a:pt x="589" y="939"/>
                  </a:cubicBezTo>
                  <a:cubicBezTo>
                    <a:pt x="428" y="1096"/>
                    <a:pt x="248" y="1212"/>
                    <a:pt x="38" y="1293"/>
                  </a:cubicBezTo>
                </a:path>
              </a:pathLst>
            </a:custGeom>
            <a:noFill/>
            <a:ln w="5075" cap="rnd" cmpd="sng">
              <a:solidFill>
                <a:schemeClr val="dk1"/>
              </a:solidFill>
              <a:prstDash val="solid"/>
              <a:round/>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64" name="Google Shape;1364;p54"/>
            <p:cNvSpPr/>
            <p:nvPr/>
          </p:nvSpPr>
          <p:spPr>
            <a:xfrm>
              <a:off x="2291848" y="1703121"/>
              <a:ext cx="86071" cy="57999"/>
            </a:xfrm>
            <a:custGeom>
              <a:avLst/>
              <a:gdLst/>
              <a:ahLst/>
              <a:cxnLst/>
              <a:rect l="l" t="t" r="r" b="b"/>
              <a:pathLst>
                <a:path w="693" h="467" extrusionOk="0">
                  <a:moveTo>
                    <a:pt x="377" y="1"/>
                  </a:moveTo>
                  <a:cubicBezTo>
                    <a:pt x="351" y="1"/>
                    <a:pt x="325" y="3"/>
                    <a:pt x="298" y="8"/>
                  </a:cubicBezTo>
                  <a:cubicBezTo>
                    <a:pt x="122" y="37"/>
                    <a:pt x="0" y="163"/>
                    <a:pt x="26" y="289"/>
                  </a:cubicBezTo>
                  <a:cubicBezTo>
                    <a:pt x="48" y="395"/>
                    <a:pt x="170" y="467"/>
                    <a:pt x="316" y="467"/>
                  </a:cubicBezTo>
                  <a:cubicBezTo>
                    <a:pt x="342" y="467"/>
                    <a:pt x="368" y="465"/>
                    <a:pt x="395" y="460"/>
                  </a:cubicBezTo>
                  <a:cubicBezTo>
                    <a:pt x="571" y="429"/>
                    <a:pt x="693" y="303"/>
                    <a:pt x="667" y="178"/>
                  </a:cubicBezTo>
                  <a:cubicBezTo>
                    <a:pt x="645" y="72"/>
                    <a:pt x="523" y="1"/>
                    <a:pt x="377" y="1"/>
                  </a:cubicBezTo>
                  <a:close/>
                </a:path>
              </a:pathLst>
            </a:custGeom>
            <a:solidFill>
              <a:srgbClr val="783F0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65" name="Google Shape;1365;p54"/>
            <p:cNvSpPr/>
            <p:nvPr/>
          </p:nvSpPr>
          <p:spPr>
            <a:xfrm>
              <a:off x="2622346" y="1670582"/>
              <a:ext cx="65826" cy="58372"/>
            </a:xfrm>
            <a:custGeom>
              <a:avLst/>
              <a:gdLst/>
              <a:ahLst/>
              <a:cxnLst/>
              <a:rect l="l" t="t" r="r" b="b"/>
              <a:pathLst>
                <a:path w="530" h="470" extrusionOk="0">
                  <a:moveTo>
                    <a:pt x="378" y="1"/>
                  </a:moveTo>
                  <a:cubicBezTo>
                    <a:pt x="352" y="1"/>
                    <a:pt x="326" y="3"/>
                    <a:pt x="300" y="9"/>
                  </a:cubicBezTo>
                  <a:cubicBezTo>
                    <a:pt x="125" y="40"/>
                    <a:pt x="0" y="166"/>
                    <a:pt x="29" y="289"/>
                  </a:cubicBezTo>
                  <a:cubicBezTo>
                    <a:pt x="50" y="397"/>
                    <a:pt x="172" y="469"/>
                    <a:pt x="318" y="469"/>
                  </a:cubicBezTo>
                  <a:cubicBezTo>
                    <a:pt x="343" y="469"/>
                    <a:pt x="370" y="467"/>
                    <a:pt x="396" y="462"/>
                  </a:cubicBezTo>
                  <a:cubicBezTo>
                    <a:pt x="447" y="454"/>
                    <a:pt x="491" y="437"/>
                    <a:pt x="530" y="416"/>
                  </a:cubicBezTo>
                  <a:cubicBezTo>
                    <a:pt x="503" y="276"/>
                    <a:pt x="478" y="136"/>
                    <a:pt x="460" y="10"/>
                  </a:cubicBezTo>
                  <a:cubicBezTo>
                    <a:pt x="434" y="4"/>
                    <a:pt x="406" y="1"/>
                    <a:pt x="378" y="1"/>
                  </a:cubicBezTo>
                  <a:close/>
                </a:path>
              </a:pathLst>
            </a:custGeom>
            <a:solidFill>
              <a:srgbClr val="783F04"/>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66" name="Google Shape;1366;p54"/>
            <p:cNvSpPr/>
            <p:nvPr/>
          </p:nvSpPr>
          <p:spPr>
            <a:xfrm>
              <a:off x="2390463" y="1600162"/>
              <a:ext cx="32168" cy="40860"/>
            </a:xfrm>
            <a:custGeom>
              <a:avLst/>
              <a:gdLst/>
              <a:ahLst/>
              <a:cxnLst/>
              <a:rect l="l" t="t" r="r" b="b"/>
              <a:pathLst>
                <a:path w="259" h="329" extrusionOk="0">
                  <a:moveTo>
                    <a:pt x="124" y="1"/>
                  </a:moveTo>
                  <a:cubicBezTo>
                    <a:pt x="122" y="1"/>
                    <a:pt x="121" y="1"/>
                    <a:pt x="120" y="1"/>
                  </a:cubicBezTo>
                  <a:cubicBezTo>
                    <a:pt x="53" y="4"/>
                    <a:pt x="1" y="81"/>
                    <a:pt x="7" y="171"/>
                  </a:cubicBezTo>
                  <a:cubicBezTo>
                    <a:pt x="13" y="259"/>
                    <a:pt x="69" y="328"/>
                    <a:pt x="134" y="328"/>
                  </a:cubicBezTo>
                  <a:cubicBezTo>
                    <a:pt x="136" y="328"/>
                    <a:pt x="138" y="328"/>
                    <a:pt x="140" y="328"/>
                  </a:cubicBezTo>
                  <a:cubicBezTo>
                    <a:pt x="208" y="325"/>
                    <a:pt x="259" y="248"/>
                    <a:pt x="253" y="158"/>
                  </a:cubicBezTo>
                  <a:cubicBezTo>
                    <a:pt x="247" y="69"/>
                    <a:pt x="190" y="1"/>
                    <a:pt x="124" y="1"/>
                  </a:cubicBezTo>
                  <a:close/>
                </a:path>
              </a:pathLst>
            </a:custGeom>
            <a:solidFill>
              <a:schemeClr val="dk1"/>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67" name="Google Shape;1367;p54"/>
            <p:cNvSpPr/>
            <p:nvPr/>
          </p:nvSpPr>
          <p:spPr>
            <a:xfrm>
              <a:off x="2569809" y="1597430"/>
              <a:ext cx="32044" cy="40860"/>
            </a:xfrm>
            <a:custGeom>
              <a:avLst/>
              <a:gdLst/>
              <a:ahLst/>
              <a:cxnLst/>
              <a:rect l="l" t="t" r="r" b="b"/>
              <a:pathLst>
                <a:path w="258" h="329" extrusionOk="0">
                  <a:moveTo>
                    <a:pt x="124" y="0"/>
                  </a:moveTo>
                  <a:cubicBezTo>
                    <a:pt x="122" y="0"/>
                    <a:pt x="121" y="0"/>
                    <a:pt x="119" y="0"/>
                  </a:cubicBezTo>
                  <a:cubicBezTo>
                    <a:pt x="51" y="5"/>
                    <a:pt x="1" y="80"/>
                    <a:pt x="7" y="171"/>
                  </a:cubicBezTo>
                  <a:cubicBezTo>
                    <a:pt x="11" y="259"/>
                    <a:pt x="67" y="328"/>
                    <a:pt x="134" y="328"/>
                  </a:cubicBezTo>
                  <a:cubicBezTo>
                    <a:pt x="136" y="328"/>
                    <a:pt x="138" y="328"/>
                    <a:pt x="140" y="328"/>
                  </a:cubicBezTo>
                  <a:cubicBezTo>
                    <a:pt x="208" y="325"/>
                    <a:pt x="257" y="248"/>
                    <a:pt x="253" y="158"/>
                  </a:cubicBezTo>
                  <a:cubicBezTo>
                    <a:pt x="247" y="69"/>
                    <a:pt x="190" y="0"/>
                    <a:pt x="124" y="0"/>
                  </a:cubicBezTo>
                  <a:close/>
                </a:path>
              </a:pathLst>
            </a:custGeom>
            <a:solidFill>
              <a:schemeClr val="dk1"/>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68" name="Google Shape;1368;p54"/>
            <p:cNvSpPr/>
            <p:nvPr/>
          </p:nvSpPr>
          <p:spPr>
            <a:xfrm>
              <a:off x="2356308" y="1524899"/>
              <a:ext cx="65578" cy="68928"/>
            </a:xfrm>
            <a:custGeom>
              <a:avLst/>
              <a:gdLst/>
              <a:ahLst/>
              <a:cxnLst/>
              <a:rect l="l" t="t" r="r" b="b"/>
              <a:pathLst>
                <a:path w="528" h="555" fill="none" extrusionOk="0">
                  <a:moveTo>
                    <a:pt x="528" y="383"/>
                  </a:moveTo>
                  <a:cubicBezTo>
                    <a:pt x="223" y="0"/>
                    <a:pt x="0" y="555"/>
                    <a:pt x="73" y="430"/>
                  </a:cubicBezTo>
                </a:path>
              </a:pathLst>
            </a:custGeom>
            <a:noFill/>
            <a:ln w="5075" cap="rnd" cmpd="sng">
              <a:solidFill>
                <a:schemeClr val="dk1"/>
              </a:solidFill>
              <a:prstDash val="solid"/>
              <a:round/>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69" name="Google Shape;1369;p54"/>
            <p:cNvSpPr/>
            <p:nvPr/>
          </p:nvSpPr>
          <p:spPr>
            <a:xfrm>
              <a:off x="2538759" y="1508256"/>
              <a:ext cx="65702" cy="69052"/>
            </a:xfrm>
            <a:custGeom>
              <a:avLst/>
              <a:gdLst/>
              <a:ahLst/>
              <a:cxnLst/>
              <a:rect l="l" t="t" r="r" b="b"/>
              <a:pathLst>
                <a:path w="529" h="556" fill="none" extrusionOk="0">
                  <a:moveTo>
                    <a:pt x="528" y="383"/>
                  </a:moveTo>
                  <a:cubicBezTo>
                    <a:pt x="223" y="1"/>
                    <a:pt x="0" y="555"/>
                    <a:pt x="73" y="431"/>
                  </a:cubicBezTo>
                </a:path>
              </a:pathLst>
            </a:custGeom>
            <a:noFill/>
            <a:ln w="5075" cap="rnd" cmpd="sng">
              <a:solidFill>
                <a:schemeClr val="dk1"/>
              </a:solidFill>
              <a:prstDash val="solid"/>
              <a:round/>
              <a:headEnd type="none" w="sm" len="sm"/>
              <a:tailEnd type="none" w="sm" len="sm"/>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sp>
          <p:nvSpPr>
            <p:cNvPr id="1370" name="Google Shape;1370;p54"/>
            <p:cNvSpPr/>
            <p:nvPr/>
          </p:nvSpPr>
          <p:spPr>
            <a:xfrm>
              <a:off x="2421762" y="1807447"/>
              <a:ext cx="234986" cy="112272"/>
            </a:xfrm>
            <a:custGeom>
              <a:avLst/>
              <a:gdLst/>
              <a:ahLst/>
              <a:cxnLst/>
              <a:rect l="l" t="t" r="r" b="b"/>
              <a:pathLst>
                <a:path w="1892" h="904" extrusionOk="0">
                  <a:moveTo>
                    <a:pt x="1639" y="1"/>
                  </a:moveTo>
                  <a:cubicBezTo>
                    <a:pt x="1119" y="42"/>
                    <a:pt x="1" y="278"/>
                    <a:pt x="1" y="278"/>
                  </a:cubicBezTo>
                  <a:cubicBezTo>
                    <a:pt x="1" y="278"/>
                    <a:pt x="73" y="904"/>
                    <a:pt x="761" y="904"/>
                  </a:cubicBezTo>
                  <a:cubicBezTo>
                    <a:pt x="833" y="904"/>
                    <a:pt x="913" y="897"/>
                    <a:pt x="1000" y="881"/>
                  </a:cubicBezTo>
                  <a:cubicBezTo>
                    <a:pt x="1891" y="723"/>
                    <a:pt x="1639" y="1"/>
                    <a:pt x="1639" y="1"/>
                  </a:cubicBezTo>
                  <a:close/>
                </a:path>
              </a:pathLst>
            </a:custGeom>
            <a:solidFill>
              <a:schemeClr val="lt1"/>
            </a:solidFill>
            <a:ln>
              <a:noFill/>
            </a:ln>
          </p:spPr>
          <p:txBody>
            <a:bodyPr spcFirstLastPara="1" wrap="square" lIns="48900" tIns="48900" rIns="48900" bIns="48900"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14"/>
                                        </p:tgtEl>
                                        <p:attrNameLst>
                                          <p:attrName>style.visibility</p:attrName>
                                        </p:attrNameLst>
                                      </p:cBhvr>
                                      <p:to>
                                        <p:strVal val="visible"/>
                                      </p:to>
                                    </p:set>
                                    <p:anim calcmode="lin" valueType="num">
                                      <p:cBhvr additive="base">
                                        <p:cTn id="7" dur="1000"/>
                                        <p:tgtEl>
                                          <p:spTgt spid="1314"/>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315"/>
                                        </p:tgtEl>
                                        <p:attrNameLst>
                                          <p:attrName>style.visibility</p:attrName>
                                        </p:attrNameLst>
                                      </p:cBhvr>
                                      <p:to>
                                        <p:strVal val="visible"/>
                                      </p:to>
                                    </p:set>
                                    <p:anim calcmode="lin" valueType="num">
                                      <p:cBhvr additive="base">
                                        <p:cTn id="10" dur="1000"/>
                                        <p:tgtEl>
                                          <p:spTgt spid="13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74"/>
        <p:cNvGrpSpPr/>
        <p:nvPr/>
      </p:nvGrpSpPr>
      <p:grpSpPr>
        <a:xfrm>
          <a:off x="0" y="0"/>
          <a:ext cx="0" cy="0"/>
          <a:chOff x="0" y="0"/>
          <a:chExt cx="0" cy="0"/>
        </a:xfrm>
      </p:grpSpPr>
      <p:grpSp>
        <p:nvGrpSpPr>
          <p:cNvPr id="1375" name="Google Shape;1375;p55"/>
          <p:cNvGrpSpPr/>
          <p:nvPr/>
        </p:nvGrpSpPr>
        <p:grpSpPr>
          <a:xfrm flipH="1">
            <a:off x="7268998" y="983915"/>
            <a:ext cx="2319808" cy="4159260"/>
            <a:chOff x="2871987" y="2724476"/>
            <a:chExt cx="1179964" cy="2115595"/>
          </a:xfrm>
        </p:grpSpPr>
        <p:sp>
          <p:nvSpPr>
            <p:cNvPr id="1376" name="Google Shape;1376;p55"/>
            <p:cNvSpPr/>
            <p:nvPr/>
          </p:nvSpPr>
          <p:spPr>
            <a:xfrm>
              <a:off x="3568355" y="4561412"/>
              <a:ext cx="358029" cy="148510"/>
            </a:xfrm>
            <a:custGeom>
              <a:avLst/>
              <a:gdLst/>
              <a:ahLst/>
              <a:cxnLst/>
              <a:rect l="l" t="t" r="r" b="b"/>
              <a:pathLst>
                <a:path w="9378" h="3890" extrusionOk="0">
                  <a:moveTo>
                    <a:pt x="7324" y="1"/>
                  </a:moveTo>
                  <a:cubicBezTo>
                    <a:pt x="5882" y="1"/>
                    <a:pt x="3562" y="679"/>
                    <a:pt x="1" y="3333"/>
                  </a:cubicBezTo>
                  <a:cubicBezTo>
                    <a:pt x="1" y="3333"/>
                    <a:pt x="1494" y="3889"/>
                    <a:pt x="3382" y="3889"/>
                  </a:cubicBezTo>
                  <a:cubicBezTo>
                    <a:pt x="5370" y="3889"/>
                    <a:pt x="7795" y="3273"/>
                    <a:pt x="9377" y="742"/>
                  </a:cubicBezTo>
                  <a:cubicBezTo>
                    <a:pt x="9377" y="742"/>
                    <a:pt x="8831" y="1"/>
                    <a:pt x="73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55"/>
            <p:cNvSpPr/>
            <p:nvPr/>
          </p:nvSpPr>
          <p:spPr>
            <a:xfrm>
              <a:off x="3686020" y="4523157"/>
              <a:ext cx="167790" cy="272511"/>
            </a:xfrm>
            <a:custGeom>
              <a:avLst/>
              <a:gdLst/>
              <a:ahLst/>
              <a:cxnLst/>
              <a:rect l="l" t="t" r="r" b="b"/>
              <a:pathLst>
                <a:path w="4395" h="7138" extrusionOk="0">
                  <a:moveTo>
                    <a:pt x="3433" y="1"/>
                  </a:moveTo>
                  <a:cubicBezTo>
                    <a:pt x="3432" y="1"/>
                    <a:pt x="156" y="319"/>
                    <a:pt x="131" y="469"/>
                  </a:cubicBezTo>
                  <a:cubicBezTo>
                    <a:pt x="103" y="619"/>
                    <a:pt x="1" y="7137"/>
                    <a:pt x="1" y="7137"/>
                  </a:cubicBezTo>
                  <a:lnTo>
                    <a:pt x="4395" y="6799"/>
                  </a:lnTo>
                  <a:cubicBezTo>
                    <a:pt x="4276" y="6630"/>
                    <a:pt x="2866" y="4328"/>
                    <a:pt x="3433"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55"/>
            <p:cNvSpPr/>
            <p:nvPr/>
          </p:nvSpPr>
          <p:spPr>
            <a:xfrm>
              <a:off x="3647613" y="4688392"/>
              <a:ext cx="404338" cy="151679"/>
            </a:xfrm>
            <a:custGeom>
              <a:avLst/>
              <a:gdLst/>
              <a:ahLst/>
              <a:cxnLst/>
              <a:rect l="l" t="t" r="r" b="b"/>
              <a:pathLst>
                <a:path w="10591" h="3973" extrusionOk="0">
                  <a:moveTo>
                    <a:pt x="1184" y="0"/>
                  </a:moveTo>
                  <a:cubicBezTo>
                    <a:pt x="1105" y="0"/>
                    <a:pt x="1022" y="12"/>
                    <a:pt x="934" y="34"/>
                  </a:cubicBezTo>
                  <a:cubicBezTo>
                    <a:pt x="934" y="34"/>
                    <a:pt x="0" y="2862"/>
                    <a:pt x="43" y="3973"/>
                  </a:cubicBezTo>
                  <a:lnTo>
                    <a:pt x="10161" y="3973"/>
                  </a:lnTo>
                  <a:cubicBezTo>
                    <a:pt x="10161" y="3973"/>
                    <a:pt x="10591" y="2962"/>
                    <a:pt x="8582" y="2559"/>
                  </a:cubicBezTo>
                  <a:cubicBezTo>
                    <a:pt x="6573" y="2154"/>
                    <a:pt x="4883" y="34"/>
                    <a:pt x="4883" y="34"/>
                  </a:cubicBezTo>
                  <a:cubicBezTo>
                    <a:pt x="4883" y="34"/>
                    <a:pt x="4871" y="33"/>
                    <a:pt x="4848" y="33"/>
                  </a:cubicBezTo>
                  <a:cubicBezTo>
                    <a:pt x="4711" y="33"/>
                    <a:pt x="4214" y="69"/>
                    <a:pt x="4147" y="590"/>
                  </a:cubicBezTo>
                  <a:cubicBezTo>
                    <a:pt x="4068" y="1196"/>
                    <a:pt x="4584" y="2055"/>
                    <a:pt x="4135" y="2409"/>
                  </a:cubicBezTo>
                  <a:cubicBezTo>
                    <a:pt x="4047" y="2478"/>
                    <a:pt x="3936" y="2510"/>
                    <a:pt x="3811" y="2510"/>
                  </a:cubicBezTo>
                  <a:cubicBezTo>
                    <a:pt x="3302" y="2510"/>
                    <a:pt x="2567" y="1968"/>
                    <a:pt x="2268" y="1196"/>
                  </a:cubicBezTo>
                  <a:cubicBezTo>
                    <a:pt x="1951" y="378"/>
                    <a:pt x="1639" y="0"/>
                    <a:pt x="11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55"/>
            <p:cNvSpPr/>
            <p:nvPr/>
          </p:nvSpPr>
          <p:spPr>
            <a:xfrm>
              <a:off x="3812237" y="4767649"/>
              <a:ext cx="133545" cy="60320"/>
            </a:xfrm>
            <a:custGeom>
              <a:avLst/>
              <a:gdLst/>
              <a:ahLst/>
              <a:cxnLst/>
              <a:rect l="l" t="t" r="r" b="b"/>
              <a:pathLst>
                <a:path w="3498" h="1580" fill="none" extrusionOk="0">
                  <a:moveTo>
                    <a:pt x="1" y="1"/>
                  </a:moveTo>
                  <a:cubicBezTo>
                    <a:pt x="1" y="1"/>
                    <a:pt x="2355" y="1580"/>
                    <a:pt x="3498" y="244"/>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55"/>
            <p:cNvSpPr/>
            <p:nvPr/>
          </p:nvSpPr>
          <p:spPr>
            <a:xfrm>
              <a:off x="3055853" y="4548126"/>
              <a:ext cx="335962" cy="133545"/>
            </a:xfrm>
            <a:custGeom>
              <a:avLst/>
              <a:gdLst/>
              <a:ahLst/>
              <a:cxnLst/>
              <a:rect l="l" t="t" r="r" b="b"/>
              <a:pathLst>
                <a:path w="8800" h="3498" extrusionOk="0">
                  <a:moveTo>
                    <a:pt x="2839" y="1"/>
                  </a:moveTo>
                  <a:cubicBezTo>
                    <a:pt x="2004" y="1"/>
                    <a:pt x="1062" y="105"/>
                    <a:pt x="1" y="350"/>
                  </a:cubicBezTo>
                  <a:cubicBezTo>
                    <a:pt x="1" y="350"/>
                    <a:pt x="1783" y="3497"/>
                    <a:pt x="6255" y="3497"/>
                  </a:cubicBezTo>
                  <a:cubicBezTo>
                    <a:pt x="7023" y="3497"/>
                    <a:pt x="7869" y="3405"/>
                    <a:pt x="8799" y="3188"/>
                  </a:cubicBezTo>
                  <a:cubicBezTo>
                    <a:pt x="8799" y="3188"/>
                    <a:pt x="7463" y="1"/>
                    <a:pt x="28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5"/>
            <p:cNvSpPr/>
            <p:nvPr/>
          </p:nvSpPr>
          <p:spPr>
            <a:xfrm>
              <a:off x="3076087" y="4523157"/>
              <a:ext cx="239755" cy="272511"/>
            </a:xfrm>
            <a:custGeom>
              <a:avLst/>
              <a:gdLst/>
              <a:ahLst/>
              <a:cxnLst/>
              <a:rect l="l" t="t" r="r" b="b"/>
              <a:pathLst>
                <a:path w="6280" h="7138" extrusionOk="0">
                  <a:moveTo>
                    <a:pt x="3106" y="1"/>
                  </a:moveTo>
                  <a:cubicBezTo>
                    <a:pt x="2307" y="4328"/>
                    <a:pt x="172" y="6630"/>
                    <a:pt x="0" y="6799"/>
                  </a:cubicBezTo>
                  <a:lnTo>
                    <a:pt x="4289" y="7137"/>
                  </a:lnTo>
                  <a:cubicBezTo>
                    <a:pt x="4289" y="7137"/>
                    <a:pt x="6241" y="619"/>
                    <a:pt x="6261" y="469"/>
                  </a:cubicBezTo>
                  <a:cubicBezTo>
                    <a:pt x="6280" y="319"/>
                    <a:pt x="3106" y="1"/>
                    <a:pt x="3106"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5"/>
            <p:cNvSpPr/>
            <p:nvPr/>
          </p:nvSpPr>
          <p:spPr>
            <a:xfrm>
              <a:off x="2871987" y="4688392"/>
              <a:ext cx="405483" cy="151679"/>
            </a:xfrm>
            <a:custGeom>
              <a:avLst/>
              <a:gdLst/>
              <a:ahLst/>
              <a:cxnLst/>
              <a:rect l="l" t="t" r="r" b="b"/>
              <a:pathLst>
                <a:path w="10621" h="3973" extrusionOk="0">
                  <a:moveTo>
                    <a:pt x="10341" y="0"/>
                  </a:moveTo>
                  <a:cubicBezTo>
                    <a:pt x="9887" y="0"/>
                    <a:pt x="9454" y="378"/>
                    <a:pt x="8879" y="1196"/>
                  </a:cubicBezTo>
                  <a:cubicBezTo>
                    <a:pt x="8337" y="1968"/>
                    <a:pt x="7432" y="2510"/>
                    <a:pt x="6923" y="2510"/>
                  </a:cubicBezTo>
                  <a:cubicBezTo>
                    <a:pt x="6798" y="2510"/>
                    <a:pt x="6698" y="2478"/>
                    <a:pt x="6632" y="2409"/>
                  </a:cubicBezTo>
                  <a:cubicBezTo>
                    <a:pt x="6295" y="2055"/>
                    <a:pt x="7079" y="1196"/>
                    <a:pt x="7193" y="590"/>
                  </a:cubicBezTo>
                  <a:cubicBezTo>
                    <a:pt x="7290" y="69"/>
                    <a:pt x="6804" y="33"/>
                    <a:pt x="6667" y="33"/>
                  </a:cubicBezTo>
                  <a:cubicBezTo>
                    <a:pt x="6645" y="33"/>
                    <a:pt x="6632" y="34"/>
                    <a:pt x="6632" y="34"/>
                  </a:cubicBezTo>
                  <a:cubicBezTo>
                    <a:pt x="6632" y="34"/>
                    <a:pt x="4270" y="2154"/>
                    <a:pt x="2135" y="2559"/>
                  </a:cubicBezTo>
                  <a:cubicBezTo>
                    <a:pt x="0" y="2962"/>
                    <a:pt x="112" y="3973"/>
                    <a:pt x="112" y="3973"/>
                  </a:cubicBezTo>
                  <a:lnTo>
                    <a:pt x="10227" y="3973"/>
                  </a:lnTo>
                  <a:cubicBezTo>
                    <a:pt x="10621" y="2862"/>
                    <a:pt x="10579" y="34"/>
                    <a:pt x="10579" y="34"/>
                  </a:cubicBezTo>
                  <a:cubicBezTo>
                    <a:pt x="10499" y="12"/>
                    <a:pt x="10420" y="0"/>
                    <a:pt x="103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5"/>
            <p:cNvSpPr/>
            <p:nvPr/>
          </p:nvSpPr>
          <p:spPr>
            <a:xfrm>
              <a:off x="2989079" y="4769634"/>
              <a:ext cx="133049" cy="57152"/>
            </a:xfrm>
            <a:custGeom>
              <a:avLst/>
              <a:gdLst/>
              <a:ahLst/>
              <a:cxnLst/>
              <a:rect l="l" t="t" r="r" b="b"/>
              <a:pathLst>
                <a:path w="3485" h="1497" fill="none" extrusionOk="0">
                  <a:moveTo>
                    <a:pt x="3484" y="1"/>
                  </a:moveTo>
                  <a:cubicBezTo>
                    <a:pt x="3484" y="1"/>
                    <a:pt x="1144" y="1496"/>
                    <a:pt x="1" y="162"/>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5"/>
            <p:cNvSpPr/>
            <p:nvPr/>
          </p:nvSpPr>
          <p:spPr>
            <a:xfrm>
              <a:off x="3055853" y="3408855"/>
              <a:ext cx="870523" cy="1279824"/>
            </a:xfrm>
            <a:custGeom>
              <a:avLst/>
              <a:gdLst/>
              <a:ahLst/>
              <a:cxnLst/>
              <a:rect l="l" t="t" r="r" b="b"/>
              <a:pathLst>
                <a:path w="22802" h="33523" extrusionOk="0">
                  <a:moveTo>
                    <a:pt x="9684" y="1"/>
                  </a:moveTo>
                  <a:cubicBezTo>
                    <a:pt x="9684" y="1"/>
                    <a:pt x="7440" y="4752"/>
                    <a:pt x="7501" y="9153"/>
                  </a:cubicBezTo>
                  <a:cubicBezTo>
                    <a:pt x="7562" y="13555"/>
                    <a:pt x="890" y="28464"/>
                    <a:pt x="1" y="30191"/>
                  </a:cubicBezTo>
                  <a:cubicBezTo>
                    <a:pt x="1" y="30191"/>
                    <a:pt x="435" y="30148"/>
                    <a:pt x="1121" y="30148"/>
                  </a:cubicBezTo>
                  <a:cubicBezTo>
                    <a:pt x="3042" y="30148"/>
                    <a:pt x="6937" y="30483"/>
                    <a:pt x="8799" y="33029"/>
                  </a:cubicBezTo>
                  <a:cubicBezTo>
                    <a:pt x="8799" y="33029"/>
                    <a:pt x="11019" y="26675"/>
                    <a:pt x="11437" y="23713"/>
                  </a:cubicBezTo>
                  <a:cubicBezTo>
                    <a:pt x="11853" y="20752"/>
                    <a:pt x="15358" y="7118"/>
                    <a:pt x="15358" y="7117"/>
                  </a:cubicBezTo>
                  <a:lnTo>
                    <a:pt x="15358" y="7117"/>
                  </a:lnTo>
                  <a:cubicBezTo>
                    <a:pt x="15358" y="7118"/>
                    <a:pt x="14497" y="18594"/>
                    <a:pt x="15030" y="22540"/>
                  </a:cubicBezTo>
                  <a:cubicBezTo>
                    <a:pt x="15565" y="26489"/>
                    <a:pt x="13425" y="31589"/>
                    <a:pt x="13425" y="33522"/>
                  </a:cubicBezTo>
                  <a:cubicBezTo>
                    <a:pt x="13425" y="33522"/>
                    <a:pt x="18564" y="30523"/>
                    <a:pt x="21421" y="30523"/>
                  </a:cubicBezTo>
                  <a:cubicBezTo>
                    <a:pt x="21992" y="30523"/>
                    <a:pt x="22472" y="30643"/>
                    <a:pt x="22801" y="30931"/>
                  </a:cubicBezTo>
                  <a:cubicBezTo>
                    <a:pt x="22801" y="30931"/>
                    <a:pt x="22801" y="25149"/>
                    <a:pt x="21814" y="20874"/>
                  </a:cubicBezTo>
                  <a:cubicBezTo>
                    <a:pt x="20827" y="16600"/>
                    <a:pt x="21322" y="8721"/>
                    <a:pt x="21197" y="6005"/>
                  </a:cubicBezTo>
                  <a:cubicBezTo>
                    <a:pt x="21073" y="3290"/>
                    <a:pt x="20499" y="1523"/>
                    <a:pt x="18751" y="63"/>
                  </a:cubicBezTo>
                  <a:lnTo>
                    <a:pt x="96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5"/>
            <p:cNvSpPr/>
            <p:nvPr/>
          </p:nvSpPr>
          <p:spPr>
            <a:xfrm>
              <a:off x="3677163" y="3416491"/>
              <a:ext cx="35238" cy="146296"/>
            </a:xfrm>
            <a:custGeom>
              <a:avLst/>
              <a:gdLst/>
              <a:ahLst/>
              <a:cxnLst/>
              <a:rect l="l" t="t" r="r" b="b"/>
              <a:pathLst>
                <a:path w="923" h="3832" fill="none" extrusionOk="0">
                  <a:moveTo>
                    <a:pt x="0" y="1"/>
                  </a:moveTo>
                  <a:cubicBezTo>
                    <a:pt x="556" y="1200"/>
                    <a:pt x="872" y="2511"/>
                    <a:pt x="922" y="3831"/>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55"/>
            <p:cNvSpPr/>
            <p:nvPr/>
          </p:nvSpPr>
          <p:spPr>
            <a:xfrm>
              <a:off x="3617987" y="3668657"/>
              <a:ext cx="70896" cy="994982"/>
            </a:xfrm>
            <a:custGeom>
              <a:avLst/>
              <a:gdLst/>
              <a:ahLst/>
              <a:cxnLst/>
              <a:rect l="l" t="t" r="r" b="b"/>
              <a:pathLst>
                <a:path w="1857" h="26062" fill="none" extrusionOk="0">
                  <a:moveTo>
                    <a:pt x="127" y="26062"/>
                  </a:moveTo>
                  <a:cubicBezTo>
                    <a:pt x="1" y="24071"/>
                    <a:pt x="542" y="22107"/>
                    <a:pt x="901" y="20144"/>
                  </a:cubicBezTo>
                  <a:cubicBezTo>
                    <a:pt x="1857" y="14927"/>
                    <a:pt x="1538" y="9573"/>
                    <a:pt x="1216" y="4280"/>
                  </a:cubicBezTo>
                  <a:cubicBezTo>
                    <a:pt x="1129" y="2852"/>
                    <a:pt x="1042" y="1428"/>
                    <a:pt x="957" y="0"/>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55"/>
            <p:cNvSpPr/>
            <p:nvPr/>
          </p:nvSpPr>
          <p:spPr>
            <a:xfrm>
              <a:off x="3116136" y="3424126"/>
              <a:ext cx="352035" cy="1137308"/>
            </a:xfrm>
            <a:custGeom>
              <a:avLst/>
              <a:gdLst/>
              <a:ahLst/>
              <a:cxnLst/>
              <a:rect l="l" t="t" r="r" b="b"/>
              <a:pathLst>
                <a:path w="9221" h="29790" fill="none" extrusionOk="0">
                  <a:moveTo>
                    <a:pt x="9220" y="1"/>
                  </a:moveTo>
                  <a:cubicBezTo>
                    <a:pt x="7735" y="2020"/>
                    <a:pt x="7269" y="4592"/>
                    <a:pt x="6902" y="7071"/>
                  </a:cubicBezTo>
                  <a:cubicBezTo>
                    <a:pt x="6312" y="11059"/>
                    <a:pt x="5846" y="15130"/>
                    <a:pt x="4261" y="18839"/>
                  </a:cubicBezTo>
                  <a:cubicBezTo>
                    <a:pt x="3711" y="20128"/>
                    <a:pt x="3031" y="21356"/>
                    <a:pt x="2466" y="22641"/>
                  </a:cubicBezTo>
                  <a:cubicBezTo>
                    <a:pt x="1812" y="24130"/>
                    <a:pt x="1314" y="25683"/>
                    <a:pt x="822" y="27232"/>
                  </a:cubicBezTo>
                  <a:cubicBezTo>
                    <a:pt x="569" y="28030"/>
                    <a:pt x="256" y="28995"/>
                    <a:pt x="1" y="29790"/>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5"/>
            <p:cNvSpPr/>
            <p:nvPr/>
          </p:nvSpPr>
          <p:spPr>
            <a:xfrm>
              <a:off x="3633411" y="3588712"/>
              <a:ext cx="102507" cy="227309"/>
            </a:xfrm>
            <a:custGeom>
              <a:avLst/>
              <a:gdLst/>
              <a:ahLst/>
              <a:cxnLst/>
              <a:rect l="l" t="t" r="r" b="b"/>
              <a:pathLst>
                <a:path w="2685" h="5954" extrusionOk="0">
                  <a:moveTo>
                    <a:pt x="2288" y="1"/>
                  </a:moveTo>
                  <a:cubicBezTo>
                    <a:pt x="1133" y="1418"/>
                    <a:pt x="228" y="2406"/>
                    <a:pt x="228" y="2406"/>
                  </a:cubicBezTo>
                  <a:cubicBezTo>
                    <a:pt x="65" y="4565"/>
                    <a:pt x="0" y="5953"/>
                    <a:pt x="0" y="5953"/>
                  </a:cubicBezTo>
                  <a:cubicBezTo>
                    <a:pt x="2685" y="3732"/>
                    <a:pt x="2288" y="1"/>
                    <a:pt x="22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5"/>
            <p:cNvSpPr/>
            <p:nvPr/>
          </p:nvSpPr>
          <p:spPr>
            <a:xfrm>
              <a:off x="3277973" y="4022491"/>
              <a:ext cx="39705" cy="195125"/>
            </a:xfrm>
            <a:custGeom>
              <a:avLst/>
              <a:gdLst/>
              <a:ahLst/>
              <a:cxnLst/>
              <a:rect l="l" t="t" r="r" b="b"/>
              <a:pathLst>
                <a:path w="1040" h="5111" fill="none" extrusionOk="0">
                  <a:moveTo>
                    <a:pt x="0" y="1"/>
                  </a:moveTo>
                  <a:cubicBezTo>
                    <a:pt x="312" y="1547"/>
                    <a:pt x="1039" y="3049"/>
                    <a:pt x="1032" y="4627"/>
                  </a:cubicBezTo>
                  <a:cubicBezTo>
                    <a:pt x="658" y="5111"/>
                    <a:pt x="518" y="4648"/>
                    <a:pt x="562" y="4389"/>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55"/>
            <p:cNvSpPr/>
            <p:nvPr/>
          </p:nvSpPr>
          <p:spPr>
            <a:xfrm>
              <a:off x="3580458" y="4457567"/>
              <a:ext cx="343827" cy="157329"/>
            </a:xfrm>
            <a:custGeom>
              <a:avLst/>
              <a:gdLst/>
              <a:ahLst/>
              <a:cxnLst/>
              <a:rect l="l" t="t" r="r" b="b"/>
              <a:pathLst>
                <a:path w="9006" h="4121" fill="none" extrusionOk="0">
                  <a:moveTo>
                    <a:pt x="1" y="4120"/>
                  </a:moveTo>
                  <a:cubicBezTo>
                    <a:pt x="1" y="4120"/>
                    <a:pt x="6665" y="0"/>
                    <a:pt x="9005" y="1299"/>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55"/>
            <p:cNvSpPr/>
            <p:nvPr/>
          </p:nvSpPr>
          <p:spPr>
            <a:xfrm>
              <a:off x="3085975" y="4458865"/>
              <a:ext cx="333175" cy="129078"/>
            </a:xfrm>
            <a:custGeom>
              <a:avLst/>
              <a:gdLst/>
              <a:ahLst/>
              <a:cxnLst/>
              <a:rect l="l" t="t" r="r" b="b"/>
              <a:pathLst>
                <a:path w="8727" h="3381" fill="none" extrusionOk="0">
                  <a:moveTo>
                    <a:pt x="1" y="1013"/>
                  </a:moveTo>
                  <a:cubicBezTo>
                    <a:pt x="1" y="1013"/>
                    <a:pt x="4264" y="0"/>
                    <a:pt x="8726" y="3380"/>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55"/>
            <p:cNvSpPr/>
            <p:nvPr/>
          </p:nvSpPr>
          <p:spPr>
            <a:xfrm>
              <a:off x="3853316" y="2737227"/>
              <a:ext cx="92810" cy="177334"/>
            </a:xfrm>
            <a:custGeom>
              <a:avLst/>
              <a:gdLst/>
              <a:ahLst/>
              <a:cxnLst/>
              <a:rect l="l" t="t" r="r" b="b"/>
              <a:pathLst>
                <a:path w="2431" h="4645" extrusionOk="0">
                  <a:moveTo>
                    <a:pt x="1" y="0"/>
                  </a:moveTo>
                  <a:lnTo>
                    <a:pt x="63" y="4645"/>
                  </a:lnTo>
                  <a:lnTo>
                    <a:pt x="2431" y="4645"/>
                  </a:lnTo>
                  <a:lnTo>
                    <a:pt x="243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5"/>
            <p:cNvSpPr/>
            <p:nvPr/>
          </p:nvSpPr>
          <p:spPr>
            <a:xfrm>
              <a:off x="3865571" y="2747803"/>
              <a:ext cx="19203" cy="47187"/>
            </a:xfrm>
            <a:custGeom>
              <a:avLst/>
              <a:gdLst/>
              <a:ahLst/>
              <a:cxnLst/>
              <a:rect l="l" t="t" r="r" b="b"/>
              <a:pathLst>
                <a:path w="503" h="1236" extrusionOk="0">
                  <a:moveTo>
                    <a:pt x="0" y="0"/>
                  </a:moveTo>
                  <a:lnTo>
                    <a:pt x="0" y="1235"/>
                  </a:lnTo>
                  <a:lnTo>
                    <a:pt x="503" y="1235"/>
                  </a:lnTo>
                  <a:lnTo>
                    <a:pt x="5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55"/>
            <p:cNvSpPr/>
            <p:nvPr/>
          </p:nvSpPr>
          <p:spPr>
            <a:xfrm>
              <a:off x="3868778" y="2753682"/>
              <a:ext cx="12904" cy="12942"/>
            </a:xfrm>
            <a:custGeom>
              <a:avLst/>
              <a:gdLst/>
              <a:ahLst/>
              <a:cxnLst/>
              <a:rect l="l" t="t" r="r" b="b"/>
              <a:pathLst>
                <a:path w="338" h="339" extrusionOk="0">
                  <a:moveTo>
                    <a:pt x="170" y="1"/>
                  </a:moveTo>
                  <a:cubicBezTo>
                    <a:pt x="76" y="1"/>
                    <a:pt x="1" y="76"/>
                    <a:pt x="1" y="170"/>
                  </a:cubicBezTo>
                  <a:cubicBezTo>
                    <a:pt x="1" y="262"/>
                    <a:pt x="76" y="339"/>
                    <a:pt x="170" y="339"/>
                  </a:cubicBezTo>
                  <a:cubicBezTo>
                    <a:pt x="262" y="339"/>
                    <a:pt x="337" y="262"/>
                    <a:pt x="337" y="170"/>
                  </a:cubicBezTo>
                  <a:cubicBezTo>
                    <a:pt x="337" y="76"/>
                    <a:pt x="262" y="1"/>
                    <a:pt x="1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55"/>
            <p:cNvSpPr/>
            <p:nvPr/>
          </p:nvSpPr>
          <p:spPr>
            <a:xfrm>
              <a:off x="3868778" y="2776093"/>
              <a:ext cx="12904" cy="12942"/>
            </a:xfrm>
            <a:custGeom>
              <a:avLst/>
              <a:gdLst/>
              <a:ahLst/>
              <a:cxnLst/>
              <a:rect l="l" t="t" r="r" b="b"/>
              <a:pathLst>
                <a:path w="338" h="339" extrusionOk="0">
                  <a:moveTo>
                    <a:pt x="170" y="1"/>
                  </a:moveTo>
                  <a:cubicBezTo>
                    <a:pt x="76" y="1"/>
                    <a:pt x="1" y="78"/>
                    <a:pt x="1" y="170"/>
                  </a:cubicBezTo>
                  <a:cubicBezTo>
                    <a:pt x="1" y="263"/>
                    <a:pt x="76" y="339"/>
                    <a:pt x="170" y="339"/>
                  </a:cubicBezTo>
                  <a:cubicBezTo>
                    <a:pt x="262" y="339"/>
                    <a:pt x="337" y="263"/>
                    <a:pt x="337" y="170"/>
                  </a:cubicBezTo>
                  <a:cubicBezTo>
                    <a:pt x="337" y="75"/>
                    <a:pt x="262" y="1"/>
                    <a:pt x="1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55"/>
            <p:cNvSpPr/>
            <p:nvPr/>
          </p:nvSpPr>
          <p:spPr>
            <a:xfrm>
              <a:off x="3867862" y="2947092"/>
              <a:ext cx="156108" cy="36841"/>
            </a:xfrm>
            <a:custGeom>
              <a:avLst/>
              <a:gdLst/>
              <a:ahLst/>
              <a:cxnLst/>
              <a:rect l="l" t="t" r="r" b="b"/>
              <a:pathLst>
                <a:path w="4089" h="965" extrusionOk="0">
                  <a:moveTo>
                    <a:pt x="2126" y="0"/>
                  </a:moveTo>
                  <a:cubicBezTo>
                    <a:pt x="913" y="0"/>
                    <a:pt x="1" y="323"/>
                    <a:pt x="1" y="323"/>
                  </a:cubicBezTo>
                  <a:cubicBezTo>
                    <a:pt x="744" y="804"/>
                    <a:pt x="1445" y="964"/>
                    <a:pt x="2050" y="964"/>
                  </a:cubicBezTo>
                  <a:cubicBezTo>
                    <a:pt x="3262" y="964"/>
                    <a:pt x="4087" y="321"/>
                    <a:pt x="4088" y="320"/>
                  </a:cubicBezTo>
                  <a:cubicBezTo>
                    <a:pt x="3410" y="80"/>
                    <a:pt x="2730" y="0"/>
                    <a:pt x="21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5"/>
            <p:cNvSpPr/>
            <p:nvPr/>
          </p:nvSpPr>
          <p:spPr>
            <a:xfrm>
              <a:off x="3859692" y="2820914"/>
              <a:ext cx="129269" cy="170081"/>
            </a:xfrm>
            <a:custGeom>
              <a:avLst/>
              <a:gdLst/>
              <a:ahLst/>
              <a:cxnLst/>
              <a:rect l="l" t="t" r="r" b="b"/>
              <a:pathLst>
                <a:path w="3386" h="4455" extrusionOk="0">
                  <a:moveTo>
                    <a:pt x="1471" y="1"/>
                  </a:moveTo>
                  <a:cubicBezTo>
                    <a:pt x="1345" y="1"/>
                    <a:pt x="1125" y="800"/>
                    <a:pt x="1812" y="1460"/>
                  </a:cubicBezTo>
                  <a:cubicBezTo>
                    <a:pt x="1812" y="1460"/>
                    <a:pt x="1032" y="844"/>
                    <a:pt x="575" y="422"/>
                  </a:cubicBezTo>
                  <a:cubicBezTo>
                    <a:pt x="563" y="411"/>
                    <a:pt x="554" y="406"/>
                    <a:pt x="546" y="406"/>
                  </a:cubicBezTo>
                  <a:cubicBezTo>
                    <a:pt x="426" y="406"/>
                    <a:pt x="796" y="1657"/>
                    <a:pt x="1546" y="1769"/>
                  </a:cubicBezTo>
                  <a:cubicBezTo>
                    <a:pt x="1546" y="1769"/>
                    <a:pt x="640" y="1766"/>
                    <a:pt x="285" y="1664"/>
                  </a:cubicBezTo>
                  <a:cubicBezTo>
                    <a:pt x="262" y="1658"/>
                    <a:pt x="242" y="1655"/>
                    <a:pt x="226" y="1655"/>
                  </a:cubicBezTo>
                  <a:cubicBezTo>
                    <a:pt x="0" y="1655"/>
                    <a:pt x="324" y="2210"/>
                    <a:pt x="1204" y="2210"/>
                  </a:cubicBezTo>
                  <a:cubicBezTo>
                    <a:pt x="1281" y="2210"/>
                    <a:pt x="1363" y="2206"/>
                    <a:pt x="1448" y="2196"/>
                  </a:cubicBezTo>
                  <a:lnTo>
                    <a:pt x="1448" y="2196"/>
                  </a:lnTo>
                  <a:cubicBezTo>
                    <a:pt x="1448" y="2196"/>
                    <a:pt x="1311" y="2905"/>
                    <a:pt x="1773" y="3353"/>
                  </a:cubicBezTo>
                  <a:lnTo>
                    <a:pt x="1620" y="4229"/>
                  </a:lnTo>
                  <a:cubicBezTo>
                    <a:pt x="1619" y="4229"/>
                    <a:pt x="1997" y="4455"/>
                    <a:pt x="2504" y="4455"/>
                  </a:cubicBezTo>
                  <a:cubicBezTo>
                    <a:pt x="2652" y="4455"/>
                    <a:pt x="2810" y="4435"/>
                    <a:pt x="2974" y="4386"/>
                  </a:cubicBezTo>
                  <a:cubicBezTo>
                    <a:pt x="2974" y="4386"/>
                    <a:pt x="3131" y="3391"/>
                    <a:pt x="3258" y="2902"/>
                  </a:cubicBezTo>
                  <a:cubicBezTo>
                    <a:pt x="3386" y="2413"/>
                    <a:pt x="2840" y="2026"/>
                    <a:pt x="2517" y="477"/>
                  </a:cubicBezTo>
                  <a:cubicBezTo>
                    <a:pt x="2498" y="385"/>
                    <a:pt x="2468" y="346"/>
                    <a:pt x="2434" y="346"/>
                  </a:cubicBezTo>
                  <a:cubicBezTo>
                    <a:pt x="2314" y="346"/>
                    <a:pt x="2155" y="844"/>
                    <a:pt x="2348" y="1295"/>
                  </a:cubicBezTo>
                  <a:cubicBezTo>
                    <a:pt x="2348" y="1295"/>
                    <a:pt x="1640" y="447"/>
                    <a:pt x="1517" y="54"/>
                  </a:cubicBezTo>
                  <a:cubicBezTo>
                    <a:pt x="1505" y="18"/>
                    <a:pt x="1489" y="1"/>
                    <a:pt x="1471"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55"/>
            <p:cNvSpPr/>
            <p:nvPr/>
          </p:nvSpPr>
          <p:spPr>
            <a:xfrm>
              <a:off x="3614551" y="3002985"/>
              <a:ext cx="357341" cy="378454"/>
            </a:xfrm>
            <a:custGeom>
              <a:avLst/>
              <a:gdLst/>
              <a:ahLst/>
              <a:cxnLst/>
              <a:rect l="l" t="t" r="r" b="b"/>
              <a:pathLst>
                <a:path w="9360" h="9913" extrusionOk="0">
                  <a:moveTo>
                    <a:pt x="1321" y="0"/>
                  </a:moveTo>
                  <a:cubicBezTo>
                    <a:pt x="17" y="0"/>
                    <a:pt x="1" y="3325"/>
                    <a:pt x="1856" y="4339"/>
                  </a:cubicBezTo>
                  <a:cubicBezTo>
                    <a:pt x="1934" y="4382"/>
                    <a:pt x="2006" y="4425"/>
                    <a:pt x="2077" y="4469"/>
                  </a:cubicBezTo>
                  <a:cubicBezTo>
                    <a:pt x="3154" y="5149"/>
                    <a:pt x="3686" y="6196"/>
                    <a:pt x="4202" y="7191"/>
                  </a:cubicBezTo>
                  <a:cubicBezTo>
                    <a:pt x="4532" y="7825"/>
                    <a:pt x="4854" y="8435"/>
                    <a:pt x="5305" y="8912"/>
                  </a:cubicBezTo>
                  <a:cubicBezTo>
                    <a:pt x="5977" y="9627"/>
                    <a:pt x="6901" y="9913"/>
                    <a:pt x="7660" y="9913"/>
                  </a:cubicBezTo>
                  <a:cubicBezTo>
                    <a:pt x="8266" y="9913"/>
                    <a:pt x="8767" y="9730"/>
                    <a:pt x="8950" y="9438"/>
                  </a:cubicBezTo>
                  <a:cubicBezTo>
                    <a:pt x="9359" y="8782"/>
                    <a:pt x="8538" y="5987"/>
                    <a:pt x="8538" y="5987"/>
                  </a:cubicBezTo>
                  <a:cubicBezTo>
                    <a:pt x="8538" y="5987"/>
                    <a:pt x="6070" y="4423"/>
                    <a:pt x="4836" y="2595"/>
                  </a:cubicBezTo>
                  <a:cubicBezTo>
                    <a:pt x="3601" y="766"/>
                    <a:pt x="2905" y="386"/>
                    <a:pt x="1545" y="31"/>
                  </a:cubicBezTo>
                  <a:cubicBezTo>
                    <a:pt x="1467" y="10"/>
                    <a:pt x="1392" y="0"/>
                    <a:pt x="13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55"/>
            <p:cNvSpPr/>
            <p:nvPr/>
          </p:nvSpPr>
          <p:spPr>
            <a:xfrm>
              <a:off x="3693846" y="3128628"/>
              <a:ext cx="115525" cy="148969"/>
            </a:xfrm>
            <a:custGeom>
              <a:avLst/>
              <a:gdLst/>
              <a:ahLst/>
              <a:cxnLst/>
              <a:rect l="l" t="t" r="r" b="b"/>
              <a:pathLst>
                <a:path w="3026" h="3902" extrusionOk="0">
                  <a:moveTo>
                    <a:pt x="919" y="1"/>
                  </a:moveTo>
                  <a:cubicBezTo>
                    <a:pt x="919" y="1"/>
                    <a:pt x="919" y="1"/>
                    <a:pt x="919" y="1"/>
                  </a:cubicBezTo>
                  <a:lnTo>
                    <a:pt x="0" y="1180"/>
                  </a:lnTo>
                  <a:cubicBezTo>
                    <a:pt x="1077" y="1860"/>
                    <a:pt x="1609" y="2907"/>
                    <a:pt x="2125" y="3901"/>
                  </a:cubicBezTo>
                  <a:cubicBezTo>
                    <a:pt x="3026" y="1565"/>
                    <a:pt x="921" y="1"/>
                    <a:pt x="9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55"/>
            <p:cNvSpPr/>
            <p:nvPr/>
          </p:nvSpPr>
          <p:spPr>
            <a:xfrm>
              <a:off x="3836365" y="2959309"/>
              <a:ext cx="208869" cy="417127"/>
            </a:xfrm>
            <a:custGeom>
              <a:avLst/>
              <a:gdLst/>
              <a:ahLst/>
              <a:cxnLst/>
              <a:rect l="l" t="t" r="r" b="b"/>
              <a:pathLst>
                <a:path w="5471" h="10926" extrusionOk="0">
                  <a:moveTo>
                    <a:pt x="4912" y="0"/>
                  </a:moveTo>
                  <a:cubicBezTo>
                    <a:pt x="4912" y="0"/>
                    <a:pt x="3790" y="417"/>
                    <a:pt x="2577" y="417"/>
                  </a:cubicBezTo>
                  <a:cubicBezTo>
                    <a:pt x="1972" y="417"/>
                    <a:pt x="1345" y="314"/>
                    <a:pt x="823" y="3"/>
                  </a:cubicBezTo>
                  <a:lnTo>
                    <a:pt x="823" y="3"/>
                  </a:lnTo>
                  <a:lnTo>
                    <a:pt x="1066" y="1932"/>
                  </a:lnTo>
                  <a:cubicBezTo>
                    <a:pt x="1066" y="1932"/>
                    <a:pt x="1035" y="2137"/>
                    <a:pt x="770" y="2340"/>
                  </a:cubicBezTo>
                  <a:cubicBezTo>
                    <a:pt x="399" y="2626"/>
                    <a:pt x="793" y="2870"/>
                    <a:pt x="793" y="2870"/>
                  </a:cubicBezTo>
                  <a:cubicBezTo>
                    <a:pt x="793" y="2870"/>
                    <a:pt x="332" y="3739"/>
                    <a:pt x="168" y="4123"/>
                  </a:cubicBezTo>
                  <a:cubicBezTo>
                    <a:pt x="0" y="4509"/>
                    <a:pt x="820" y="5137"/>
                    <a:pt x="430" y="6205"/>
                  </a:cubicBezTo>
                  <a:cubicBezTo>
                    <a:pt x="433" y="6205"/>
                    <a:pt x="549" y="9162"/>
                    <a:pt x="1520" y="10379"/>
                  </a:cubicBezTo>
                  <a:cubicBezTo>
                    <a:pt x="1831" y="10769"/>
                    <a:pt x="2166" y="10925"/>
                    <a:pt x="2494" y="10925"/>
                  </a:cubicBezTo>
                  <a:cubicBezTo>
                    <a:pt x="3508" y="10925"/>
                    <a:pt x="4452" y="9425"/>
                    <a:pt x="4408" y="8698"/>
                  </a:cubicBezTo>
                  <a:cubicBezTo>
                    <a:pt x="4245" y="6037"/>
                    <a:pt x="5471" y="4984"/>
                    <a:pt x="5095" y="4225"/>
                  </a:cubicBezTo>
                  <a:cubicBezTo>
                    <a:pt x="4932" y="3895"/>
                    <a:pt x="4594" y="4080"/>
                    <a:pt x="4465" y="3689"/>
                  </a:cubicBezTo>
                  <a:cubicBezTo>
                    <a:pt x="4333" y="3300"/>
                    <a:pt x="4860" y="3262"/>
                    <a:pt x="4912" y="2899"/>
                  </a:cubicBezTo>
                  <a:cubicBezTo>
                    <a:pt x="4964" y="2532"/>
                    <a:pt x="4971" y="639"/>
                    <a:pt x="49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55"/>
            <p:cNvSpPr/>
            <p:nvPr/>
          </p:nvSpPr>
          <p:spPr>
            <a:xfrm>
              <a:off x="3874658" y="3013827"/>
              <a:ext cx="150763" cy="44286"/>
            </a:xfrm>
            <a:custGeom>
              <a:avLst/>
              <a:gdLst/>
              <a:ahLst/>
              <a:cxnLst/>
              <a:rect l="l" t="t" r="r" b="b"/>
              <a:pathLst>
                <a:path w="3949" h="1160" fill="none" extrusionOk="0">
                  <a:moveTo>
                    <a:pt x="3949" y="154"/>
                  </a:moveTo>
                  <a:cubicBezTo>
                    <a:pt x="3949" y="154"/>
                    <a:pt x="1750" y="1159"/>
                    <a:pt x="1" y="0"/>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55"/>
            <p:cNvSpPr/>
            <p:nvPr/>
          </p:nvSpPr>
          <p:spPr>
            <a:xfrm>
              <a:off x="3990566" y="2968701"/>
              <a:ext cx="7025" cy="60244"/>
            </a:xfrm>
            <a:custGeom>
              <a:avLst/>
              <a:gdLst/>
              <a:ahLst/>
              <a:cxnLst/>
              <a:rect l="l" t="t" r="r" b="b"/>
              <a:pathLst>
                <a:path w="184" h="1578" fill="none" extrusionOk="0">
                  <a:moveTo>
                    <a:pt x="183" y="1578"/>
                  </a:moveTo>
                  <a:lnTo>
                    <a:pt x="1" y="0"/>
                  </a:ln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55"/>
            <p:cNvSpPr/>
            <p:nvPr/>
          </p:nvSpPr>
          <p:spPr>
            <a:xfrm>
              <a:off x="3949487" y="2974695"/>
              <a:ext cx="5994" cy="60320"/>
            </a:xfrm>
            <a:custGeom>
              <a:avLst/>
              <a:gdLst/>
              <a:ahLst/>
              <a:cxnLst/>
              <a:rect l="l" t="t" r="r" b="b"/>
              <a:pathLst>
                <a:path w="157" h="1580" fill="none" extrusionOk="0">
                  <a:moveTo>
                    <a:pt x="156" y="1579"/>
                  </a:moveTo>
                  <a:lnTo>
                    <a:pt x="1" y="1"/>
                  </a:ln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55"/>
            <p:cNvSpPr/>
            <p:nvPr/>
          </p:nvSpPr>
          <p:spPr>
            <a:xfrm>
              <a:off x="3911232" y="2973740"/>
              <a:ext cx="153" cy="56465"/>
            </a:xfrm>
            <a:custGeom>
              <a:avLst/>
              <a:gdLst/>
              <a:ahLst/>
              <a:cxnLst/>
              <a:rect l="l" t="t" r="r" b="b"/>
              <a:pathLst>
                <a:path w="4" h="1479" fill="none" extrusionOk="0">
                  <a:moveTo>
                    <a:pt x="1" y="1478"/>
                  </a:moveTo>
                  <a:lnTo>
                    <a:pt x="3" y="0"/>
                  </a:ln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55"/>
            <p:cNvSpPr/>
            <p:nvPr/>
          </p:nvSpPr>
          <p:spPr>
            <a:xfrm>
              <a:off x="3883515" y="2966906"/>
              <a:ext cx="2520" cy="53563"/>
            </a:xfrm>
            <a:custGeom>
              <a:avLst/>
              <a:gdLst/>
              <a:ahLst/>
              <a:cxnLst/>
              <a:rect l="l" t="t" r="r" b="b"/>
              <a:pathLst>
                <a:path w="66" h="1403" fill="none" extrusionOk="0">
                  <a:moveTo>
                    <a:pt x="65" y="1402"/>
                  </a:moveTo>
                  <a:lnTo>
                    <a:pt x="0" y="0"/>
                  </a:ln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55"/>
            <p:cNvSpPr/>
            <p:nvPr/>
          </p:nvSpPr>
          <p:spPr>
            <a:xfrm>
              <a:off x="3836938" y="3163905"/>
              <a:ext cx="30237" cy="166034"/>
            </a:xfrm>
            <a:custGeom>
              <a:avLst/>
              <a:gdLst/>
              <a:ahLst/>
              <a:cxnLst/>
              <a:rect l="l" t="t" r="r" b="b"/>
              <a:pathLst>
                <a:path w="792" h="4349" fill="none" extrusionOk="0">
                  <a:moveTo>
                    <a:pt x="538" y="1"/>
                  </a:moveTo>
                  <a:cubicBezTo>
                    <a:pt x="553" y="975"/>
                    <a:pt x="0" y="1901"/>
                    <a:pt x="77" y="2872"/>
                  </a:cubicBezTo>
                  <a:cubicBezTo>
                    <a:pt x="122" y="3429"/>
                    <a:pt x="381" y="3969"/>
                    <a:pt x="792" y="4349"/>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55"/>
            <p:cNvSpPr/>
            <p:nvPr/>
          </p:nvSpPr>
          <p:spPr>
            <a:xfrm>
              <a:off x="3947273" y="3156078"/>
              <a:ext cx="80822" cy="104797"/>
            </a:xfrm>
            <a:custGeom>
              <a:avLst/>
              <a:gdLst/>
              <a:ahLst/>
              <a:cxnLst/>
              <a:rect l="l" t="t" r="r" b="b"/>
              <a:pathLst>
                <a:path w="2117" h="2745" fill="none" extrusionOk="0">
                  <a:moveTo>
                    <a:pt x="2116" y="1"/>
                  </a:moveTo>
                  <a:cubicBezTo>
                    <a:pt x="2112" y="403"/>
                    <a:pt x="1728" y="675"/>
                    <a:pt x="1417" y="929"/>
                  </a:cubicBezTo>
                  <a:cubicBezTo>
                    <a:pt x="1027" y="1248"/>
                    <a:pt x="696" y="1636"/>
                    <a:pt x="369" y="2022"/>
                  </a:cubicBezTo>
                  <a:cubicBezTo>
                    <a:pt x="191" y="2229"/>
                    <a:pt x="1" y="2474"/>
                    <a:pt x="38" y="2745"/>
                  </a:cubicBezTo>
                  <a:cubicBezTo>
                    <a:pt x="328" y="2652"/>
                    <a:pt x="594" y="2481"/>
                    <a:pt x="800" y="2253"/>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55"/>
            <p:cNvSpPr/>
            <p:nvPr/>
          </p:nvSpPr>
          <p:spPr>
            <a:xfrm>
              <a:off x="3863472" y="3066666"/>
              <a:ext cx="28595" cy="37567"/>
            </a:xfrm>
            <a:custGeom>
              <a:avLst/>
              <a:gdLst/>
              <a:ahLst/>
              <a:cxnLst/>
              <a:rect l="l" t="t" r="r" b="b"/>
              <a:pathLst>
                <a:path w="749" h="984" fill="none" extrusionOk="0">
                  <a:moveTo>
                    <a:pt x="0" y="1"/>
                  </a:moveTo>
                  <a:cubicBezTo>
                    <a:pt x="427" y="113"/>
                    <a:pt x="749" y="540"/>
                    <a:pt x="743" y="981"/>
                  </a:cubicBezTo>
                  <a:cubicBezTo>
                    <a:pt x="688" y="981"/>
                    <a:pt x="632" y="984"/>
                    <a:pt x="577" y="984"/>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55"/>
            <p:cNvSpPr/>
            <p:nvPr/>
          </p:nvSpPr>
          <p:spPr>
            <a:xfrm>
              <a:off x="3192721" y="2724476"/>
              <a:ext cx="515473" cy="424305"/>
            </a:xfrm>
            <a:custGeom>
              <a:avLst/>
              <a:gdLst/>
              <a:ahLst/>
              <a:cxnLst/>
              <a:rect l="l" t="t" r="r" b="b"/>
              <a:pathLst>
                <a:path w="13502" h="11114" extrusionOk="0">
                  <a:moveTo>
                    <a:pt x="11656" y="0"/>
                  </a:moveTo>
                  <a:cubicBezTo>
                    <a:pt x="11199" y="0"/>
                    <a:pt x="10720" y="433"/>
                    <a:pt x="9992" y="736"/>
                  </a:cubicBezTo>
                  <a:cubicBezTo>
                    <a:pt x="9659" y="502"/>
                    <a:pt x="9313" y="263"/>
                    <a:pt x="8918" y="174"/>
                  </a:cubicBezTo>
                  <a:cubicBezTo>
                    <a:pt x="8825" y="153"/>
                    <a:pt x="8729" y="143"/>
                    <a:pt x="8633" y="143"/>
                  </a:cubicBezTo>
                  <a:cubicBezTo>
                    <a:pt x="8315" y="143"/>
                    <a:pt x="7998" y="259"/>
                    <a:pt x="7816" y="514"/>
                  </a:cubicBezTo>
                  <a:cubicBezTo>
                    <a:pt x="7702" y="675"/>
                    <a:pt x="7652" y="872"/>
                    <a:pt x="7592" y="1064"/>
                  </a:cubicBezTo>
                  <a:cubicBezTo>
                    <a:pt x="7446" y="1536"/>
                    <a:pt x="7199" y="2014"/>
                    <a:pt x="6770" y="2261"/>
                  </a:cubicBezTo>
                  <a:cubicBezTo>
                    <a:pt x="6386" y="2479"/>
                    <a:pt x="5877" y="2507"/>
                    <a:pt x="5600" y="2851"/>
                  </a:cubicBezTo>
                  <a:cubicBezTo>
                    <a:pt x="5346" y="3169"/>
                    <a:pt x="5397" y="3621"/>
                    <a:pt x="5346" y="4023"/>
                  </a:cubicBezTo>
                  <a:cubicBezTo>
                    <a:pt x="5244" y="4851"/>
                    <a:pt x="5137" y="5354"/>
                    <a:pt x="4472" y="5859"/>
                  </a:cubicBezTo>
                  <a:cubicBezTo>
                    <a:pt x="3806" y="6366"/>
                    <a:pt x="3053" y="6153"/>
                    <a:pt x="1533" y="6980"/>
                  </a:cubicBezTo>
                  <a:cubicBezTo>
                    <a:pt x="798" y="7382"/>
                    <a:pt x="1" y="8385"/>
                    <a:pt x="149" y="9131"/>
                  </a:cubicBezTo>
                  <a:cubicBezTo>
                    <a:pt x="622" y="9102"/>
                    <a:pt x="1093" y="9088"/>
                    <a:pt x="1564" y="9088"/>
                  </a:cubicBezTo>
                  <a:cubicBezTo>
                    <a:pt x="4927" y="9088"/>
                    <a:pt x="8224" y="9813"/>
                    <a:pt x="11350" y="11113"/>
                  </a:cubicBezTo>
                  <a:cubicBezTo>
                    <a:pt x="11945" y="10514"/>
                    <a:pt x="12296" y="9566"/>
                    <a:pt x="12530" y="8756"/>
                  </a:cubicBezTo>
                  <a:cubicBezTo>
                    <a:pt x="12634" y="8399"/>
                    <a:pt x="12695" y="8002"/>
                    <a:pt x="12541" y="7664"/>
                  </a:cubicBezTo>
                  <a:cubicBezTo>
                    <a:pt x="12449" y="7465"/>
                    <a:pt x="12290" y="7303"/>
                    <a:pt x="12203" y="7105"/>
                  </a:cubicBezTo>
                  <a:cubicBezTo>
                    <a:pt x="11955" y="6535"/>
                    <a:pt x="12357" y="5911"/>
                    <a:pt x="12734" y="5419"/>
                  </a:cubicBezTo>
                  <a:cubicBezTo>
                    <a:pt x="13109" y="4927"/>
                    <a:pt x="13501" y="4291"/>
                    <a:pt x="13238" y="3731"/>
                  </a:cubicBezTo>
                  <a:cubicBezTo>
                    <a:pt x="13037" y="3308"/>
                    <a:pt x="12526" y="3103"/>
                    <a:pt x="12321" y="2684"/>
                  </a:cubicBezTo>
                  <a:cubicBezTo>
                    <a:pt x="12121" y="2272"/>
                    <a:pt x="12269" y="1788"/>
                    <a:pt x="12357" y="1342"/>
                  </a:cubicBezTo>
                  <a:cubicBezTo>
                    <a:pt x="12444" y="896"/>
                    <a:pt x="12416" y="336"/>
                    <a:pt x="12023" y="104"/>
                  </a:cubicBezTo>
                  <a:cubicBezTo>
                    <a:pt x="11900" y="31"/>
                    <a:pt x="11779" y="0"/>
                    <a:pt x="11656" y="0"/>
                  </a:cubicBezTo>
                  <a:close/>
                </a:path>
              </a:pathLst>
            </a:custGeom>
            <a:solidFill>
              <a:srgbClr val="8A52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55"/>
            <p:cNvSpPr/>
            <p:nvPr/>
          </p:nvSpPr>
          <p:spPr>
            <a:xfrm>
              <a:off x="3325733" y="3000808"/>
              <a:ext cx="445913" cy="494513"/>
            </a:xfrm>
            <a:custGeom>
              <a:avLst/>
              <a:gdLst/>
              <a:ahLst/>
              <a:cxnLst/>
              <a:rect l="l" t="t" r="r" b="b"/>
              <a:pathLst>
                <a:path w="11680" h="12953" extrusionOk="0">
                  <a:moveTo>
                    <a:pt x="8340" y="1"/>
                  </a:moveTo>
                  <a:cubicBezTo>
                    <a:pt x="7881" y="1"/>
                    <a:pt x="7429" y="52"/>
                    <a:pt x="7429" y="52"/>
                  </a:cubicBezTo>
                  <a:lnTo>
                    <a:pt x="1729" y="944"/>
                  </a:lnTo>
                  <a:lnTo>
                    <a:pt x="0" y="3121"/>
                  </a:lnTo>
                  <a:cubicBezTo>
                    <a:pt x="0" y="3121"/>
                    <a:pt x="1934" y="8987"/>
                    <a:pt x="1934" y="9664"/>
                  </a:cubicBezTo>
                  <a:cubicBezTo>
                    <a:pt x="1934" y="10343"/>
                    <a:pt x="1136" y="11193"/>
                    <a:pt x="1038" y="11492"/>
                  </a:cubicBezTo>
                  <a:cubicBezTo>
                    <a:pt x="844" y="12085"/>
                    <a:pt x="2137" y="12812"/>
                    <a:pt x="2613" y="12932"/>
                  </a:cubicBezTo>
                  <a:cubicBezTo>
                    <a:pt x="2670" y="12946"/>
                    <a:pt x="2726" y="12953"/>
                    <a:pt x="2783" y="12953"/>
                  </a:cubicBezTo>
                  <a:cubicBezTo>
                    <a:pt x="3616" y="12953"/>
                    <a:pt x="4413" y="11492"/>
                    <a:pt x="5279" y="11205"/>
                  </a:cubicBezTo>
                  <a:lnTo>
                    <a:pt x="11679" y="10752"/>
                  </a:lnTo>
                  <a:cubicBezTo>
                    <a:pt x="11679" y="10752"/>
                    <a:pt x="10673" y="9970"/>
                    <a:pt x="10557" y="8686"/>
                  </a:cubicBezTo>
                  <a:cubicBezTo>
                    <a:pt x="10456" y="7575"/>
                    <a:pt x="10857" y="6886"/>
                    <a:pt x="11042" y="5838"/>
                  </a:cubicBezTo>
                  <a:cubicBezTo>
                    <a:pt x="11227" y="4788"/>
                    <a:pt x="9582" y="264"/>
                    <a:pt x="9110" y="89"/>
                  </a:cubicBezTo>
                  <a:cubicBezTo>
                    <a:pt x="8926" y="22"/>
                    <a:pt x="8631" y="1"/>
                    <a:pt x="8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55"/>
            <p:cNvSpPr/>
            <p:nvPr/>
          </p:nvSpPr>
          <p:spPr>
            <a:xfrm>
              <a:off x="3549572" y="3378236"/>
              <a:ext cx="194438" cy="18936"/>
            </a:xfrm>
            <a:custGeom>
              <a:avLst/>
              <a:gdLst/>
              <a:ahLst/>
              <a:cxnLst/>
              <a:rect l="l" t="t" r="r" b="b"/>
              <a:pathLst>
                <a:path w="5093" h="496" fill="none" extrusionOk="0">
                  <a:moveTo>
                    <a:pt x="1" y="496"/>
                  </a:moveTo>
                  <a:cubicBezTo>
                    <a:pt x="1696" y="408"/>
                    <a:pt x="3419" y="281"/>
                    <a:pt x="5093" y="1"/>
                  </a:cubicBezTo>
                </a:path>
              </a:pathLst>
            </a:custGeom>
            <a:noFill/>
            <a:ln w="1700" cap="flat" cmpd="sng">
              <a:solidFill>
                <a:srgbClr val="FFFFFF"/>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55"/>
            <p:cNvSpPr/>
            <p:nvPr/>
          </p:nvSpPr>
          <p:spPr>
            <a:xfrm>
              <a:off x="3369027" y="3231442"/>
              <a:ext cx="77386" cy="111784"/>
            </a:xfrm>
            <a:custGeom>
              <a:avLst/>
              <a:gdLst/>
              <a:ahLst/>
              <a:cxnLst/>
              <a:rect l="l" t="t" r="r" b="b"/>
              <a:pathLst>
                <a:path w="2027" h="2928" extrusionOk="0">
                  <a:moveTo>
                    <a:pt x="1271" y="0"/>
                  </a:moveTo>
                  <a:lnTo>
                    <a:pt x="0" y="644"/>
                  </a:lnTo>
                  <a:lnTo>
                    <a:pt x="662" y="2928"/>
                  </a:lnTo>
                  <a:cubicBezTo>
                    <a:pt x="2027" y="2074"/>
                    <a:pt x="1271" y="0"/>
                    <a:pt x="12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55"/>
            <p:cNvSpPr/>
            <p:nvPr/>
          </p:nvSpPr>
          <p:spPr>
            <a:xfrm>
              <a:off x="3524450" y="3377893"/>
              <a:ext cx="71354" cy="51387"/>
            </a:xfrm>
            <a:custGeom>
              <a:avLst/>
              <a:gdLst/>
              <a:ahLst/>
              <a:cxnLst/>
              <a:rect l="l" t="t" r="r" b="b"/>
              <a:pathLst>
                <a:path w="1869" h="1346" fill="none" extrusionOk="0">
                  <a:moveTo>
                    <a:pt x="0" y="1345"/>
                  </a:moveTo>
                  <a:cubicBezTo>
                    <a:pt x="269" y="1010"/>
                    <a:pt x="538" y="675"/>
                    <a:pt x="805" y="342"/>
                  </a:cubicBezTo>
                  <a:cubicBezTo>
                    <a:pt x="914" y="204"/>
                    <a:pt x="1040" y="56"/>
                    <a:pt x="1214" y="29"/>
                  </a:cubicBezTo>
                  <a:cubicBezTo>
                    <a:pt x="1386" y="1"/>
                    <a:pt x="1561" y="105"/>
                    <a:pt x="1667" y="245"/>
                  </a:cubicBezTo>
                  <a:cubicBezTo>
                    <a:pt x="1770" y="386"/>
                    <a:pt x="1821" y="560"/>
                    <a:pt x="1868" y="729"/>
                  </a:cubicBezTo>
                  <a:cubicBezTo>
                    <a:pt x="1733" y="733"/>
                    <a:pt x="1597" y="678"/>
                    <a:pt x="1502" y="586"/>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55"/>
            <p:cNvSpPr/>
            <p:nvPr/>
          </p:nvSpPr>
          <p:spPr>
            <a:xfrm>
              <a:off x="3522809" y="3243812"/>
              <a:ext cx="117701" cy="42682"/>
            </a:xfrm>
            <a:custGeom>
              <a:avLst/>
              <a:gdLst/>
              <a:ahLst/>
              <a:cxnLst/>
              <a:rect l="l" t="t" r="r" b="b"/>
              <a:pathLst>
                <a:path w="3083" h="1118" fill="none" extrusionOk="0">
                  <a:moveTo>
                    <a:pt x="0" y="1033"/>
                  </a:moveTo>
                  <a:cubicBezTo>
                    <a:pt x="1111" y="1117"/>
                    <a:pt x="2246" y="736"/>
                    <a:pt x="3082" y="1"/>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55"/>
            <p:cNvSpPr/>
            <p:nvPr/>
          </p:nvSpPr>
          <p:spPr>
            <a:xfrm>
              <a:off x="3697512" y="3241903"/>
              <a:ext cx="46500" cy="25961"/>
            </a:xfrm>
            <a:custGeom>
              <a:avLst/>
              <a:gdLst/>
              <a:ahLst/>
              <a:cxnLst/>
              <a:rect l="l" t="t" r="r" b="b"/>
              <a:pathLst>
                <a:path w="1218" h="680" fill="none" extrusionOk="0">
                  <a:moveTo>
                    <a:pt x="1" y="679"/>
                  </a:moveTo>
                  <a:cubicBezTo>
                    <a:pt x="475" y="629"/>
                    <a:pt x="923" y="377"/>
                    <a:pt x="1218" y="0"/>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55"/>
            <p:cNvSpPr/>
            <p:nvPr/>
          </p:nvSpPr>
          <p:spPr>
            <a:xfrm>
              <a:off x="3251973" y="3692709"/>
              <a:ext cx="126215" cy="92046"/>
            </a:xfrm>
            <a:custGeom>
              <a:avLst/>
              <a:gdLst/>
              <a:ahLst/>
              <a:cxnLst/>
              <a:rect l="l" t="t" r="r" b="b"/>
              <a:pathLst>
                <a:path w="3306" h="2411" extrusionOk="0">
                  <a:moveTo>
                    <a:pt x="3189" y="1"/>
                  </a:moveTo>
                  <a:cubicBezTo>
                    <a:pt x="2720" y="1"/>
                    <a:pt x="943" y="155"/>
                    <a:pt x="1" y="2409"/>
                  </a:cubicBezTo>
                  <a:cubicBezTo>
                    <a:pt x="1" y="2409"/>
                    <a:pt x="25" y="2411"/>
                    <a:pt x="69" y="2411"/>
                  </a:cubicBezTo>
                  <a:cubicBezTo>
                    <a:pt x="448" y="2411"/>
                    <a:pt x="2322" y="2292"/>
                    <a:pt x="3305" y="5"/>
                  </a:cubicBezTo>
                  <a:cubicBezTo>
                    <a:pt x="3305" y="5"/>
                    <a:pt x="3264" y="1"/>
                    <a:pt x="31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55"/>
            <p:cNvSpPr/>
            <p:nvPr/>
          </p:nvSpPr>
          <p:spPr>
            <a:xfrm>
              <a:off x="3288090" y="3704773"/>
              <a:ext cx="108081" cy="178136"/>
            </a:xfrm>
            <a:custGeom>
              <a:avLst/>
              <a:gdLst/>
              <a:ahLst/>
              <a:cxnLst/>
              <a:rect l="l" t="t" r="r" b="b"/>
              <a:pathLst>
                <a:path w="2831" h="4666" extrusionOk="0">
                  <a:moveTo>
                    <a:pt x="1055" y="0"/>
                  </a:moveTo>
                  <a:cubicBezTo>
                    <a:pt x="325" y="208"/>
                    <a:pt x="1" y="866"/>
                    <a:pt x="2" y="866"/>
                  </a:cubicBezTo>
                  <a:lnTo>
                    <a:pt x="604" y="1521"/>
                  </a:lnTo>
                  <a:cubicBezTo>
                    <a:pt x="459" y="2148"/>
                    <a:pt x="957" y="2670"/>
                    <a:pt x="957" y="2670"/>
                  </a:cubicBezTo>
                  <a:cubicBezTo>
                    <a:pt x="74" y="3112"/>
                    <a:pt x="18" y="3802"/>
                    <a:pt x="176" y="3802"/>
                  </a:cubicBezTo>
                  <a:cubicBezTo>
                    <a:pt x="201" y="3802"/>
                    <a:pt x="231" y="3784"/>
                    <a:pt x="264" y="3746"/>
                  </a:cubicBezTo>
                  <a:cubicBezTo>
                    <a:pt x="509" y="3468"/>
                    <a:pt x="1269" y="2974"/>
                    <a:pt x="1270" y="2974"/>
                  </a:cubicBezTo>
                  <a:lnTo>
                    <a:pt x="1270" y="2974"/>
                  </a:lnTo>
                  <a:cubicBezTo>
                    <a:pt x="714" y="3461"/>
                    <a:pt x="1046" y="4665"/>
                    <a:pt x="1158" y="4665"/>
                  </a:cubicBezTo>
                  <a:cubicBezTo>
                    <a:pt x="1168" y="4665"/>
                    <a:pt x="1176" y="4655"/>
                    <a:pt x="1182" y="4633"/>
                  </a:cubicBezTo>
                  <a:cubicBezTo>
                    <a:pt x="1336" y="4031"/>
                    <a:pt x="1661" y="3091"/>
                    <a:pt x="1661" y="3091"/>
                  </a:cubicBezTo>
                  <a:lnTo>
                    <a:pt x="1661" y="3091"/>
                  </a:lnTo>
                  <a:cubicBezTo>
                    <a:pt x="1453" y="3966"/>
                    <a:pt x="1992" y="4507"/>
                    <a:pt x="2142" y="4507"/>
                  </a:cubicBezTo>
                  <a:cubicBezTo>
                    <a:pt x="2174" y="4507"/>
                    <a:pt x="2188" y="4483"/>
                    <a:pt x="2174" y="4433"/>
                  </a:cubicBezTo>
                  <a:cubicBezTo>
                    <a:pt x="2064" y="4038"/>
                    <a:pt x="2202" y="2938"/>
                    <a:pt x="2202" y="2938"/>
                  </a:cubicBezTo>
                  <a:cubicBezTo>
                    <a:pt x="2277" y="3381"/>
                    <a:pt x="2622" y="3699"/>
                    <a:pt x="2757" y="3699"/>
                  </a:cubicBezTo>
                  <a:cubicBezTo>
                    <a:pt x="2810" y="3699"/>
                    <a:pt x="2831" y="3648"/>
                    <a:pt x="2788" y="3536"/>
                  </a:cubicBezTo>
                  <a:cubicBezTo>
                    <a:pt x="2220" y="2056"/>
                    <a:pt x="2470" y="1434"/>
                    <a:pt x="2098" y="1093"/>
                  </a:cubicBezTo>
                  <a:cubicBezTo>
                    <a:pt x="1726" y="752"/>
                    <a:pt x="1055" y="0"/>
                    <a:pt x="1055" y="0"/>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55"/>
            <p:cNvSpPr/>
            <p:nvPr/>
          </p:nvSpPr>
          <p:spPr>
            <a:xfrm>
              <a:off x="3049095" y="3036734"/>
              <a:ext cx="431139" cy="748088"/>
            </a:xfrm>
            <a:custGeom>
              <a:avLst/>
              <a:gdLst/>
              <a:ahLst/>
              <a:cxnLst/>
              <a:rect l="l" t="t" r="r" b="b"/>
              <a:pathLst>
                <a:path w="11293" h="19595" extrusionOk="0">
                  <a:moveTo>
                    <a:pt x="8976" y="0"/>
                  </a:moveTo>
                  <a:cubicBezTo>
                    <a:pt x="8976" y="0"/>
                    <a:pt x="7398" y="287"/>
                    <a:pt x="6513" y="1132"/>
                  </a:cubicBezTo>
                  <a:cubicBezTo>
                    <a:pt x="5629" y="1977"/>
                    <a:pt x="3499" y="7478"/>
                    <a:pt x="2458" y="8636"/>
                  </a:cubicBezTo>
                  <a:cubicBezTo>
                    <a:pt x="1416" y="9792"/>
                    <a:pt x="0" y="11518"/>
                    <a:pt x="612" y="12260"/>
                  </a:cubicBezTo>
                  <a:cubicBezTo>
                    <a:pt x="2308" y="14318"/>
                    <a:pt x="1935" y="15891"/>
                    <a:pt x="2683" y="16284"/>
                  </a:cubicBezTo>
                  <a:cubicBezTo>
                    <a:pt x="2753" y="16320"/>
                    <a:pt x="2815" y="16333"/>
                    <a:pt x="2873" y="16333"/>
                  </a:cubicBezTo>
                  <a:cubicBezTo>
                    <a:pt x="3012" y="16333"/>
                    <a:pt x="3127" y="16260"/>
                    <a:pt x="3263" y="16260"/>
                  </a:cubicBezTo>
                  <a:cubicBezTo>
                    <a:pt x="3336" y="16260"/>
                    <a:pt x="3416" y="16281"/>
                    <a:pt x="3509" y="16348"/>
                  </a:cubicBezTo>
                  <a:cubicBezTo>
                    <a:pt x="3844" y="16586"/>
                    <a:pt x="3439" y="16926"/>
                    <a:pt x="3613" y="17249"/>
                  </a:cubicBezTo>
                  <a:cubicBezTo>
                    <a:pt x="3785" y="17574"/>
                    <a:pt x="4891" y="19112"/>
                    <a:pt x="5315" y="19594"/>
                  </a:cubicBezTo>
                  <a:cubicBezTo>
                    <a:pt x="5315" y="19594"/>
                    <a:pt x="6803" y="17357"/>
                    <a:pt x="8619" y="17188"/>
                  </a:cubicBezTo>
                  <a:lnTo>
                    <a:pt x="7289" y="15771"/>
                  </a:lnTo>
                  <a:cubicBezTo>
                    <a:pt x="7289" y="15771"/>
                    <a:pt x="7195" y="15587"/>
                    <a:pt x="7289" y="15267"/>
                  </a:cubicBezTo>
                  <a:cubicBezTo>
                    <a:pt x="7402" y="14879"/>
                    <a:pt x="7074" y="14853"/>
                    <a:pt x="6982" y="14853"/>
                  </a:cubicBezTo>
                  <a:cubicBezTo>
                    <a:pt x="6967" y="14853"/>
                    <a:pt x="6959" y="14853"/>
                    <a:pt x="6959" y="14853"/>
                  </a:cubicBezTo>
                  <a:cubicBezTo>
                    <a:pt x="6959" y="14853"/>
                    <a:pt x="6822" y="13881"/>
                    <a:pt x="6729" y="13472"/>
                  </a:cubicBezTo>
                  <a:cubicBezTo>
                    <a:pt x="6637" y="13061"/>
                    <a:pt x="5607" y="13036"/>
                    <a:pt x="5292" y="11942"/>
                  </a:cubicBezTo>
                  <a:cubicBezTo>
                    <a:pt x="5292" y="11942"/>
                    <a:pt x="6722" y="9810"/>
                    <a:pt x="9590" y="5914"/>
                  </a:cubicBezTo>
                  <a:cubicBezTo>
                    <a:pt x="11292" y="3600"/>
                    <a:pt x="10262" y="1120"/>
                    <a:pt x="89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55"/>
            <p:cNvSpPr/>
            <p:nvPr/>
          </p:nvSpPr>
          <p:spPr>
            <a:xfrm>
              <a:off x="3206656" y="3436038"/>
              <a:ext cx="44515" cy="56503"/>
            </a:xfrm>
            <a:custGeom>
              <a:avLst/>
              <a:gdLst/>
              <a:ahLst/>
              <a:cxnLst/>
              <a:rect l="l" t="t" r="r" b="b"/>
              <a:pathLst>
                <a:path w="1166" h="1480" fill="none" extrusionOk="0">
                  <a:moveTo>
                    <a:pt x="1165" y="1480"/>
                  </a:moveTo>
                  <a:cubicBezTo>
                    <a:pt x="798" y="1087"/>
                    <a:pt x="851" y="467"/>
                    <a:pt x="438" y="119"/>
                  </a:cubicBezTo>
                  <a:cubicBezTo>
                    <a:pt x="350" y="48"/>
                    <a:pt x="208" y="0"/>
                    <a:pt x="134" y="86"/>
                  </a:cubicBezTo>
                  <a:cubicBezTo>
                    <a:pt x="110" y="116"/>
                    <a:pt x="98" y="153"/>
                    <a:pt x="88" y="190"/>
                  </a:cubicBezTo>
                  <a:cubicBezTo>
                    <a:pt x="34" y="389"/>
                    <a:pt x="0" y="645"/>
                    <a:pt x="171" y="761"/>
                  </a:cubicBezTo>
                  <a:cubicBezTo>
                    <a:pt x="350" y="808"/>
                    <a:pt x="269" y="423"/>
                    <a:pt x="295" y="378"/>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55"/>
            <p:cNvSpPr/>
            <p:nvPr/>
          </p:nvSpPr>
          <p:spPr>
            <a:xfrm>
              <a:off x="3215323" y="3652927"/>
              <a:ext cx="125451" cy="83914"/>
            </a:xfrm>
            <a:custGeom>
              <a:avLst/>
              <a:gdLst/>
              <a:ahLst/>
              <a:cxnLst/>
              <a:rect l="l" t="t" r="r" b="b"/>
              <a:pathLst>
                <a:path w="3286" h="2198" fill="none" extrusionOk="0">
                  <a:moveTo>
                    <a:pt x="0" y="2197"/>
                  </a:moveTo>
                  <a:cubicBezTo>
                    <a:pt x="0" y="2197"/>
                    <a:pt x="1188" y="92"/>
                    <a:pt x="3285" y="0"/>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55"/>
            <p:cNvSpPr/>
            <p:nvPr/>
          </p:nvSpPr>
          <p:spPr>
            <a:xfrm>
              <a:off x="3232388" y="3712867"/>
              <a:ext cx="41079" cy="44668"/>
            </a:xfrm>
            <a:custGeom>
              <a:avLst/>
              <a:gdLst/>
              <a:ahLst/>
              <a:cxnLst/>
              <a:rect l="l" t="t" r="r" b="b"/>
              <a:pathLst>
                <a:path w="1076" h="1170" fill="none" extrusionOk="0">
                  <a:moveTo>
                    <a:pt x="1" y="0"/>
                  </a:moveTo>
                  <a:lnTo>
                    <a:pt x="1076" y="1170"/>
                  </a:ln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55"/>
            <p:cNvSpPr/>
            <p:nvPr/>
          </p:nvSpPr>
          <p:spPr>
            <a:xfrm>
              <a:off x="3262892" y="3683241"/>
              <a:ext cx="40277" cy="45317"/>
            </a:xfrm>
            <a:custGeom>
              <a:avLst/>
              <a:gdLst/>
              <a:ahLst/>
              <a:cxnLst/>
              <a:rect l="l" t="t" r="r" b="b"/>
              <a:pathLst>
                <a:path w="1055" h="1187" fill="none" extrusionOk="0">
                  <a:moveTo>
                    <a:pt x="1" y="1"/>
                  </a:moveTo>
                  <a:lnTo>
                    <a:pt x="1055" y="1187"/>
                  </a:ln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55"/>
            <p:cNvSpPr/>
            <p:nvPr/>
          </p:nvSpPr>
          <p:spPr>
            <a:xfrm>
              <a:off x="3301452" y="3661174"/>
              <a:ext cx="33138" cy="45698"/>
            </a:xfrm>
            <a:custGeom>
              <a:avLst/>
              <a:gdLst/>
              <a:ahLst/>
              <a:cxnLst/>
              <a:rect l="l" t="t" r="r" b="b"/>
              <a:pathLst>
                <a:path w="868" h="1197" fill="none" extrusionOk="0">
                  <a:moveTo>
                    <a:pt x="0" y="1"/>
                  </a:moveTo>
                  <a:lnTo>
                    <a:pt x="868" y="1197"/>
                  </a:ln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55"/>
            <p:cNvSpPr/>
            <p:nvPr/>
          </p:nvSpPr>
          <p:spPr>
            <a:xfrm>
              <a:off x="3327604" y="3654149"/>
              <a:ext cx="33520" cy="41919"/>
            </a:xfrm>
            <a:custGeom>
              <a:avLst/>
              <a:gdLst/>
              <a:ahLst/>
              <a:cxnLst/>
              <a:rect l="l" t="t" r="r" b="b"/>
              <a:pathLst>
                <a:path w="878" h="1098" fill="none" extrusionOk="0">
                  <a:moveTo>
                    <a:pt x="0" y="1"/>
                  </a:moveTo>
                  <a:lnTo>
                    <a:pt x="878" y="1098"/>
                  </a:ln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55"/>
            <p:cNvSpPr/>
            <p:nvPr/>
          </p:nvSpPr>
          <p:spPr>
            <a:xfrm>
              <a:off x="3391782" y="2900171"/>
              <a:ext cx="217650" cy="202150"/>
            </a:xfrm>
            <a:custGeom>
              <a:avLst/>
              <a:gdLst/>
              <a:ahLst/>
              <a:cxnLst/>
              <a:rect l="l" t="t" r="r" b="b"/>
              <a:pathLst>
                <a:path w="5701" h="5295" extrusionOk="0">
                  <a:moveTo>
                    <a:pt x="3352" y="0"/>
                  </a:moveTo>
                  <a:lnTo>
                    <a:pt x="3219" y="2758"/>
                  </a:lnTo>
                  <a:lnTo>
                    <a:pt x="1425" y="3214"/>
                  </a:lnTo>
                  <a:lnTo>
                    <a:pt x="884" y="3352"/>
                  </a:lnTo>
                  <a:lnTo>
                    <a:pt x="0" y="3576"/>
                  </a:lnTo>
                  <a:cubicBezTo>
                    <a:pt x="0" y="3576"/>
                    <a:pt x="229" y="4559"/>
                    <a:pt x="1354" y="5036"/>
                  </a:cubicBezTo>
                  <a:cubicBezTo>
                    <a:pt x="1665" y="5170"/>
                    <a:pt x="2045" y="5264"/>
                    <a:pt x="2506" y="5288"/>
                  </a:cubicBezTo>
                  <a:cubicBezTo>
                    <a:pt x="2583" y="5292"/>
                    <a:pt x="2664" y="5294"/>
                    <a:pt x="2746" y="5294"/>
                  </a:cubicBezTo>
                  <a:cubicBezTo>
                    <a:pt x="3106" y="5294"/>
                    <a:pt x="3511" y="5254"/>
                    <a:pt x="3966" y="5162"/>
                  </a:cubicBezTo>
                  <a:cubicBezTo>
                    <a:pt x="5659" y="4818"/>
                    <a:pt x="5701" y="2686"/>
                    <a:pt x="5701" y="2686"/>
                  </a:cubicBezTo>
                  <a:lnTo>
                    <a:pt x="5348" y="375"/>
                  </a:lnTo>
                  <a:lnTo>
                    <a:pt x="3352" y="0"/>
                  </a:ln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55"/>
            <p:cNvSpPr/>
            <p:nvPr/>
          </p:nvSpPr>
          <p:spPr>
            <a:xfrm>
              <a:off x="3536935" y="2914526"/>
              <a:ext cx="69216" cy="67269"/>
            </a:xfrm>
            <a:custGeom>
              <a:avLst/>
              <a:gdLst/>
              <a:ahLst/>
              <a:cxnLst/>
              <a:rect l="l" t="t" r="r" b="b"/>
              <a:pathLst>
                <a:path w="1813" h="1762" extrusionOk="0">
                  <a:moveTo>
                    <a:pt x="1546" y="1"/>
                  </a:moveTo>
                  <a:lnTo>
                    <a:pt x="1" y="82"/>
                  </a:lnTo>
                  <a:cubicBezTo>
                    <a:pt x="1" y="82"/>
                    <a:pt x="117" y="1762"/>
                    <a:pt x="1531" y="1762"/>
                  </a:cubicBezTo>
                  <a:cubicBezTo>
                    <a:pt x="1620" y="1762"/>
                    <a:pt x="1714" y="1755"/>
                    <a:pt x="1813" y="1741"/>
                  </a:cubicBezTo>
                  <a:lnTo>
                    <a:pt x="15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55"/>
            <p:cNvSpPr/>
            <p:nvPr/>
          </p:nvSpPr>
          <p:spPr>
            <a:xfrm>
              <a:off x="3425569" y="3022875"/>
              <a:ext cx="61886" cy="79218"/>
            </a:xfrm>
            <a:custGeom>
              <a:avLst/>
              <a:gdLst/>
              <a:ahLst/>
              <a:cxnLst/>
              <a:rect l="l" t="t" r="r" b="b"/>
              <a:pathLst>
                <a:path w="1621" h="2075" extrusionOk="0">
                  <a:moveTo>
                    <a:pt x="542" y="0"/>
                  </a:moveTo>
                  <a:lnTo>
                    <a:pt x="0" y="138"/>
                  </a:lnTo>
                  <a:lnTo>
                    <a:pt x="469" y="1822"/>
                  </a:lnTo>
                  <a:cubicBezTo>
                    <a:pt x="780" y="1956"/>
                    <a:pt x="1160" y="2050"/>
                    <a:pt x="1621" y="2074"/>
                  </a:cubicBezTo>
                  <a:cubicBezTo>
                    <a:pt x="1401" y="1827"/>
                    <a:pt x="931" y="1200"/>
                    <a:pt x="5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55"/>
            <p:cNvSpPr/>
            <p:nvPr/>
          </p:nvSpPr>
          <p:spPr>
            <a:xfrm>
              <a:off x="3506965" y="2788004"/>
              <a:ext cx="136103" cy="171379"/>
            </a:xfrm>
            <a:custGeom>
              <a:avLst/>
              <a:gdLst/>
              <a:ahLst/>
              <a:cxnLst/>
              <a:rect l="l" t="t" r="r" b="b"/>
              <a:pathLst>
                <a:path w="3565" h="4489" extrusionOk="0">
                  <a:moveTo>
                    <a:pt x="1841" y="1"/>
                  </a:moveTo>
                  <a:cubicBezTo>
                    <a:pt x="1342" y="1"/>
                    <a:pt x="867" y="190"/>
                    <a:pt x="679" y="434"/>
                  </a:cubicBezTo>
                  <a:cubicBezTo>
                    <a:pt x="97" y="1189"/>
                    <a:pt x="0" y="2473"/>
                    <a:pt x="387" y="3327"/>
                  </a:cubicBezTo>
                  <a:cubicBezTo>
                    <a:pt x="685" y="3982"/>
                    <a:pt x="1477" y="4488"/>
                    <a:pt x="2222" y="4488"/>
                  </a:cubicBezTo>
                  <a:cubicBezTo>
                    <a:pt x="2452" y="4488"/>
                    <a:pt x="2677" y="4440"/>
                    <a:pt x="2882" y="4333"/>
                  </a:cubicBezTo>
                  <a:cubicBezTo>
                    <a:pt x="3410" y="4059"/>
                    <a:pt x="3564" y="3561"/>
                    <a:pt x="3536" y="2849"/>
                  </a:cubicBezTo>
                  <a:cubicBezTo>
                    <a:pt x="3531" y="2676"/>
                    <a:pt x="3512" y="2493"/>
                    <a:pt x="3488" y="2296"/>
                  </a:cubicBezTo>
                  <a:cubicBezTo>
                    <a:pt x="3448" y="1969"/>
                    <a:pt x="3388" y="1608"/>
                    <a:pt x="3315" y="1214"/>
                  </a:cubicBezTo>
                  <a:cubicBezTo>
                    <a:pt x="3153" y="311"/>
                    <a:pt x="2478" y="1"/>
                    <a:pt x="1841"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55"/>
            <p:cNvSpPr/>
            <p:nvPr/>
          </p:nvSpPr>
          <p:spPr>
            <a:xfrm>
              <a:off x="3495740" y="2770862"/>
              <a:ext cx="122397" cy="108730"/>
            </a:xfrm>
            <a:custGeom>
              <a:avLst/>
              <a:gdLst/>
              <a:ahLst/>
              <a:cxnLst/>
              <a:rect l="l" t="t" r="r" b="b"/>
              <a:pathLst>
                <a:path w="3206" h="2848" extrusionOk="0">
                  <a:moveTo>
                    <a:pt x="2044" y="1"/>
                  </a:moveTo>
                  <a:cubicBezTo>
                    <a:pt x="1874" y="1"/>
                    <a:pt x="1714" y="20"/>
                    <a:pt x="1590" y="52"/>
                  </a:cubicBezTo>
                  <a:cubicBezTo>
                    <a:pt x="1047" y="190"/>
                    <a:pt x="588" y="590"/>
                    <a:pt x="328" y="1086"/>
                  </a:cubicBezTo>
                  <a:cubicBezTo>
                    <a:pt x="69" y="1586"/>
                    <a:pt x="1" y="2169"/>
                    <a:pt x="85" y="2723"/>
                  </a:cubicBezTo>
                  <a:cubicBezTo>
                    <a:pt x="91" y="2759"/>
                    <a:pt x="99" y="2796"/>
                    <a:pt x="122" y="2819"/>
                  </a:cubicBezTo>
                  <a:cubicBezTo>
                    <a:pt x="145" y="2841"/>
                    <a:pt x="175" y="2847"/>
                    <a:pt x="207" y="2847"/>
                  </a:cubicBezTo>
                  <a:cubicBezTo>
                    <a:pt x="228" y="2847"/>
                    <a:pt x="249" y="2845"/>
                    <a:pt x="269" y="2842"/>
                  </a:cubicBezTo>
                  <a:cubicBezTo>
                    <a:pt x="823" y="2757"/>
                    <a:pt x="1428" y="2642"/>
                    <a:pt x="1783" y="2206"/>
                  </a:cubicBezTo>
                  <a:cubicBezTo>
                    <a:pt x="1918" y="2040"/>
                    <a:pt x="2012" y="1832"/>
                    <a:pt x="2198" y="1727"/>
                  </a:cubicBezTo>
                  <a:cubicBezTo>
                    <a:pt x="2387" y="1619"/>
                    <a:pt x="2632" y="1645"/>
                    <a:pt x="2817" y="1530"/>
                  </a:cubicBezTo>
                  <a:cubicBezTo>
                    <a:pt x="3117" y="1343"/>
                    <a:pt x="3206" y="659"/>
                    <a:pt x="3018" y="366"/>
                  </a:cubicBezTo>
                  <a:cubicBezTo>
                    <a:pt x="2839" y="96"/>
                    <a:pt x="2418" y="1"/>
                    <a:pt x="2044" y="1"/>
                  </a:cubicBezTo>
                  <a:close/>
                </a:path>
              </a:pathLst>
            </a:custGeom>
            <a:solidFill>
              <a:srgbClr val="8A52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55"/>
            <p:cNvSpPr/>
            <p:nvPr/>
          </p:nvSpPr>
          <p:spPr>
            <a:xfrm>
              <a:off x="3543119" y="2886122"/>
              <a:ext cx="30809" cy="21265"/>
            </a:xfrm>
            <a:custGeom>
              <a:avLst/>
              <a:gdLst/>
              <a:ahLst/>
              <a:cxnLst/>
              <a:rect l="l" t="t" r="r" b="b"/>
              <a:pathLst>
                <a:path w="807" h="557" extrusionOk="0">
                  <a:moveTo>
                    <a:pt x="404" y="0"/>
                  </a:moveTo>
                  <a:cubicBezTo>
                    <a:pt x="397" y="0"/>
                    <a:pt x="391" y="0"/>
                    <a:pt x="385" y="1"/>
                  </a:cubicBezTo>
                  <a:cubicBezTo>
                    <a:pt x="168" y="8"/>
                    <a:pt x="1" y="140"/>
                    <a:pt x="12" y="291"/>
                  </a:cubicBezTo>
                  <a:cubicBezTo>
                    <a:pt x="22" y="441"/>
                    <a:pt x="196" y="557"/>
                    <a:pt x="404" y="557"/>
                  </a:cubicBezTo>
                  <a:cubicBezTo>
                    <a:pt x="410" y="557"/>
                    <a:pt x="417" y="557"/>
                    <a:pt x="423" y="556"/>
                  </a:cubicBezTo>
                  <a:cubicBezTo>
                    <a:pt x="639" y="549"/>
                    <a:pt x="807" y="420"/>
                    <a:pt x="795" y="266"/>
                  </a:cubicBezTo>
                  <a:cubicBezTo>
                    <a:pt x="785" y="116"/>
                    <a:pt x="612" y="0"/>
                    <a:pt x="404" y="0"/>
                  </a:cubicBezTo>
                  <a:close/>
                </a:path>
              </a:pathLst>
            </a:custGeom>
            <a:solidFill>
              <a:srgbClr val="FF7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55"/>
            <p:cNvSpPr/>
            <p:nvPr/>
          </p:nvSpPr>
          <p:spPr>
            <a:xfrm>
              <a:off x="3626844" y="2875661"/>
              <a:ext cx="15233" cy="21150"/>
            </a:xfrm>
            <a:custGeom>
              <a:avLst/>
              <a:gdLst/>
              <a:ahLst/>
              <a:cxnLst/>
              <a:rect l="l" t="t" r="r" b="b"/>
              <a:pathLst>
                <a:path w="399" h="554" extrusionOk="0">
                  <a:moveTo>
                    <a:pt x="350" y="0"/>
                  </a:moveTo>
                  <a:cubicBezTo>
                    <a:pt x="150" y="18"/>
                    <a:pt x="0" y="146"/>
                    <a:pt x="9" y="289"/>
                  </a:cubicBezTo>
                  <a:cubicBezTo>
                    <a:pt x="18" y="438"/>
                    <a:pt x="191" y="553"/>
                    <a:pt x="399" y="553"/>
                  </a:cubicBezTo>
                  <a:cubicBezTo>
                    <a:pt x="391" y="380"/>
                    <a:pt x="374" y="197"/>
                    <a:pt x="350" y="0"/>
                  </a:cubicBezTo>
                  <a:close/>
                </a:path>
              </a:pathLst>
            </a:custGeom>
            <a:solidFill>
              <a:srgbClr val="FF7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55"/>
            <p:cNvSpPr/>
            <p:nvPr/>
          </p:nvSpPr>
          <p:spPr>
            <a:xfrm>
              <a:off x="3571028" y="2862375"/>
              <a:ext cx="8514" cy="10461"/>
            </a:xfrm>
            <a:custGeom>
              <a:avLst/>
              <a:gdLst/>
              <a:ahLst/>
              <a:cxnLst/>
              <a:rect l="l" t="t" r="r" b="b"/>
              <a:pathLst>
                <a:path w="223" h="274" extrusionOk="0">
                  <a:moveTo>
                    <a:pt x="104" y="1"/>
                  </a:moveTo>
                  <a:cubicBezTo>
                    <a:pt x="100" y="1"/>
                    <a:pt x="97" y="1"/>
                    <a:pt x="94" y="1"/>
                  </a:cubicBezTo>
                  <a:cubicBezTo>
                    <a:pt x="39" y="9"/>
                    <a:pt x="0" y="76"/>
                    <a:pt x="9" y="150"/>
                  </a:cubicBezTo>
                  <a:cubicBezTo>
                    <a:pt x="18" y="219"/>
                    <a:pt x="65" y="273"/>
                    <a:pt x="118" y="273"/>
                  </a:cubicBezTo>
                  <a:cubicBezTo>
                    <a:pt x="121" y="273"/>
                    <a:pt x="125" y="273"/>
                    <a:pt x="128" y="273"/>
                  </a:cubicBezTo>
                  <a:cubicBezTo>
                    <a:pt x="183" y="265"/>
                    <a:pt x="223" y="199"/>
                    <a:pt x="212" y="124"/>
                  </a:cubicBezTo>
                  <a:cubicBezTo>
                    <a:pt x="204" y="55"/>
                    <a:pt x="156" y="1"/>
                    <a:pt x="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55"/>
            <p:cNvSpPr/>
            <p:nvPr/>
          </p:nvSpPr>
          <p:spPr>
            <a:xfrm>
              <a:off x="3616574" y="2858633"/>
              <a:ext cx="8552" cy="10461"/>
            </a:xfrm>
            <a:custGeom>
              <a:avLst/>
              <a:gdLst/>
              <a:ahLst/>
              <a:cxnLst/>
              <a:rect l="l" t="t" r="r" b="b"/>
              <a:pathLst>
                <a:path w="224" h="274" extrusionOk="0">
                  <a:moveTo>
                    <a:pt x="104" y="1"/>
                  </a:moveTo>
                  <a:cubicBezTo>
                    <a:pt x="101" y="1"/>
                    <a:pt x="98" y="1"/>
                    <a:pt x="94" y="2"/>
                  </a:cubicBezTo>
                  <a:cubicBezTo>
                    <a:pt x="39" y="8"/>
                    <a:pt x="1" y="74"/>
                    <a:pt x="10" y="150"/>
                  </a:cubicBezTo>
                  <a:cubicBezTo>
                    <a:pt x="18" y="220"/>
                    <a:pt x="67" y="273"/>
                    <a:pt x="120" y="273"/>
                  </a:cubicBezTo>
                  <a:cubicBezTo>
                    <a:pt x="123" y="273"/>
                    <a:pt x="125" y="273"/>
                    <a:pt x="128" y="273"/>
                  </a:cubicBezTo>
                  <a:cubicBezTo>
                    <a:pt x="183" y="265"/>
                    <a:pt x="223" y="199"/>
                    <a:pt x="213" y="125"/>
                  </a:cubicBezTo>
                  <a:cubicBezTo>
                    <a:pt x="204" y="55"/>
                    <a:pt x="157" y="1"/>
                    <a:pt x="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55"/>
            <p:cNvSpPr/>
            <p:nvPr/>
          </p:nvSpPr>
          <p:spPr>
            <a:xfrm>
              <a:off x="3561979" y="2843629"/>
              <a:ext cx="16340" cy="18096"/>
            </a:xfrm>
            <a:custGeom>
              <a:avLst/>
              <a:gdLst/>
              <a:ahLst/>
              <a:cxnLst/>
              <a:rect l="l" t="t" r="r" b="b"/>
              <a:pathLst>
                <a:path w="428" h="474" fill="none" extrusionOk="0">
                  <a:moveTo>
                    <a:pt x="427" y="300"/>
                  </a:moveTo>
                  <a:cubicBezTo>
                    <a:pt x="153" y="0"/>
                    <a:pt x="0" y="473"/>
                    <a:pt x="54" y="365"/>
                  </a:cubicBezTo>
                </a:path>
              </a:pathLst>
            </a:custGeom>
            <a:noFill/>
            <a:ln w="25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55"/>
            <p:cNvSpPr/>
            <p:nvPr/>
          </p:nvSpPr>
          <p:spPr>
            <a:xfrm>
              <a:off x="3608137" y="2836261"/>
              <a:ext cx="16416" cy="18096"/>
            </a:xfrm>
            <a:custGeom>
              <a:avLst/>
              <a:gdLst/>
              <a:ahLst/>
              <a:cxnLst/>
              <a:rect l="l" t="t" r="r" b="b"/>
              <a:pathLst>
                <a:path w="430" h="474" fill="none" extrusionOk="0">
                  <a:moveTo>
                    <a:pt x="429" y="300"/>
                  </a:moveTo>
                  <a:cubicBezTo>
                    <a:pt x="155" y="1"/>
                    <a:pt x="1" y="473"/>
                    <a:pt x="54" y="365"/>
                  </a:cubicBezTo>
                </a:path>
              </a:pathLst>
            </a:custGeom>
            <a:noFill/>
            <a:ln w="25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55"/>
            <p:cNvSpPr/>
            <p:nvPr/>
          </p:nvSpPr>
          <p:spPr>
            <a:xfrm>
              <a:off x="3476270" y="2866193"/>
              <a:ext cx="66276" cy="50471"/>
            </a:xfrm>
            <a:custGeom>
              <a:avLst/>
              <a:gdLst/>
              <a:ahLst/>
              <a:cxnLst/>
              <a:rect l="l" t="t" r="r" b="b"/>
              <a:pathLst>
                <a:path w="1736" h="1322" extrusionOk="0">
                  <a:moveTo>
                    <a:pt x="406" y="1"/>
                  </a:moveTo>
                  <a:cubicBezTo>
                    <a:pt x="162" y="1"/>
                    <a:pt x="1" y="136"/>
                    <a:pt x="17" y="523"/>
                  </a:cubicBezTo>
                  <a:cubicBezTo>
                    <a:pt x="37" y="1022"/>
                    <a:pt x="423" y="1322"/>
                    <a:pt x="823" y="1322"/>
                  </a:cubicBezTo>
                  <a:cubicBezTo>
                    <a:pt x="966" y="1322"/>
                    <a:pt x="1111" y="1283"/>
                    <a:pt x="1242" y="1202"/>
                  </a:cubicBezTo>
                  <a:cubicBezTo>
                    <a:pt x="1735" y="890"/>
                    <a:pt x="1462" y="360"/>
                    <a:pt x="1059" y="182"/>
                  </a:cubicBezTo>
                  <a:cubicBezTo>
                    <a:pt x="821" y="77"/>
                    <a:pt x="590" y="1"/>
                    <a:pt x="406"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55"/>
            <p:cNvSpPr/>
            <p:nvPr/>
          </p:nvSpPr>
          <p:spPr>
            <a:xfrm>
              <a:off x="3490777" y="2878715"/>
              <a:ext cx="22563" cy="23861"/>
            </a:xfrm>
            <a:custGeom>
              <a:avLst/>
              <a:gdLst/>
              <a:ahLst/>
              <a:cxnLst/>
              <a:rect l="l" t="t" r="r" b="b"/>
              <a:pathLst>
                <a:path w="591" h="625" fill="none" extrusionOk="0">
                  <a:moveTo>
                    <a:pt x="0" y="43"/>
                  </a:moveTo>
                  <a:cubicBezTo>
                    <a:pt x="0" y="43"/>
                    <a:pt x="590" y="0"/>
                    <a:pt x="509" y="624"/>
                  </a:cubicBezTo>
                </a:path>
              </a:pathLst>
            </a:custGeom>
            <a:noFill/>
            <a:ln w="1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55"/>
            <p:cNvSpPr/>
            <p:nvPr/>
          </p:nvSpPr>
          <p:spPr>
            <a:xfrm>
              <a:off x="3499329" y="2888832"/>
              <a:ext cx="8972" cy="5765"/>
            </a:xfrm>
            <a:custGeom>
              <a:avLst/>
              <a:gdLst/>
              <a:ahLst/>
              <a:cxnLst/>
              <a:rect l="l" t="t" r="r" b="b"/>
              <a:pathLst>
                <a:path w="235" h="151" fill="none" extrusionOk="0">
                  <a:moveTo>
                    <a:pt x="234" y="1"/>
                  </a:moveTo>
                  <a:lnTo>
                    <a:pt x="0" y="150"/>
                  </a:lnTo>
                </a:path>
              </a:pathLst>
            </a:custGeom>
            <a:noFill/>
            <a:ln w="1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55"/>
            <p:cNvSpPr/>
            <p:nvPr/>
          </p:nvSpPr>
          <p:spPr>
            <a:xfrm>
              <a:off x="3599165" y="2865353"/>
              <a:ext cx="13897" cy="28786"/>
            </a:xfrm>
            <a:custGeom>
              <a:avLst/>
              <a:gdLst/>
              <a:ahLst/>
              <a:cxnLst/>
              <a:rect l="l" t="t" r="r" b="b"/>
              <a:pathLst>
                <a:path w="364" h="754" fill="none" extrusionOk="0">
                  <a:moveTo>
                    <a:pt x="94" y="754"/>
                  </a:moveTo>
                  <a:cubicBezTo>
                    <a:pt x="165" y="752"/>
                    <a:pt x="347" y="675"/>
                    <a:pt x="356" y="536"/>
                  </a:cubicBezTo>
                  <a:cubicBezTo>
                    <a:pt x="363" y="404"/>
                    <a:pt x="134" y="543"/>
                    <a:pt x="67" y="352"/>
                  </a:cubicBezTo>
                  <a:lnTo>
                    <a:pt x="0" y="1"/>
                  </a:lnTo>
                </a:path>
              </a:pathLst>
            </a:custGeom>
            <a:noFill/>
            <a:ln w="1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55"/>
            <p:cNvSpPr/>
            <p:nvPr/>
          </p:nvSpPr>
          <p:spPr>
            <a:xfrm>
              <a:off x="3576754" y="2910517"/>
              <a:ext cx="40812" cy="21036"/>
            </a:xfrm>
            <a:custGeom>
              <a:avLst/>
              <a:gdLst/>
              <a:ahLst/>
              <a:cxnLst/>
              <a:rect l="l" t="t" r="r" b="b"/>
              <a:pathLst>
                <a:path w="1069" h="551" extrusionOk="0">
                  <a:moveTo>
                    <a:pt x="1069" y="1"/>
                  </a:moveTo>
                  <a:cubicBezTo>
                    <a:pt x="770" y="56"/>
                    <a:pt x="530" y="72"/>
                    <a:pt x="353" y="72"/>
                  </a:cubicBezTo>
                  <a:cubicBezTo>
                    <a:pt x="122" y="72"/>
                    <a:pt x="0" y="45"/>
                    <a:pt x="0" y="45"/>
                  </a:cubicBezTo>
                  <a:lnTo>
                    <a:pt x="0" y="45"/>
                  </a:lnTo>
                  <a:cubicBezTo>
                    <a:pt x="0" y="45"/>
                    <a:pt x="22" y="524"/>
                    <a:pt x="455" y="549"/>
                  </a:cubicBezTo>
                  <a:cubicBezTo>
                    <a:pt x="469" y="550"/>
                    <a:pt x="483" y="550"/>
                    <a:pt x="496" y="550"/>
                  </a:cubicBezTo>
                  <a:cubicBezTo>
                    <a:pt x="972" y="550"/>
                    <a:pt x="1069" y="1"/>
                    <a:pt x="10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55"/>
          <p:cNvGrpSpPr/>
          <p:nvPr/>
        </p:nvGrpSpPr>
        <p:grpSpPr>
          <a:xfrm>
            <a:off x="5405796" y="984003"/>
            <a:ext cx="1808950" cy="4159097"/>
            <a:chOff x="150425" y="2599939"/>
            <a:chExt cx="924207" cy="2125024"/>
          </a:xfrm>
        </p:grpSpPr>
        <p:sp>
          <p:nvSpPr>
            <p:cNvPr id="1442" name="Google Shape;1442;p55"/>
            <p:cNvSpPr/>
            <p:nvPr/>
          </p:nvSpPr>
          <p:spPr>
            <a:xfrm>
              <a:off x="150425" y="2599939"/>
              <a:ext cx="707505" cy="554414"/>
            </a:xfrm>
            <a:custGeom>
              <a:avLst/>
              <a:gdLst/>
              <a:ahLst/>
              <a:cxnLst/>
              <a:rect l="l" t="t" r="r" b="b"/>
              <a:pathLst>
                <a:path w="18532" h="14522" extrusionOk="0">
                  <a:moveTo>
                    <a:pt x="12559" y="1"/>
                  </a:moveTo>
                  <a:cubicBezTo>
                    <a:pt x="11915" y="1"/>
                    <a:pt x="10706" y="307"/>
                    <a:pt x="10367" y="2520"/>
                  </a:cubicBezTo>
                  <a:cubicBezTo>
                    <a:pt x="9899" y="5581"/>
                    <a:pt x="8952" y="4567"/>
                    <a:pt x="6904" y="5064"/>
                  </a:cubicBezTo>
                  <a:cubicBezTo>
                    <a:pt x="3644" y="5855"/>
                    <a:pt x="1" y="7457"/>
                    <a:pt x="82" y="11090"/>
                  </a:cubicBezTo>
                  <a:lnTo>
                    <a:pt x="1060" y="11625"/>
                  </a:lnTo>
                  <a:cubicBezTo>
                    <a:pt x="1267" y="11010"/>
                    <a:pt x="1656" y="10215"/>
                    <a:pt x="2374" y="9720"/>
                  </a:cubicBezTo>
                  <a:lnTo>
                    <a:pt x="2374" y="9720"/>
                  </a:lnTo>
                  <a:cubicBezTo>
                    <a:pt x="2374" y="9720"/>
                    <a:pt x="2103" y="10943"/>
                    <a:pt x="2097" y="12193"/>
                  </a:cubicBezTo>
                  <a:lnTo>
                    <a:pt x="6351" y="14522"/>
                  </a:lnTo>
                  <a:cubicBezTo>
                    <a:pt x="6351" y="14522"/>
                    <a:pt x="6996" y="11011"/>
                    <a:pt x="9978" y="11011"/>
                  </a:cubicBezTo>
                  <a:cubicBezTo>
                    <a:pt x="10086" y="11011"/>
                    <a:pt x="10196" y="11015"/>
                    <a:pt x="10310" y="11025"/>
                  </a:cubicBezTo>
                  <a:cubicBezTo>
                    <a:pt x="10455" y="11037"/>
                    <a:pt x="10598" y="11043"/>
                    <a:pt x="10737" y="11043"/>
                  </a:cubicBezTo>
                  <a:cubicBezTo>
                    <a:pt x="12186" y="11043"/>
                    <a:pt x="13283" y="10395"/>
                    <a:pt x="14048" y="9412"/>
                  </a:cubicBezTo>
                  <a:cubicBezTo>
                    <a:pt x="18531" y="7600"/>
                    <a:pt x="15599" y="5472"/>
                    <a:pt x="16234" y="4692"/>
                  </a:cubicBezTo>
                  <a:cubicBezTo>
                    <a:pt x="17912" y="2628"/>
                    <a:pt x="17900" y="1116"/>
                    <a:pt x="16914" y="427"/>
                  </a:cubicBezTo>
                  <a:cubicBezTo>
                    <a:pt x="16515" y="147"/>
                    <a:pt x="16050" y="50"/>
                    <a:pt x="15597" y="50"/>
                  </a:cubicBezTo>
                  <a:cubicBezTo>
                    <a:pt x="14871" y="50"/>
                    <a:pt x="14174" y="300"/>
                    <a:pt x="13825" y="447"/>
                  </a:cubicBezTo>
                  <a:cubicBezTo>
                    <a:pt x="13358" y="106"/>
                    <a:pt x="12971" y="46"/>
                    <a:pt x="12971" y="46"/>
                  </a:cubicBezTo>
                  <a:cubicBezTo>
                    <a:pt x="12971" y="46"/>
                    <a:pt x="12807" y="1"/>
                    <a:pt x="125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55"/>
            <p:cNvSpPr/>
            <p:nvPr/>
          </p:nvSpPr>
          <p:spPr>
            <a:xfrm>
              <a:off x="339025" y="3706567"/>
              <a:ext cx="622866" cy="258614"/>
            </a:xfrm>
            <a:custGeom>
              <a:avLst/>
              <a:gdLst/>
              <a:ahLst/>
              <a:cxnLst/>
              <a:rect l="l" t="t" r="r" b="b"/>
              <a:pathLst>
                <a:path w="16315" h="6774" extrusionOk="0">
                  <a:moveTo>
                    <a:pt x="14307" y="1"/>
                  </a:moveTo>
                  <a:cubicBezTo>
                    <a:pt x="6001" y="1"/>
                    <a:pt x="0" y="5260"/>
                    <a:pt x="0" y="5260"/>
                  </a:cubicBezTo>
                  <a:cubicBezTo>
                    <a:pt x="322" y="6342"/>
                    <a:pt x="1183" y="6773"/>
                    <a:pt x="2353" y="6773"/>
                  </a:cubicBezTo>
                  <a:cubicBezTo>
                    <a:pt x="6953" y="6773"/>
                    <a:pt x="16315" y="104"/>
                    <a:pt x="16315" y="104"/>
                  </a:cubicBezTo>
                  <a:cubicBezTo>
                    <a:pt x="15632" y="34"/>
                    <a:pt x="14962" y="1"/>
                    <a:pt x="143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55"/>
            <p:cNvSpPr/>
            <p:nvPr/>
          </p:nvSpPr>
          <p:spPr>
            <a:xfrm>
              <a:off x="547286" y="3478492"/>
              <a:ext cx="527346" cy="991890"/>
            </a:xfrm>
            <a:custGeom>
              <a:avLst/>
              <a:gdLst/>
              <a:ahLst/>
              <a:cxnLst/>
              <a:rect l="l" t="t" r="r" b="b"/>
              <a:pathLst>
                <a:path w="13813" h="25981" extrusionOk="0">
                  <a:moveTo>
                    <a:pt x="7640" y="1"/>
                  </a:moveTo>
                  <a:cubicBezTo>
                    <a:pt x="5141" y="1"/>
                    <a:pt x="1" y="3828"/>
                    <a:pt x="1" y="3828"/>
                  </a:cubicBezTo>
                  <a:lnTo>
                    <a:pt x="8784" y="15184"/>
                  </a:lnTo>
                  <a:cubicBezTo>
                    <a:pt x="8784" y="15184"/>
                    <a:pt x="6984" y="16485"/>
                    <a:pt x="5764" y="18887"/>
                  </a:cubicBezTo>
                  <a:cubicBezTo>
                    <a:pt x="4546" y="21287"/>
                    <a:pt x="2494" y="23622"/>
                    <a:pt x="2494" y="23622"/>
                  </a:cubicBezTo>
                  <a:lnTo>
                    <a:pt x="4420" y="25980"/>
                  </a:lnTo>
                  <a:cubicBezTo>
                    <a:pt x="4420" y="25980"/>
                    <a:pt x="13798" y="16633"/>
                    <a:pt x="13805" y="15178"/>
                  </a:cubicBezTo>
                  <a:cubicBezTo>
                    <a:pt x="13813" y="13541"/>
                    <a:pt x="7748" y="3"/>
                    <a:pt x="7748" y="3"/>
                  </a:cubicBezTo>
                  <a:cubicBezTo>
                    <a:pt x="7712" y="1"/>
                    <a:pt x="7676" y="1"/>
                    <a:pt x="7640" y="1"/>
                  </a:cubicBezTo>
                  <a:close/>
                </a:path>
              </a:pathLst>
            </a:custGeom>
            <a:solidFill>
              <a:srgbClr val="ED70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55"/>
            <p:cNvSpPr/>
            <p:nvPr/>
          </p:nvSpPr>
          <p:spPr>
            <a:xfrm>
              <a:off x="519683" y="4380295"/>
              <a:ext cx="288431" cy="344514"/>
            </a:xfrm>
            <a:custGeom>
              <a:avLst/>
              <a:gdLst/>
              <a:ahLst/>
              <a:cxnLst/>
              <a:rect l="l" t="t" r="r" b="b"/>
              <a:pathLst>
                <a:path w="7555" h="9024" extrusionOk="0">
                  <a:moveTo>
                    <a:pt x="3217" y="1"/>
                  </a:moveTo>
                  <a:lnTo>
                    <a:pt x="0" y="2319"/>
                  </a:lnTo>
                  <a:lnTo>
                    <a:pt x="732" y="3179"/>
                  </a:lnTo>
                  <a:cubicBezTo>
                    <a:pt x="1143" y="3055"/>
                    <a:pt x="1465" y="3026"/>
                    <a:pt x="1678" y="3026"/>
                  </a:cubicBezTo>
                  <a:cubicBezTo>
                    <a:pt x="1872" y="3026"/>
                    <a:pt x="1976" y="3050"/>
                    <a:pt x="1976" y="3050"/>
                  </a:cubicBezTo>
                  <a:lnTo>
                    <a:pt x="2440" y="5188"/>
                  </a:lnTo>
                  <a:lnTo>
                    <a:pt x="5702" y="9023"/>
                  </a:lnTo>
                  <a:cubicBezTo>
                    <a:pt x="5702" y="9023"/>
                    <a:pt x="7272" y="8295"/>
                    <a:pt x="6317" y="6916"/>
                  </a:cubicBezTo>
                  <a:cubicBezTo>
                    <a:pt x="5671" y="5984"/>
                    <a:pt x="5545" y="4171"/>
                    <a:pt x="6308" y="3390"/>
                  </a:cubicBezTo>
                  <a:cubicBezTo>
                    <a:pt x="6768" y="2920"/>
                    <a:pt x="7555" y="2355"/>
                    <a:pt x="7555" y="2355"/>
                  </a:cubicBezTo>
                  <a:lnTo>
                    <a:pt x="5402" y="250"/>
                  </a:lnTo>
                  <a:lnTo>
                    <a:pt x="4534" y="1371"/>
                  </a:lnTo>
                  <a:lnTo>
                    <a:pt x="32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55"/>
            <p:cNvSpPr/>
            <p:nvPr/>
          </p:nvSpPr>
          <p:spPr>
            <a:xfrm>
              <a:off x="708588" y="4495440"/>
              <a:ext cx="66162" cy="90710"/>
            </a:xfrm>
            <a:custGeom>
              <a:avLst/>
              <a:gdLst/>
              <a:ahLst/>
              <a:cxnLst/>
              <a:rect l="l" t="t" r="r" b="b"/>
              <a:pathLst>
                <a:path w="1733" h="2376" fill="none" extrusionOk="0">
                  <a:moveTo>
                    <a:pt x="1" y="0"/>
                  </a:moveTo>
                  <a:lnTo>
                    <a:pt x="1732" y="1059"/>
                  </a:lnTo>
                  <a:lnTo>
                    <a:pt x="70" y="1204"/>
                  </a:lnTo>
                  <a:lnTo>
                    <a:pt x="1424" y="2371"/>
                  </a:lnTo>
                  <a:lnTo>
                    <a:pt x="15" y="2375"/>
                  </a:ln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55"/>
            <p:cNvSpPr/>
            <p:nvPr/>
          </p:nvSpPr>
          <p:spPr>
            <a:xfrm>
              <a:off x="558510" y="4440807"/>
              <a:ext cx="196805" cy="273389"/>
            </a:xfrm>
            <a:custGeom>
              <a:avLst/>
              <a:gdLst/>
              <a:ahLst/>
              <a:cxnLst/>
              <a:rect l="l" t="t" r="r" b="b"/>
              <a:pathLst>
                <a:path w="5155" h="7161" fill="none" extrusionOk="0">
                  <a:moveTo>
                    <a:pt x="0" y="1"/>
                  </a:moveTo>
                  <a:lnTo>
                    <a:pt x="2242" y="2405"/>
                  </a:lnTo>
                  <a:cubicBezTo>
                    <a:pt x="2242" y="2405"/>
                    <a:pt x="1991" y="3213"/>
                    <a:pt x="2326" y="3836"/>
                  </a:cubicBezTo>
                  <a:cubicBezTo>
                    <a:pt x="2660" y="4458"/>
                    <a:pt x="5155" y="7161"/>
                    <a:pt x="5155" y="716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55"/>
            <p:cNvSpPr/>
            <p:nvPr/>
          </p:nvSpPr>
          <p:spPr>
            <a:xfrm>
              <a:off x="459629" y="3496970"/>
              <a:ext cx="307749" cy="1076987"/>
            </a:xfrm>
            <a:custGeom>
              <a:avLst/>
              <a:gdLst/>
              <a:ahLst/>
              <a:cxnLst/>
              <a:rect l="l" t="t" r="r" b="b"/>
              <a:pathLst>
                <a:path w="8061" h="28210" extrusionOk="0">
                  <a:moveTo>
                    <a:pt x="1229" y="1"/>
                  </a:moveTo>
                  <a:lnTo>
                    <a:pt x="1229" y="2"/>
                  </a:lnTo>
                  <a:lnTo>
                    <a:pt x="1229" y="2"/>
                  </a:lnTo>
                  <a:cubicBezTo>
                    <a:pt x="1229" y="1"/>
                    <a:pt x="1229" y="1"/>
                    <a:pt x="1229" y="1"/>
                  </a:cubicBezTo>
                  <a:close/>
                  <a:moveTo>
                    <a:pt x="1229" y="2"/>
                  </a:moveTo>
                  <a:cubicBezTo>
                    <a:pt x="1235" y="124"/>
                    <a:pt x="1582" y="7651"/>
                    <a:pt x="793" y="10249"/>
                  </a:cubicBezTo>
                  <a:cubicBezTo>
                    <a:pt x="0" y="12869"/>
                    <a:pt x="570" y="28209"/>
                    <a:pt x="570" y="28209"/>
                  </a:cubicBezTo>
                  <a:lnTo>
                    <a:pt x="3331" y="28080"/>
                  </a:lnTo>
                  <a:cubicBezTo>
                    <a:pt x="3331" y="28080"/>
                    <a:pt x="6089" y="14723"/>
                    <a:pt x="6428" y="11342"/>
                  </a:cubicBezTo>
                  <a:cubicBezTo>
                    <a:pt x="6766" y="7957"/>
                    <a:pt x="8060" y="2"/>
                    <a:pt x="8060" y="2"/>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55"/>
            <p:cNvSpPr/>
            <p:nvPr/>
          </p:nvSpPr>
          <p:spPr>
            <a:xfrm>
              <a:off x="469174" y="4506015"/>
              <a:ext cx="353676" cy="218948"/>
            </a:xfrm>
            <a:custGeom>
              <a:avLst/>
              <a:gdLst/>
              <a:ahLst/>
              <a:cxnLst/>
              <a:rect l="l" t="t" r="r" b="b"/>
              <a:pathLst>
                <a:path w="9264" h="5735" extrusionOk="0">
                  <a:moveTo>
                    <a:pt x="4923" y="0"/>
                  </a:moveTo>
                  <a:lnTo>
                    <a:pt x="1922" y="278"/>
                  </a:lnTo>
                  <a:lnTo>
                    <a:pt x="2214" y="1665"/>
                  </a:lnTo>
                  <a:lnTo>
                    <a:pt x="320" y="1779"/>
                  </a:lnTo>
                  <a:lnTo>
                    <a:pt x="1" y="5735"/>
                  </a:lnTo>
                  <a:lnTo>
                    <a:pt x="1130" y="5735"/>
                  </a:lnTo>
                  <a:cubicBezTo>
                    <a:pt x="1458" y="4984"/>
                    <a:pt x="1839" y="4706"/>
                    <a:pt x="1839" y="4706"/>
                  </a:cubicBezTo>
                  <a:lnTo>
                    <a:pt x="3768" y="5735"/>
                  </a:lnTo>
                  <a:lnTo>
                    <a:pt x="8802" y="5735"/>
                  </a:lnTo>
                  <a:cubicBezTo>
                    <a:pt x="8802" y="5735"/>
                    <a:pt x="9263" y="4065"/>
                    <a:pt x="7595" y="3899"/>
                  </a:cubicBezTo>
                  <a:cubicBezTo>
                    <a:pt x="6467" y="3788"/>
                    <a:pt x="5004" y="2710"/>
                    <a:pt x="4903" y="1622"/>
                  </a:cubicBezTo>
                  <a:cubicBezTo>
                    <a:pt x="4844" y="967"/>
                    <a:pt x="4923" y="0"/>
                    <a:pt x="49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55"/>
            <p:cNvSpPr/>
            <p:nvPr/>
          </p:nvSpPr>
          <p:spPr>
            <a:xfrm>
              <a:off x="611807" y="4573934"/>
              <a:ext cx="104225" cy="82540"/>
            </a:xfrm>
            <a:custGeom>
              <a:avLst/>
              <a:gdLst/>
              <a:ahLst/>
              <a:cxnLst/>
              <a:rect l="l" t="t" r="r" b="b"/>
              <a:pathLst>
                <a:path w="2730" h="2162" fill="none" extrusionOk="0">
                  <a:moveTo>
                    <a:pt x="1" y="635"/>
                  </a:moveTo>
                  <a:lnTo>
                    <a:pt x="1929" y="0"/>
                  </a:lnTo>
                  <a:lnTo>
                    <a:pt x="964" y="1361"/>
                  </a:lnTo>
                  <a:lnTo>
                    <a:pt x="2730" y="1087"/>
                  </a:lnTo>
                  <a:lnTo>
                    <a:pt x="1820" y="2162"/>
                  </a:ln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55"/>
            <p:cNvSpPr/>
            <p:nvPr/>
          </p:nvSpPr>
          <p:spPr>
            <a:xfrm>
              <a:off x="473030" y="4671441"/>
              <a:ext cx="335771" cy="38597"/>
            </a:xfrm>
            <a:custGeom>
              <a:avLst/>
              <a:gdLst/>
              <a:ahLst/>
              <a:cxnLst/>
              <a:rect l="l" t="t" r="r" b="b"/>
              <a:pathLst>
                <a:path w="8795" h="1011" fill="none" extrusionOk="0">
                  <a:moveTo>
                    <a:pt x="1" y="149"/>
                  </a:moveTo>
                  <a:lnTo>
                    <a:pt x="3284" y="1"/>
                  </a:lnTo>
                  <a:cubicBezTo>
                    <a:pt x="3284" y="1"/>
                    <a:pt x="3739" y="714"/>
                    <a:pt x="4429" y="862"/>
                  </a:cubicBezTo>
                  <a:cubicBezTo>
                    <a:pt x="5120" y="1010"/>
                    <a:pt x="8795" y="862"/>
                    <a:pt x="8795" y="862"/>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55"/>
            <p:cNvSpPr/>
            <p:nvPr/>
          </p:nvSpPr>
          <p:spPr>
            <a:xfrm>
              <a:off x="393467" y="3241177"/>
              <a:ext cx="118541" cy="57572"/>
            </a:xfrm>
            <a:custGeom>
              <a:avLst/>
              <a:gdLst/>
              <a:ahLst/>
              <a:cxnLst/>
              <a:rect l="l" t="t" r="r" b="b"/>
              <a:pathLst>
                <a:path w="3105" h="1508" extrusionOk="0">
                  <a:moveTo>
                    <a:pt x="772" y="0"/>
                  </a:moveTo>
                  <a:cubicBezTo>
                    <a:pt x="537" y="0"/>
                    <a:pt x="280" y="24"/>
                    <a:pt x="0" y="77"/>
                  </a:cubicBezTo>
                  <a:cubicBezTo>
                    <a:pt x="0" y="77"/>
                    <a:pt x="258" y="1508"/>
                    <a:pt x="2267" y="1508"/>
                  </a:cubicBezTo>
                  <a:cubicBezTo>
                    <a:pt x="2518" y="1508"/>
                    <a:pt x="2796" y="1485"/>
                    <a:pt x="3105" y="1435"/>
                  </a:cubicBezTo>
                  <a:cubicBezTo>
                    <a:pt x="3105" y="1435"/>
                    <a:pt x="2603" y="0"/>
                    <a:pt x="7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55"/>
            <p:cNvSpPr/>
            <p:nvPr/>
          </p:nvSpPr>
          <p:spPr>
            <a:xfrm>
              <a:off x="404844" y="3224455"/>
              <a:ext cx="113044" cy="289882"/>
            </a:xfrm>
            <a:custGeom>
              <a:avLst/>
              <a:gdLst/>
              <a:ahLst/>
              <a:cxnLst/>
              <a:rect l="l" t="t" r="r" b="b"/>
              <a:pathLst>
                <a:path w="2961" h="7593" extrusionOk="0">
                  <a:moveTo>
                    <a:pt x="704" y="1"/>
                  </a:moveTo>
                  <a:cubicBezTo>
                    <a:pt x="460" y="1"/>
                    <a:pt x="220" y="50"/>
                    <a:pt x="0" y="173"/>
                  </a:cubicBezTo>
                  <a:cubicBezTo>
                    <a:pt x="0" y="173"/>
                    <a:pt x="221" y="5229"/>
                    <a:pt x="657" y="6764"/>
                  </a:cubicBezTo>
                  <a:cubicBezTo>
                    <a:pt x="657" y="6764"/>
                    <a:pt x="1247" y="7593"/>
                    <a:pt x="1851" y="7593"/>
                  </a:cubicBezTo>
                  <a:cubicBezTo>
                    <a:pt x="2200" y="7593"/>
                    <a:pt x="2554" y="7316"/>
                    <a:pt x="2802" y="6444"/>
                  </a:cubicBezTo>
                  <a:cubicBezTo>
                    <a:pt x="2961" y="5888"/>
                    <a:pt x="2709" y="1461"/>
                    <a:pt x="2802" y="850"/>
                  </a:cubicBezTo>
                  <a:cubicBezTo>
                    <a:pt x="2802" y="850"/>
                    <a:pt x="1717" y="1"/>
                    <a:pt x="704"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55"/>
            <p:cNvSpPr/>
            <p:nvPr/>
          </p:nvSpPr>
          <p:spPr>
            <a:xfrm>
              <a:off x="391749" y="2847791"/>
              <a:ext cx="159696" cy="448127"/>
            </a:xfrm>
            <a:custGeom>
              <a:avLst/>
              <a:gdLst/>
              <a:ahLst/>
              <a:cxnLst/>
              <a:rect l="l" t="t" r="r" b="b"/>
              <a:pathLst>
                <a:path w="4183" h="11738" extrusionOk="0">
                  <a:moveTo>
                    <a:pt x="1799" y="1"/>
                  </a:moveTo>
                  <a:cubicBezTo>
                    <a:pt x="690" y="1"/>
                    <a:pt x="339" y="1091"/>
                    <a:pt x="296" y="2339"/>
                  </a:cubicBezTo>
                  <a:cubicBezTo>
                    <a:pt x="253" y="3587"/>
                    <a:pt x="422" y="4893"/>
                    <a:pt x="505" y="5436"/>
                  </a:cubicBezTo>
                  <a:cubicBezTo>
                    <a:pt x="588" y="5978"/>
                    <a:pt x="450" y="8804"/>
                    <a:pt x="288" y="9401"/>
                  </a:cubicBezTo>
                  <a:cubicBezTo>
                    <a:pt x="127" y="10000"/>
                    <a:pt x="1" y="10107"/>
                    <a:pt x="44" y="10380"/>
                  </a:cubicBezTo>
                  <a:cubicBezTo>
                    <a:pt x="44" y="10380"/>
                    <a:pt x="55" y="10379"/>
                    <a:pt x="76" y="10379"/>
                  </a:cubicBezTo>
                  <a:cubicBezTo>
                    <a:pt x="355" y="10379"/>
                    <a:pt x="2367" y="10426"/>
                    <a:pt x="3148" y="11738"/>
                  </a:cubicBezTo>
                  <a:cubicBezTo>
                    <a:pt x="3148" y="11738"/>
                    <a:pt x="3273" y="10979"/>
                    <a:pt x="3526" y="8859"/>
                  </a:cubicBezTo>
                  <a:cubicBezTo>
                    <a:pt x="3780" y="6742"/>
                    <a:pt x="4183" y="1"/>
                    <a:pt x="17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55"/>
            <p:cNvSpPr/>
            <p:nvPr/>
          </p:nvSpPr>
          <p:spPr>
            <a:xfrm>
              <a:off x="400911" y="3213155"/>
              <a:ext cx="122206" cy="23517"/>
            </a:xfrm>
            <a:custGeom>
              <a:avLst/>
              <a:gdLst/>
              <a:ahLst/>
              <a:cxnLst/>
              <a:rect l="l" t="t" r="r" b="b"/>
              <a:pathLst>
                <a:path w="3201" h="616" fill="none" extrusionOk="0">
                  <a:moveTo>
                    <a:pt x="1" y="0"/>
                  </a:moveTo>
                  <a:cubicBezTo>
                    <a:pt x="1079" y="70"/>
                    <a:pt x="2176" y="276"/>
                    <a:pt x="3200" y="616"/>
                  </a:cubicBezTo>
                </a:path>
              </a:pathLst>
            </a:custGeom>
            <a:noFill/>
            <a:ln w="175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55"/>
            <p:cNvSpPr/>
            <p:nvPr/>
          </p:nvSpPr>
          <p:spPr>
            <a:xfrm>
              <a:off x="409081" y="3038414"/>
              <a:ext cx="43217" cy="127780"/>
            </a:xfrm>
            <a:custGeom>
              <a:avLst/>
              <a:gdLst/>
              <a:ahLst/>
              <a:cxnLst/>
              <a:rect l="l" t="t" r="r" b="b"/>
              <a:pathLst>
                <a:path w="1132" h="3347" fill="none" extrusionOk="0">
                  <a:moveTo>
                    <a:pt x="0" y="1"/>
                  </a:moveTo>
                  <a:cubicBezTo>
                    <a:pt x="46" y="377"/>
                    <a:pt x="229" y="720"/>
                    <a:pt x="389" y="1064"/>
                  </a:cubicBezTo>
                  <a:cubicBezTo>
                    <a:pt x="727" y="1792"/>
                    <a:pt x="977" y="2558"/>
                    <a:pt x="1132" y="3347"/>
                  </a:cubicBezTo>
                  <a:cubicBezTo>
                    <a:pt x="874" y="3157"/>
                    <a:pt x="645" y="2924"/>
                    <a:pt x="464" y="2662"/>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55"/>
            <p:cNvSpPr/>
            <p:nvPr/>
          </p:nvSpPr>
          <p:spPr>
            <a:xfrm>
              <a:off x="339025" y="3161462"/>
              <a:ext cx="622866" cy="745950"/>
            </a:xfrm>
            <a:custGeom>
              <a:avLst/>
              <a:gdLst/>
              <a:ahLst/>
              <a:cxnLst/>
              <a:rect l="l" t="t" r="r" b="b"/>
              <a:pathLst>
                <a:path w="16315" h="19539" extrusionOk="0">
                  <a:moveTo>
                    <a:pt x="7208" y="0"/>
                  </a:moveTo>
                  <a:cubicBezTo>
                    <a:pt x="6803" y="0"/>
                    <a:pt x="6447" y="73"/>
                    <a:pt x="6172" y="245"/>
                  </a:cubicBezTo>
                  <a:cubicBezTo>
                    <a:pt x="3471" y="1932"/>
                    <a:pt x="3144" y="5880"/>
                    <a:pt x="2233" y="8933"/>
                  </a:cubicBezTo>
                  <a:cubicBezTo>
                    <a:pt x="1701" y="10710"/>
                    <a:pt x="1382" y="11585"/>
                    <a:pt x="1065" y="13410"/>
                  </a:cubicBezTo>
                  <a:cubicBezTo>
                    <a:pt x="709" y="15453"/>
                    <a:pt x="356" y="17495"/>
                    <a:pt x="0" y="19538"/>
                  </a:cubicBezTo>
                  <a:cubicBezTo>
                    <a:pt x="1724" y="18188"/>
                    <a:pt x="4962" y="16661"/>
                    <a:pt x="8157" y="15626"/>
                  </a:cubicBezTo>
                  <a:cubicBezTo>
                    <a:pt x="9152" y="15304"/>
                    <a:pt x="13497" y="14379"/>
                    <a:pt x="16055" y="14379"/>
                  </a:cubicBezTo>
                  <a:cubicBezTo>
                    <a:pt x="16144" y="14379"/>
                    <a:pt x="16231" y="14380"/>
                    <a:pt x="16315" y="14382"/>
                  </a:cubicBezTo>
                  <a:cubicBezTo>
                    <a:pt x="15748" y="9993"/>
                    <a:pt x="13442" y="6620"/>
                    <a:pt x="13135" y="2207"/>
                  </a:cubicBezTo>
                  <a:cubicBezTo>
                    <a:pt x="13135" y="2204"/>
                    <a:pt x="9433" y="0"/>
                    <a:pt x="72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55"/>
            <p:cNvSpPr/>
            <p:nvPr/>
          </p:nvSpPr>
          <p:spPr>
            <a:xfrm>
              <a:off x="552211" y="3184330"/>
              <a:ext cx="131063" cy="90328"/>
            </a:xfrm>
            <a:custGeom>
              <a:avLst/>
              <a:gdLst/>
              <a:ahLst/>
              <a:cxnLst/>
              <a:rect l="l" t="t" r="r" b="b"/>
              <a:pathLst>
                <a:path w="3433" h="2366" fill="none" extrusionOk="0">
                  <a:moveTo>
                    <a:pt x="1" y="1491"/>
                  </a:moveTo>
                  <a:cubicBezTo>
                    <a:pt x="1" y="1491"/>
                    <a:pt x="1846" y="2365"/>
                    <a:pt x="3432" y="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55"/>
            <p:cNvSpPr/>
            <p:nvPr/>
          </p:nvSpPr>
          <p:spPr>
            <a:xfrm>
              <a:off x="353876" y="3630173"/>
              <a:ext cx="599578" cy="191727"/>
            </a:xfrm>
            <a:custGeom>
              <a:avLst/>
              <a:gdLst/>
              <a:ahLst/>
              <a:cxnLst/>
              <a:rect l="l" t="t" r="r" b="b"/>
              <a:pathLst>
                <a:path w="15705" h="5022" fill="none" extrusionOk="0">
                  <a:moveTo>
                    <a:pt x="1" y="5021"/>
                  </a:moveTo>
                  <a:cubicBezTo>
                    <a:pt x="1" y="5021"/>
                    <a:pt x="8789" y="0"/>
                    <a:pt x="15705" y="799"/>
                  </a:cubicBezTo>
                </a:path>
              </a:pathLst>
            </a:custGeom>
            <a:noFill/>
            <a:ln w="1750" cap="flat" cmpd="sng">
              <a:solidFill>
                <a:srgbClr val="FFFFFF"/>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55"/>
            <p:cNvSpPr/>
            <p:nvPr/>
          </p:nvSpPr>
          <p:spPr>
            <a:xfrm>
              <a:off x="371896" y="3171388"/>
              <a:ext cx="252582" cy="710369"/>
            </a:xfrm>
            <a:custGeom>
              <a:avLst/>
              <a:gdLst/>
              <a:ahLst/>
              <a:cxnLst/>
              <a:rect l="l" t="t" r="r" b="b"/>
              <a:pathLst>
                <a:path w="6616" h="18607" fill="none" extrusionOk="0">
                  <a:moveTo>
                    <a:pt x="6615" y="0"/>
                  </a:moveTo>
                  <a:cubicBezTo>
                    <a:pt x="5232" y="859"/>
                    <a:pt x="4273" y="2285"/>
                    <a:pt x="3671" y="3800"/>
                  </a:cubicBezTo>
                  <a:cubicBezTo>
                    <a:pt x="3069" y="5313"/>
                    <a:pt x="2783" y="6931"/>
                    <a:pt x="2467" y="8529"/>
                  </a:cubicBezTo>
                  <a:cubicBezTo>
                    <a:pt x="1796" y="11922"/>
                    <a:pt x="973" y="15286"/>
                    <a:pt x="0" y="18607"/>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55"/>
            <p:cNvSpPr/>
            <p:nvPr/>
          </p:nvSpPr>
          <p:spPr>
            <a:xfrm>
              <a:off x="757609" y="3219492"/>
              <a:ext cx="28939" cy="208258"/>
            </a:xfrm>
            <a:custGeom>
              <a:avLst/>
              <a:gdLst/>
              <a:ahLst/>
              <a:cxnLst/>
              <a:rect l="l" t="t" r="r" b="b"/>
              <a:pathLst>
                <a:path w="758" h="5455" fill="none" extrusionOk="0">
                  <a:moveTo>
                    <a:pt x="512" y="0"/>
                  </a:moveTo>
                  <a:cubicBezTo>
                    <a:pt x="267" y="878"/>
                    <a:pt x="23" y="1770"/>
                    <a:pt x="11" y="2682"/>
                  </a:cubicBezTo>
                  <a:cubicBezTo>
                    <a:pt x="0" y="3652"/>
                    <a:pt x="261" y="4621"/>
                    <a:pt x="758" y="5454"/>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55"/>
            <p:cNvSpPr/>
            <p:nvPr/>
          </p:nvSpPr>
          <p:spPr>
            <a:xfrm>
              <a:off x="903182" y="2739442"/>
              <a:ext cx="93649" cy="178976"/>
            </a:xfrm>
            <a:custGeom>
              <a:avLst/>
              <a:gdLst/>
              <a:ahLst/>
              <a:cxnLst/>
              <a:rect l="l" t="t" r="r" b="b"/>
              <a:pathLst>
                <a:path w="2453" h="4688" extrusionOk="0">
                  <a:moveTo>
                    <a:pt x="0" y="0"/>
                  </a:moveTo>
                  <a:lnTo>
                    <a:pt x="64" y="4688"/>
                  </a:lnTo>
                  <a:lnTo>
                    <a:pt x="2452" y="4688"/>
                  </a:lnTo>
                  <a:lnTo>
                    <a:pt x="24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55"/>
            <p:cNvSpPr/>
            <p:nvPr/>
          </p:nvSpPr>
          <p:spPr>
            <a:xfrm>
              <a:off x="918682" y="2756125"/>
              <a:ext cx="13057" cy="13057"/>
            </a:xfrm>
            <a:custGeom>
              <a:avLst/>
              <a:gdLst/>
              <a:ahLst/>
              <a:cxnLst/>
              <a:rect l="l" t="t" r="r" b="b"/>
              <a:pathLst>
                <a:path w="342" h="342" extrusionOk="0">
                  <a:moveTo>
                    <a:pt x="174" y="0"/>
                  </a:moveTo>
                  <a:cubicBezTo>
                    <a:pt x="173" y="0"/>
                    <a:pt x="172" y="0"/>
                    <a:pt x="171" y="0"/>
                  </a:cubicBezTo>
                  <a:cubicBezTo>
                    <a:pt x="76" y="0"/>
                    <a:pt x="1" y="76"/>
                    <a:pt x="1" y="171"/>
                  </a:cubicBezTo>
                  <a:cubicBezTo>
                    <a:pt x="1" y="264"/>
                    <a:pt x="76" y="341"/>
                    <a:pt x="171" y="341"/>
                  </a:cubicBezTo>
                  <a:cubicBezTo>
                    <a:pt x="266" y="341"/>
                    <a:pt x="342" y="264"/>
                    <a:pt x="342" y="171"/>
                  </a:cubicBezTo>
                  <a:cubicBezTo>
                    <a:pt x="342" y="77"/>
                    <a:pt x="267" y="0"/>
                    <a:pt x="1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55"/>
            <p:cNvSpPr/>
            <p:nvPr/>
          </p:nvSpPr>
          <p:spPr>
            <a:xfrm>
              <a:off x="918682" y="2778650"/>
              <a:ext cx="13057" cy="13057"/>
            </a:xfrm>
            <a:custGeom>
              <a:avLst/>
              <a:gdLst/>
              <a:ahLst/>
              <a:cxnLst/>
              <a:rect l="l" t="t" r="r" b="b"/>
              <a:pathLst>
                <a:path w="342" h="342" extrusionOk="0">
                  <a:moveTo>
                    <a:pt x="171" y="0"/>
                  </a:moveTo>
                  <a:cubicBezTo>
                    <a:pt x="76" y="0"/>
                    <a:pt x="1" y="76"/>
                    <a:pt x="1" y="171"/>
                  </a:cubicBezTo>
                  <a:cubicBezTo>
                    <a:pt x="1" y="266"/>
                    <a:pt x="76" y="341"/>
                    <a:pt x="171" y="341"/>
                  </a:cubicBezTo>
                  <a:cubicBezTo>
                    <a:pt x="266" y="341"/>
                    <a:pt x="342" y="266"/>
                    <a:pt x="342" y="171"/>
                  </a:cubicBezTo>
                  <a:cubicBezTo>
                    <a:pt x="342" y="76"/>
                    <a:pt x="266" y="0"/>
                    <a:pt x="1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55"/>
            <p:cNvSpPr/>
            <p:nvPr/>
          </p:nvSpPr>
          <p:spPr>
            <a:xfrm>
              <a:off x="811593" y="2952971"/>
              <a:ext cx="213412" cy="260256"/>
            </a:xfrm>
            <a:custGeom>
              <a:avLst/>
              <a:gdLst/>
              <a:ahLst/>
              <a:cxnLst/>
              <a:rect l="l" t="t" r="r" b="b"/>
              <a:pathLst>
                <a:path w="5590" h="6817" extrusionOk="0">
                  <a:moveTo>
                    <a:pt x="4355" y="0"/>
                  </a:moveTo>
                  <a:cubicBezTo>
                    <a:pt x="3836" y="257"/>
                    <a:pt x="515" y="3947"/>
                    <a:pt x="1" y="4283"/>
                  </a:cubicBezTo>
                  <a:cubicBezTo>
                    <a:pt x="1" y="4283"/>
                    <a:pt x="150" y="6403"/>
                    <a:pt x="1375" y="6817"/>
                  </a:cubicBezTo>
                  <a:cubicBezTo>
                    <a:pt x="1375" y="6817"/>
                    <a:pt x="4356" y="2764"/>
                    <a:pt x="5590" y="1022"/>
                  </a:cubicBezTo>
                  <a:lnTo>
                    <a:pt x="4355" y="0"/>
                  </a:ln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55"/>
            <p:cNvSpPr/>
            <p:nvPr/>
          </p:nvSpPr>
          <p:spPr>
            <a:xfrm>
              <a:off x="909558" y="2823853"/>
              <a:ext cx="138546" cy="168859"/>
            </a:xfrm>
            <a:custGeom>
              <a:avLst/>
              <a:gdLst/>
              <a:ahLst/>
              <a:cxnLst/>
              <a:rect l="l" t="t" r="r" b="b"/>
              <a:pathLst>
                <a:path w="3629" h="4423" extrusionOk="0">
                  <a:moveTo>
                    <a:pt x="1485" y="1"/>
                  </a:moveTo>
                  <a:cubicBezTo>
                    <a:pt x="1358" y="1"/>
                    <a:pt x="1137" y="807"/>
                    <a:pt x="1827" y="1474"/>
                  </a:cubicBezTo>
                  <a:cubicBezTo>
                    <a:pt x="1827" y="1474"/>
                    <a:pt x="1040" y="853"/>
                    <a:pt x="581" y="428"/>
                  </a:cubicBezTo>
                  <a:cubicBezTo>
                    <a:pt x="568" y="417"/>
                    <a:pt x="558" y="411"/>
                    <a:pt x="551" y="411"/>
                  </a:cubicBezTo>
                  <a:cubicBezTo>
                    <a:pt x="429" y="411"/>
                    <a:pt x="804" y="1674"/>
                    <a:pt x="1560" y="1786"/>
                  </a:cubicBezTo>
                  <a:cubicBezTo>
                    <a:pt x="1560" y="1786"/>
                    <a:pt x="647" y="1781"/>
                    <a:pt x="287" y="1678"/>
                  </a:cubicBezTo>
                  <a:cubicBezTo>
                    <a:pt x="264" y="1671"/>
                    <a:pt x="244" y="1668"/>
                    <a:pt x="227" y="1668"/>
                  </a:cubicBezTo>
                  <a:cubicBezTo>
                    <a:pt x="1" y="1668"/>
                    <a:pt x="326" y="2227"/>
                    <a:pt x="1211" y="2227"/>
                  </a:cubicBezTo>
                  <a:cubicBezTo>
                    <a:pt x="1290" y="2227"/>
                    <a:pt x="1373" y="2222"/>
                    <a:pt x="1461" y="2213"/>
                  </a:cubicBezTo>
                  <a:lnTo>
                    <a:pt x="1461" y="2213"/>
                  </a:lnTo>
                  <a:cubicBezTo>
                    <a:pt x="1461" y="2213"/>
                    <a:pt x="1323" y="2929"/>
                    <a:pt x="1789" y="3381"/>
                  </a:cubicBezTo>
                  <a:cubicBezTo>
                    <a:pt x="1789" y="3382"/>
                    <a:pt x="1709" y="4423"/>
                    <a:pt x="2764" y="4423"/>
                  </a:cubicBezTo>
                  <a:cubicBezTo>
                    <a:pt x="2844" y="4423"/>
                    <a:pt x="2930" y="4417"/>
                    <a:pt x="3024" y="4404"/>
                  </a:cubicBezTo>
                  <a:cubicBezTo>
                    <a:pt x="3024" y="4404"/>
                    <a:pt x="3628" y="3623"/>
                    <a:pt x="3477" y="2985"/>
                  </a:cubicBezTo>
                  <a:cubicBezTo>
                    <a:pt x="3359" y="2490"/>
                    <a:pt x="2866" y="2045"/>
                    <a:pt x="2542" y="481"/>
                  </a:cubicBezTo>
                  <a:cubicBezTo>
                    <a:pt x="2523" y="389"/>
                    <a:pt x="2491" y="349"/>
                    <a:pt x="2457" y="349"/>
                  </a:cubicBezTo>
                  <a:cubicBezTo>
                    <a:pt x="2336" y="349"/>
                    <a:pt x="2176" y="852"/>
                    <a:pt x="2371" y="1307"/>
                  </a:cubicBezTo>
                  <a:cubicBezTo>
                    <a:pt x="2371" y="1307"/>
                    <a:pt x="1654" y="449"/>
                    <a:pt x="1531" y="54"/>
                  </a:cubicBezTo>
                  <a:cubicBezTo>
                    <a:pt x="1519" y="18"/>
                    <a:pt x="1503" y="1"/>
                    <a:pt x="1485"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55"/>
            <p:cNvSpPr/>
            <p:nvPr/>
          </p:nvSpPr>
          <p:spPr>
            <a:xfrm>
              <a:off x="688049" y="2892306"/>
              <a:ext cx="137286" cy="147976"/>
            </a:xfrm>
            <a:custGeom>
              <a:avLst/>
              <a:gdLst/>
              <a:ahLst/>
              <a:cxnLst/>
              <a:rect l="l" t="t" r="r" b="b"/>
              <a:pathLst>
                <a:path w="3596" h="3876" extrusionOk="0">
                  <a:moveTo>
                    <a:pt x="284" y="0"/>
                  </a:moveTo>
                  <a:lnTo>
                    <a:pt x="284" y="0"/>
                  </a:lnTo>
                  <a:cubicBezTo>
                    <a:pt x="0" y="1979"/>
                    <a:pt x="2722" y="3875"/>
                    <a:pt x="2722" y="3875"/>
                  </a:cubicBezTo>
                  <a:cubicBezTo>
                    <a:pt x="2722" y="3875"/>
                    <a:pt x="3595" y="764"/>
                    <a:pt x="2722" y="418"/>
                  </a:cubicBezTo>
                  <a:cubicBezTo>
                    <a:pt x="1851" y="71"/>
                    <a:pt x="284" y="0"/>
                    <a:pt x="2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55"/>
            <p:cNvSpPr/>
            <p:nvPr/>
          </p:nvSpPr>
          <p:spPr>
            <a:xfrm>
              <a:off x="437104" y="2846264"/>
              <a:ext cx="442630" cy="418884"/>
            </a:xfrm>
            <a:custGeom>
              <a:avLst/>
              <a:gdLst/>
              <a:ahLst/>
              <a:cxnLst/>
              <a:rect l="l" t="t" r="r" b="b"/>
              <a:pathLst>
                <a:path w="11594" h="10972" extrusionOk="0">
                  <a:moveTo>
                    <a:pt x="956" y="1"/>
                  </a:moveTo>
                  <a:cubicBezTo>
                    <a:pt x="817" y="1"/>
                    <a:pt x="699" y="14"/>
                    <a:pt x="612" y="42"/>
                  </a:cubicBezTo>
                  <a:cubicBezTo>
                    <a:pt x="0" y="246"/>
                    <a:pt x="1406" y="3084"/>
                    <a:pt x="1938" y="4678"/>
                  </a:cubicBezTo>
                  <a:cubicBezTo>
                    <a:pt x="2049" y="5006"/>
                    <a:pt x="2120" y="5283"/>
                    <a:pt x="2132" y="5471"/>
                  </a:cubicBezTo>
                  <a:cubicBezTo>
                    <a:pt x="2178" y="6293"/>
                    <a:pt x="2765" y="6810"/>
                    <a:pt x="3113" y="7197"/>
                  </a:cubicBezTo>
                  <a:cubicBezTo>
                    <a:pt x="3235" y="7330"/>
                    <a:pt x="3327" y="7449"/>
                    <a:pt x="3358" y="7560"/>
                  </a:cubicBezTo>
                  <a:cubicBezTo>
                    <a:pt x="3483" y="7990"/>
                    <a:pt x="2683" y="8728"/>
                    <a:pt x="2562" y="8973"/>
                  </a:cubicBezTo>
                  <a:cubicBezTo>
                    <a:pt x="2552" y="8993"/>
                    <a:pt x="2555" y="9002"/>
                    <a:pt x="2574" y="9002"/>
                  </a:cubicBezTo>
                  <a:cubicBezTo>
                    <a:pt x="2659" y="9002"/>
                    <a:pt x="3054" y="8835"/>
                    <a:pt x="3899" y="8835"/>
                  </a:cubicBezTo>
                  <a:cubicBezTo>
                    <a:pt x="5142" y="8835"/>
                    <a:pt x="7361" y="9195"/>
                    <a:pt x="11008" y="10971"/>
                  </a:cubicBezTo>
                  <a:cubicBezTo>
                    <a:pt x="11008" y="10971"/>
                    <a:pt x="11134" y="10134"/>
                    <a:pt x="11008" y="9069"/>
                  </a:cubicBezTo>
                  <a:cubicBezTo>
                    <a:pt x="10922" y="8329"/>
                    <a:pt x="10618" y="6927"/>
                    <a:pt x="10618" y="6927"/>
                  </a:cubicBezTo>
                  <a:cubicBezTo>
                    <a:pt x="10618" y="6927"/>
                    <a:pt x="11593" y="6491"/>
                    <a:pt x="11541" y="5262"/>
                  </a:cubicBezTo>
                  <a:cubicBezTo>
                    <a:pt x="11492" y="4036"/>
                    <a:pt x="8520" y="1566"/>
                    <a:pt x="6857" y="1208"/>
                  </a:cubicBezTo>
                  <a:cubicBezTo>
                    <a:pt x="5760" y="970"/>
                    <a:pt x="4267" y="711"/>
                    <a:pt x="4267" y="711"/>
                  </a:cubicBezTo>
                  <a:cubicBezTo>
                    <a:pt x="4267" y="711"/>
                    <a:pt x="1997" y="1"/>
                    <a:pt x="9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55"/>
            <p:cNvSpPr/>
            <p:nvPr/>
          </p:nvSpPr>
          <p:spPr>
            <a:xfrm>
              <a:off x="529839" y="2973282"/>
              <a:ext cx="47646" cy="147747"/>
            </a:xfrm>
            <a:custGeom>
              <a:avLst/>
              <a:gdLst/>
              <a:ahLst/>
              <a:cxnLst/>
              <a:rect l="l" t="t" r="r" b="b"/>
              <a:pathLst>
                <a:path w="1248" h="3870" extrusionOk="0">
                  <a:moveTo>
                    <a:pt x="1" y="1"/>
                  </a:moveTo>
                  <a:lnTo>
                    <a:pt x="1" y="1"/>
                  </a:lnTo>
                  <a:cubicBezTo>
                    <a:pt x="112" y="1035"/>
                    <a:pt x="120" y="2166"/>
                    <a:pt x="84" y="3179"/>
                  </a:cubicBezTo>
                  <a:cubicBezTo>
                    <a:pt x="280" y="3455"/>
                    <a:pt x="511" y="3679"/>
                    <a:pt x="683" y="3870"/>
                  </a:cubicBezTo>
                  <a:cubicBezTo>
                    <a:pt x="1248" y="1663"/>
                    <a:pt x="1"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55"/>
            <p:cNvSpPr/>
            <p:nvPr/>
          </p:nvSpPr>
          <p:spPr>
            <a:xfrm>
              <a:off x="771697" y="2927163"/>
              <a:ext cx="34016" cy="26419"/>
            </a:xfrm>
            <a:custGeom>
              <a:avLst/>
              <a:gdLst/>
              <a:ahLst/>
              <a:cxnLst/>
              <a:rect l="l" t="t" r="r" b="b"/>
              <a:pathLst>
                <a:path w="891" h="692" fill="none" extrusionOk="0">
                  <a:moveTo>
                    <a:pt x="1" y="0"/>
                  </a:moveTo>
                  <a:cubicBezTo>
                    <a:pt x="257" y="276"/>
                    <a:pt x="559" y="510"/>
                    <a:pt x="890" y="69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55"/>
            <p:cNvSpPr/>
            <p:nvPr/>
          </p:nvSpPr>
          <p:spPr>
            <a:xfrm>
              <a:off x="660331" y="3066093"/>
              <a:ext cx="79218" cy="22448"/>
            </a:xfrm>
            <a:custGeom>
              <a:avLst/>
              <a:gdLst/>
              <a:ahLst/>
              <a:cxnLst/>
              <a:rect l="l" t="t" r="r" b="b"/>
              <a:pathLst>
                <a:path w="2075" h="588" fill="none" extrusionOk="0">
                  <a:moveTo>
                    <a:pt x="0" y="492"/>
                  </a:moveTo>
                  <a:cubicBezTo>
                    <a:pt x="721" y="588"/>
                    <a:pt x="1474" y="410"/>
                    <a:pt x="2074" y="1"/>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55"/>
            <p:cNvSpPr/>
            <p:nvPr/>
          </p:nvSpPr>
          <p:spPr>
            <a:xfrm>
              <a:off x="801399" y="3110723"/>
              <a:ext cx="40964" cy="7674"/>
            </a:xfrm>
            <a:custGeom>
              <a:avLst/>
              <a:gdLst/>
              <a:ahLst/>
              <a:cxnLst/>
              <a:rect l="l" t="t" r="r" b="b"/>
              <a:pathLst>
                <a:path w="1073" h="201" fill="none" extrusionOk="0">
                  <a:moveTo>
                    <a:pt x="1073" y="0"/>
                  </a:moveTo>
                  <a:cubicBezTo>
                    <a:pt x="1073" y="0"/>
                    <a:pt x="582" y="200"/>
                    <a:pt x="1" y="90"/>
                  </a:cubicBezTo>
                </a:path>
              </a:pathLst>
            </a:custGeom>
            <a:noFill/>
            <a:ln w="175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55"/>
            <p:cNvSpPr/>
            <p:nvPr/>
          </p:nvSpPr>
          <p:spPr>
            <a:xfrm>
              <a:off x="555838" y="3119466"/>
              <a:ext cx="303740" cy="109340"/>
            </a:xfrm>
            <a:custGeom>
              <a:avLst/>
              <a:gdLst/>
              <a:ahLst/>
              <a:cxnLst/>
              <a:rect l="l" t="t" r="r" b="b"/>
              <a:pathLst>
                <a:path w="7956" h="2864" fill="none" extrusionOk="0">
                  <a:moveTo>
                    <a:pt x="0" y="1101"/>
                  </a:moveTo>
                  <a:cubicBezTo>
                    <a:pt x="0" y="1101"/>
                    <a:pt x="1926" y="1"/>
                    <a:pt x="7955" y="2863"/>
                  </a:cubicBezTo>
                </a:path>
              </a:pathLst>
            </a:custGeom>
            <a:noFill/>
            <a:ln w="175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55"/>
            <p:cNvSpPr/>
            <p:nvPr/>
          </p:nvSpPr>
          <p:spPr>
            <a:xfrm>
              <a:off x="599972" y="2767083"/>
              <a:ext cx="131636" cy="199057"/>
            </a:xfrm>
            <a:custGeom>
              <a:avLst/>
              <a:gdLst/>
              <a:ahLst/>
              <a:cxnLst/>
              <a:rect l="l" t="t" r="r" b="b"/>
              <a:pathLst>
                <a:path w="3448" h="5214" extrusionOk="0">
                  <a:moveTo>
                    <a:pt x="134" y="1"/>
                  </a:moveTo>
                  <a:lnTo>
                    <a:pt x="1" y="2784"/>
                  </a:lnTo>
                  <a:cubicBezTo>
                    <a:pt x="1" y="2784"/>
                    <a:pt x="589" y="5213"/>
                    <a:pt x="1704" y="5213"/>
                  </a:cubicBezTo>
                  <a:cubicBezTo>
                    <a:pt x="1704" y="5213"/>
                    <a:pt x="1705" y="5213"/>
                    <a:pt x="1706" y="5213"/>
                  </a:cubicBezTo>
                  <a:cubicBezTo>
                    <a:pt x="3448" y="5207"/>
                    <a:pt x="2591" y="3280"/>
                    <a:pt x="2591" y="3280"/>
                  </a:cubicBezTo>
                  <a:lnTo>
                    <a:pt x="2146" y="382"/>
                  </a:lnTo>
                  <a:lnTo>
                    <a:pt x="134" y="1"/>
                  </a:ln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55"/>
            <p:cNvSpPr/>
            <p:nvPr/>
          </p:nvSpPr>
          <p:spPr>
            <a:xfrm>
              <a:off x="622459" y="2781628"/>
              <a:ext cx="69827" cy="67918"/>
            </a:xfrm>
            <a:custGeom>
              <a:avLst/>
              <a:gdLst/>
              <a:ahLst/>
              <a:cxnLst/>
              <a:rect l="l" t="t" r="r" b="b"/>
              <a:pathLst>
                <a:path w="1829" h="1779" extrusionOk="0">
                  <a:moveTo>
                    <a:pt x="1560" y="1"/>
                  </a:moveTo>
                  <a:lnTo>
                    <a:pt x="0" y="84"/>
                  </a:lnTo>
                  <a:cubicBezTo>
                    <a:pt x="0" y="84"/>
                    <a:pt x="117" y="1778"/>
                    <a:pt x="1545" y="1778"/>
                  </a:cubicBezTo>
                  <a:cubicBezTo>
                    <a:pt x="1634" y="1778"/>
                    <a:pt x="1729" y="1772"/>
                    <a:pt x="1828" y="1758"/>
                  </a:cubicBezTo>
                  <a:lnTo>
                    <a:pt x="1560" y="1"/>
                  </a:lnTo>
                  <a:close/>
                </a:path>
              </a:pathLst>
            </a:custGeom>
            <a:solidFill>
              <a:srgbClr val="332C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55"/>
            <p:cNvSpPr/>
            <p:nvPr/>
          </p:nvSpPr>
          <p:spPr>
            <a:xfrm>
              <a:off x="592183" y="2653923"/>
              <a:ext cx="137401" cy="172906"/>
            </a:xfrm>
            <a:custGeom>
              <a:avLst/>
              <a:gdLst/>
              <a:ahLst/>
              <a:cxnLst/>
              <a:rect l="l" t="t" r="r" b="b"/>
              <a:pathLst>
                <a:path w="3599" h="4529" extrusionOk="0">
                  <a:moveTo>
                    <a:pt x="1858" y="1"/>
                  </a:moveTo>
                  <a:cubicBezTo>
                    <a:pt x="1355" y="1"/>
                    <a:pt x="876" y="192"/>
                    <a:pt x="687" y="437"/>
                  </a:cubicBezTo>
                  <a:cubicBezTo>
                    <a:pt x="100" y="1199"/>
                    <a:pt x="0" y="2495"/>
                    <a:pt x="392" y="3356"/>
                  </a:cubicBezTo>
                  <a:cubicBezTo>
                    <a:pt x="692" y="4017"/>
                    <a:pt x="1489" y="4528"/>
                    <a:pt x="2241" y="4528"/>
                  </a:cubicBezTo>
                  <a:cubicBezTo>
                    <a:pt x="2473" y="4528"/>
                    <a:pt x="2701" y="4480"/>
                    <a:pt x="2909" y="4372"/>
                  </a:cubicBezTo>
                  <a:cubicBezTo>
                    <a:pt x="3442" y="4096"/>
                    <a:pt x="3598" y="3592"/>
                    <a:pt x="3570" y="2875"/>
                  </a:cubicBezTo>
                  <a:cubicBezTo>
                    <a:pt x="3564" y="2701"/>
                    <a:pt x="3548" y="2516"/>
                    <a:pt x="3521" y="2317"/>
                  </a:cubicBezTo>
                  <a:cubicBezTo>
                    <a:pt x="3483" y="1988"/>
                    <a:pt x="3420" y="1623"/>
                    <a:pt x="3348" y="1226"/>
                  </a:cubicBezTo>
                  <a:cubicBezTo>
                    <a:pt x="3183" y="313"/>
                    <a:pt x="2501" y="1"/>
                    <a:pt x="1858"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55"/>
            <p:cNvSpPr/>
            <p:nvPr/>
          </p:nvSpPr>
          <p:spPr>
            <a:xfrm>
              <a:off x="574163" y="2642355"/>
              <a:ext cx="184855" cy="100560"/>
            </a:xfrm>
            <a:custGeom>
              <a:avLst/>
              <a:gdLst/>
              <a:ahLst/>
              <a:cxnLst/>
              <a:rect l="l" t="t" r="r" b="b"/>
              <a:pathLst>
                <a:path w="4842" h="2634" extrusionOk="0">
                  <a:moveTo>
                    <a:pt x="1842" y="0"/>
                  </a:moveTo>
                  <a:cubicBezTo>
                    <a:pt x="928" y="0"/>
                    <a:pt x="0" y="424"/>
                    <a:pt x="308" y="2467"/>
                  </a:cubicBezTo>
                  <a:cubicBezTo>
                    <a:pt x="308" y="2469"/>
                    <a:pt x="485" y="2633"/>
                    <a:pt x="733" y="2633"/>
                  </a:cubicBezTo>
                  <a:cubicBezTo>
                    <a:pt x="1060" y="2633"/>
                    <a:pt x="1510" y="2345"/>
                    <a:pt x="1835" y="1009"/>
                  </a:cubicBezTo>
                  <a:cubicBezTo>
                    <a:pt x="1835" y="1009"/>
                    <a:pt x="2974" y="2040"/>
                    <a:pt x="4304" y="2040"/>
                  </a:cubicBezTo>
                  <a:cubicBezTo>
                    <a:pt x="4394" y="2040"/>
                    <a:pt x="4484" y="2036"/>
                    <a:pt x="4576" y="2026"/>
                  </a:cubicBezTo>
                  <a:cubicBezTo>
                    <a:pt x="4576" y="2026"/>
                    <a:pt x="4841" y="546"/>
                    <a:pt x="2892" y="135"/>
                  </a:cubicBezTo>
                  <a:cubicBezTo>
                    <a:pt x="2605" y="75"/>
                    <a:pt x="2225" y="0"/>
                    <a:pt x="18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55"/>
            <p:cNvSpPr/>
            <p:nvPr/>
          </p:nvSpPr>
          <p:spPr>
            <a:xfrm>
              <a:off x="628682" y="2753033"/>
              <a:ext cx="31115" cy="21418"/>
            </a:xfrm>
            <a:custGeom>
              <a:avLst/>
              <a:gdLst/>
              <a:ahLst/>
              <a:cxnLst/>
              <a:rect l="l" t="t" r="r" b="b"/>
              <a:pathLst>
                <a:path w="815" h="561" extrusionOk="0">
                  <a:moveTo>
                    <a:pt x="408" y="1"/>
                  </a:moveTo>
                  <a:cubicBezTo>
                    <a:pt x="402" y="1"/>
                    <a:pt x="395" y="1"/>
                    <a:pt x="389" y="1"/>
                  </a:cubicBezTo>
                  <a:cubicBezTo>
                    <a:pt x="169" y="6"/>
                    <a:pt x="0" y="138"/>
                    <a:pt x="12" y="293"/>
                  </a:cubicBezTo>
                  <a:cubicBezTo>
                    <a:pt x="22" y="443"/>
                    <a:pt x="197" y="561"/>
                    <a:pt x="408" y="561"/>
                  </a:cubicBezTo>
                  <a:cubicBezTo>
                    <a:pt x="414" y="561"/>
                    <a:pt x="421" y="560"/>
                    <a:pt x="427" y="560"/>
                  </a:cubicBezTo>
                  <a:cubicBezTo>
                    <a:pt x="645" y="553"/>
                    <a:pt x="814" y="421"/>
                    <a:pt x="804" y="268"/>
                  </a:cubicBezTo>
                  <a:cubicBezTo>
                    <a:pt x="792" y="117"/>
                    <a:pt x="618" y="1"/>
                    <a:pt x="408" y="1"/>
                  </a:cubicBezTo>
                  <a:close/>
                </a:path>
              </a:pathLst>
            </a:custGeom>
            <a:solidFill>
              <a:srgbClr val="FF7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55"/>
            <p:cNvSpPr/>
            <p:nvPr/>
          </p:nvSpPr>
          <p:spPr>
            <a:xfrm>
              <a:off x="713132" y="2742381"/>
              <a:ext cx="15347" cy="21303"/>
            </a:xfrm>
            <a:custGeom>
              <a:avLst/>
              <a:gdLst/>
              <a:ahLst/>
              <a:cxnLst/>
              <a:rect l="l" t="t" r="r" b="b"/>
              <a:pathLst>
                <a:path w="402" h="558" extrusionOk="0">
                  <a:moveTo>
                    <a:pt x="353" y="0"/>
                  </a:moveTo>
                  <a:cubicBezTo>
                    <a:pt x="150" y="19"/>
                    <a:pt x="0" y="145"/>
                    <a:pt x="9" y="291"/>
                  </a:cubicBezTo>
                  <a:cubicBezTo>
                    <a:pt x="19" y="442"/>
                    <a:pt x="193" y="558"/>
                    <a:pt x="402" y="558"/>
                  </a:cubicBezTo>
                  <a:cubicBezTo>
                    <a:pt x="396" y="386"/>
                    <a:pt x="380" y="199"/>
                    <a:pt x="353" y="0"/>
                  </a:cubicBezTo>
                  <a:close/>
                </a:path>
              </a:pathLst>
            </a:custGeom>
            <a:solidFill>
              <a:srgbClr val="FF7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55"/>
            <p:cNvSpPr/>
            <p:nvPr/>
          </p:nvSpPr>
          <p:spPr>
            <a:xfrm>
              <a:off x="656857" y="2729057"/>
              <a:ext cx="8590" cy="10537"/>
            </a:xfrm>
            <a:custGeom>
              <a:avLst/>
              <a:gdLst/>
              <a:ahLst/>
              <a:cxnLst/>
              <a:rect l="l" t="t" r="r" b="b"/>
              <a:pathLst>
                <a:path w="225" h="276" extrusionOk="0">
                  <a:moveTo>
                    <a:pt x="106" y="0"/>
                  </a:moveTo>
                  <a:cubicBezTo>
                    <a:pt x="102" y="0"/>
                    <a:pt x="99" y="0"/>
                    <a:pt x="96" y="1"/>
                  </a:cubicBezTo>
                  <a:cubicBezTo>
                    <a:pt x="38" y="8"/>
                    <a:pt x="1" y="75"/>
                    <a:pt x="10" y="150"/>
                  </a:cubicBezTo>
                  <a:cubicBezTo>
                    <a:pt x="18" y="223"/>
                    <a:pt x="67" y="276"/>
                    <a:pt x="119" y="276"/>
                  </a:cubicBezTo>
                  <a:cubicBezTo>
                    <a:pt x="123" y="276"/>
                    <a:pt x="126" y="275"/>
                    <a:pt x="130" y="275"/>
                  </a:cubicBezTo>
                  <a:cubicBezTo>
                    <a:pt x="187" y="268"/>
                    <a:pt x="224" y="201"/>
                    <a:pt x="216" y="125"/>
                  </a:cubicBezTo>
                  <a:cubicBezTo>
                    <a:pt x="207" y="53"/>
                    <a:pt x="158" y="0"/>
                    <a:pt x="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55"/>
            <p:cNvSpPr/>
            <p:nvPr/>
          </p:nvSpPr>
          <p:spPr>
            <a:xfrm>
              <a:off x="702824" y="2725201"/>
              <a:ext cx="8628" cy="10575"/>
            </a:xfrm>
            <a:custGeom>
              <a:avLst/>
              <a:gdLst/>
              <a:ahLst/>
              <a:cxnLst/>
              <a:rect l="l" t="t" r="r" b="b"/>
              <a:pathLst>
                <a:path w="226" h="277" extrusionOk="0">
                  <a:moveTo>
                    <a:pt x="106" y="0"/>
                  </a:moveTo>
                  <a:cubicBezTo>
                    <a:pt x="102" y="0"/>
                    <a:pt x="99" y="0"/>
                    <a:pt x="95" y="1"/>
                  </a:cubicBezTo>
                  <a:cubicBezTo>
                    <a:pt x="37" y="10"/>
                    <a:pt x="0" y="77"/>
                    <a:pt x="11" y="152"/>
                  </a:cubicBezTo>
                  <a:cubicBezTo>
                    <a:pt x="19" y="222"/>
                    <a:pt x="66" y="276"/>
                    <a:pt x="119" y="276"/>
                  </a:cubicBezTo>
                  <a:cubicBezTo>
                    <a:pt x="123" y="276"/>
                    <a:pt x="127" y="276"/>
                    <a:pt x="131" y="275"/>
                  </a:cubicBezTo>
                  <a:cubicBezTo>
                    <a:pt x="189" y="269"/>
                    <a:pt x="226" y="201"/>
                    <a:pt x="215" y="125"/>
                  </a:cubicBezTo>
                  <a:cubicBezTo>
                    <a:pt x="207" y="54"/>
                    <a:pt x="159" y="0"/>
                    <a:pt x="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55"/>
            <p:cNvSpPr/>
            <p:nvPr/>
          </p:nvSpPr>
          <p:spPr>
            <a:xfrm>
              <a:off x="647656" y="2710121"/>
              <a:ext cx="16531" cy="18172"/>
            </a:xfrm>
            <a:custGeom>
              <a:avLst/>
              <a:gdLst/>
              <a:ahLst/>
              <a:cxnLst/>
              <a:rect l="l" t="t" r="r" b="b"/>
              <a:pathLst>
                <a:path w="433" h="476" fill="none" extrusionOk="0">
                  <a:moveTo>
                    <a:pt x="433" y="303"/>
                  </a:moveTo>
                  <a:cubicBezTo>
                    <a:pt x="156" y="0"/>
                    <a:pt x="0" y="476"/>
                    <a:pt x="53" y="369"/>
                  </a:cubicBezTo>
                </a:path>
              </a:pathLst>
            </a:custGeom>
            <a:noFill/>
            <a:ln w="26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55"/>
            <p:cNvSpPr/>
            <p:nvPr/>
          </p:nvSpPr>
          <p:spPr>
            <a:xfrm>
              <a:off x="694348" y="2702676"/>
              <a:ext cx="16531" cy="18211"/>
            </a:xfrm>
            <a:custGeom>
              <a:avLst/>
              <a:gdLst/>
              <a:ahLst/>
              <a:cxnLst/>
              <a:rect l="l" t="t" r="r" b="b"/>
              <a:pathLst>
                <a:path w="433" h="477" fill="none" extrusionOk="0">
                  <a:moveTo>
                    <a:pt x="433" y="303"/>
                  </a:moveTo>
                  <a:cubicBezTo>
                    <a:pt x="156" y="1"/>
                    <a:pt x="0" y="477"/>
                    <a:pt x="53" y="370"/>
                  </a:cubicBezTo>
                </a:path>
              </a:pathLst>
            </a:custGeom>
            <a:noFill/>
            <a:ln w="26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55"/>
            <p:cNvSpPr/>
            <p:nvPr/>
          </p:nvSpPr>
          <p:spPr>
            <a:xfrm>
              <a:off x="561183" y="2732837"/>
              <a:ext cx="66925" cy="50967"/>
            </a:xfrm>
            <a:custGeom>
              <a:avLst/>
              <a:gdLst/>
              <a:ahLst/>
              <a:cxnLst/>
              <a:rect l="l" t="t" r="r" b="b"/>
              <a:pathLst>
                <a:path w="1753" h="1335" extrusionOk="0">
                  <a:moveTo>
                    <a:pt x="410" y="1"/>
                  </a:moveTo>
                  <a:cubicBezTo>
                    <a:pt x="163" y="1"/>
                    <a:pt x="1" y="138"/>
                    <a:pt x="16" y="529"/>
                  </a:cubicBezTo>
                  <a:cubicBezTo>
                    <a:pt x="35" y="1032"/>
                    <a:pt x="424" y="1334"/>
                    <a:pt x="828" y="1334"/>
                  </a:cubicBezTo>
                  <a:cubicBezTo>
                    <a:pt x="973" y="1334"/>
                    <a:pt x="1120" y="1295"/>
                    <a:pt x="1252" y="1212"/>
                  </a:cubicBezTo>
                  <a:cubicBezTo>
                    <a:pt x="1752" y="896"/>
                    <a:pt x="1478" y="363"/>
                    <a:pt x="1069" y="183"/>
                  </a:cubicBezTo>
                  <a:cubicBezTo>
                    <a:pt x="828" y="78"/>
                    <a:pt x="595" y="1"/>
                    <a:pt x="410" y="1"/>
                  </a:cubicBezTo>
                  <a:close/>
                </a:path>
              </a:pathLst>
            </a:custGeom>
            <a:solidFill>
              <a:srgbClr val="FF9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55"/>
            <p:cNvSpPr/>
            <p:nvPr/>
          </p:nvSpPr>
          <p:spPr>
            <a:xfrm>
              <a:off x="575881" y="2745550"/>
              <a:ext cx="22716" cy="24090"/>
            </a:xfrm>
            <a:custGeom>
              <a:avLst/>
              <a:gdLst/>
              <a:ahLst/>
              <a:cxnLst/>
              <a:rect l="l" t="t" r="r" b="b"/>
              <a:pathLst>
                <a:path w="595" h="631" fill="none" extrusionOk="0">
                  <a:moveTo>
                    <a:pt x="0" y="43"/>
                  </a:moveTo>
                  <a:cubicBezTo>
                    <a:pt x="0" y="43"/>
                    <a:pt x="595" y="0"/>
                    <a:pt x="512" y="630"/>
                  </a:cubicBezTo>
                </a:path>
              </a:pathLst>
            </a:custGeom>
            <a:noFill/>
            <a:ln w="17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55"/>
            <p:cNvSpPr/>
            <p:nvPr/>
          </p:nvSpPr>
          <p:spPr>
            <a:xfrm>
              <a:off x="584548" y="2755667"/>
              <a:ext cx="9010" cy="5879"/>
            </a:xfrm>
            <a:custGeom>
              <a:avLst/>
              <a:gdLst/>
              <a:ahLst/>
              <a:cxnLst/>
              <a:rect l="l" t="t" r="r" b="b"/>
              <a:pathLst>
                <a:path w="236" h="154" fill="none" extrusionOk="0">
                  <a:moveTo>
                    <a:pt x="236" y="0"/>
                  </a:moveTo>
                  <a:lnTo>
                    <a:pt x="0" y="153"/>
                  </a:lnTo>
                </a:path>
              </a:pathLst>
            </a:custGeom>
            <a:noFill/>
            <a:ln w="17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55"/>
            <p:cNvSpPr/>
            <p:nvPr/>
          </p:nvSpPr>
          <p:spPr>
            <a:xfrm>
              <a:off x="685223" y="2731959"/>
              <a:ext cx="13973" cy="29129"/>
            </a:xfrm>
            <a:custGeom>
              <a:avLst/>
              <a:gdLst/>
              <a:ahLst/>
              <a:cxnLst/>
              <a:rect l="l" t="t" r="r" b="b"/>
              <a:pathLst>
                <a:path w="366" h="763" fill="none" extrusionOk="0">
                  <a:moveTo>
                    <a:pt x="94" y="762"/>
                  </a:moveTo>
                  <a:cubicBezTo>
                    <a:pt x="165" y="761"/>
                    <a:pt x="349" y="681"/>
                    <a:pt x="358" y="541"/>
                  </a:cubicBezTo>
                  <a:cubicBezTo>
                    <a:pt x="365" y="409"/>
                    <a:pt x="134" y="549"/>
                    <a:pt x="67" y="356"/>
                  </a:cubicBezTo>
                  <a:lnTo>
                    <a:pt x="0" y="0"/>
                  </a:lnTo>
                </a:path>
              </a:pathLst>
            </a:custGeom>
            <a:noFill/>
            <a:ln w="17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55"/>
            <p:cNvSpPr/>
            <p:nvPr/>
          </p:nvSpPr>
          <p:spPr>
            <a:xfrm>
              <a:off x="662622" y="2777696"/>
              <a:ext cx="41308" cy="21227"/>
            </a:xfrm>
            <a:custGeom>
              <a:avLst/>
              <a:gdLst/>
              <a:ahLst/>
              <a:cxnLst/>
              <a:rect l="l" t="t" r="r" b="b"/>
              <a:pathLst>
                <a:path w="1082" h="556" extrusionOk="0">
                  <a:moveTo>
                    <a:pt x="1082" y="0"/>
                  </a:moveTo>
                  <a:lnTo>
                    <a:pt x="1082" y="0"/>
                  </a:lnTo>
                  <a:cubicBezTo>
                    <a:pt x="778" y="56"/>
                    <a:pt x="535" y="71"/>
                    <a:pt x="356" y="71"/>
                  </a:cubicBezTo>
                  <a:cubicBezTo>
                    <a:pt x="123" y="71"/>
                    <a:pt x="1" y="45"/>
                    <a:pt x="1" y="45"/>
                  </a:cubicBezTo>
                  <a:lnTo>
                    <a:pt x="1" y="45"/>
                  </a:lnTo>
                  <a:cubicBezTo>
                    <a:pt x="1" y="45"/>
                    <a:pt x="22" y="526"/>
                    <a:pt x="463" y="555"/>
                  </a:cubicBezTo>
                  <a:cubicBezTo>
                    <a:pt x="477" y="555"/>
                    <a:pt x="490" y="556"/>
                    <a:pt x="503" y="556"/>
                  </a:cubicBezTo>
                  <a:cubicBezTo>
                    <a:pt x="985" y="556"/>
                    <a:pt x="1082" y="0"/>
                    <a:pt x="10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9" name="Google Shape;1489;p55"/>
          <p:cNvGrpSpPr/>
          <p:nvPr/>
        </p:nvGrpSpPr>
        <p:grpSpPr>
          <a:xfrm>
            <a:off x="4890929" y="281713"/>
            <a:ext cx="1350378" cy="702211"/>
            <a:chOff x="1431529" y="411188"/>
            <a:chExt cx="1350378" cy="702211"/>
          </a:xfrm>
        </p:grpSpPr>
        <p:grpSp>
          <p:nvGrpSpPr>
            <p:cNvPr id="1490" name="Google Shape;1490;p55"/>
            <p:cNvGrpSpPr/>
            <p:nvPr/>
          </p:nvGrpSpPr>
          <p:grpSpPr>
            <a:xfrm>
              <a:off x="1431529" y="411188"/>
              <a:ext cx="981636" cy="702211"/>
              <a:chOff x="1431529" y="411188"/>
              <a:chExt cx="981636" cy="702211"/>
            </a:xfrm>
          </p:grpSpPr>
          <p:grpSp>
            <p:nvGrpSpPr>
              <p:cNvPr id="1491" name="Google Shape;1491;p55"/>
              <p:cNvGrpSpPr/>
              <p:nvPr/>
            </p:nvGrpSpPr>
            <p:grpSpPr>
              <a:xfrm>
                <a:off x="1685451" y="671178"/>
                <a:ext cx="485454" cy="442220"/>
                <a:chOff x="1453550" y="959950"/>
                <a:chExt cx="167925" cy="152975"/>
              </a:xfrm>
            </p:grpSpPr>
            <p:sp>
              <p:nvSpPr>
                <p:cNvPr id="1492" name="Google Shape;1492;p55"/>
                <p:cNvSpPr/>
                <p:nvPr/>
              </p:nvSpPr>
              <p:spPr>
                <a:xfrm>
                  <a:off x="1453550" y="959950"/>
                  <a:ext cx="167925" cy="152975"/>
                </a:xfrm>
                <a:custGeom>
                  <a:avLst/>
                  <a:gdLst/>
                  <a:ahLst/>
                  <a:cxnLst/>
                  <a:rect l="l" t="t" r="r" b="b"/>
                  <a:pathLst>
                    <a:path w="6717" h="6119" extrusionOk="0">
                      <a:moveTo>
                        <a:pt x="3359" y="0"/>
                      </a:moveTo>
                      <a:cubicBezTo>
                        <a:pt x="2576" y="0"/>
                        <a:pt x="1793" y="299"/>
                        <a:pt x="1195" y="896"/>
                      </a:cubicBezTo>
                      <a:cubicBezTo>
                        <a:pt x="1" y="2091"/>
                        <a:pt x="1" y="4027"/>
                        <a:pt x="1195" y="5222"/>
                      </a:cubicBezTo>
                      <a:cubicBezTo>
                        <a:pt x="1793" y="5820"/>
                        <a:pt x="2576" y="6118"/>
                        <a:pt x="3359" y="6118"/>
                      </a:cubicBezTo>
                      <a:cubicBezTo>
                        <a:pt x="4142" y="6118"/>
                        <a:pt x="4925" y="5820"/>
                        <a:pt x="5523" y="5222"/>
                      </a:cubicBezTo>
                      <a:cubicBezTo>
                        <a:pt x="6716" y="4027"/>
                        <a:pt x="6716" y="2091"/>
                        <a:pt x="5523" y="896"/>
                      </a:cubicBezTo>
                      <a:cubicBezTo>
                        <a:pt x="4925" y="299"/>
                        <a:pt x="4142" y="0"/>
                        <a:pt x="3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55"/>
                <p:cNvSpPr/>
                <p:nvPr/>
              </p:nvSpPr>
              <p:spPr>
                <a:xfrm>
                  <a:off x="1495475" y="998925"/>
                  <a:ext cx="84150" cy="80175"/>
                </a:xfrm>
                <a:custGeom>
                  <a:avLst/>
                  <a:gdLst/>
                  <a:ahLst/>
                  <a:cxnLst/>
                  <a:rect l="l" t="t" r="r" b="b"/>
                  <a:pathLst>
                    <a:path w="3366" h="3207" extrusionOk="0">
                      <a:moveTo>
                        <a:pt x="909" y="0"/>
                      </a:moveTo>
                      <a:cubicBezTo>
                        <a:pt x="863" y="0"/>
                        <a:pt x="811" y="2"/>
                        <a:pt x="758" y="8"/>
                      </a:cubicBezTo>
                      <a:cubicBezTo>
                        <a:pt x="427" y="40"/>
                        <a:pt x="46" y="343"/>
                        <a:pt x="0" y="921"/>
                      </a:cubicBezTo>
                      <a:lnTo>
                        <a:pt x="0" y="1113"/>
                      </a:lnTo>
                      <a:cubicBezTo>
                        <a:pt x="42" y="1668"/>
                        <a:pt x="461" y="2351"/>
                        <a:pt x="1683" y="3207"/>
                      </a:cubicBezTo>
                      <a:cubicBezTo>
                        <a:pt x="2903" y="2350"/>
                        <a:pt x="3322" y="1668"/>
                        <a:pt x="3365" y="1113"/>
                      </a:cubicBezTo>
                      <a:lnTo>
                        <a:pt x="3365" y="921"/>
                      </a:lnTo>
                      <a:cubicBezTo>
                        <a:pt x="3318" y="341"/>
                        <a:pt x="2937" y="39"/>
                        <a:pt x="2606" y="8"/>
                      </a:cubicBezTo>
                      <a:cubicBezTo>
                        <a:pt x="2553" y="2"/>
                        <a:pt x="2503" y="0"/>
                        <a:pt x="2455" y="0"/>
                      </a:cubicBezTo>
                      <a:cubicBezTo>
                        <a:pt x="2076" y="0"/>
                        <a:pt x="1892" y="165"/>
                        <a:pt x="1683" y="412"/>
                      </a:cubicBezTo>
                      <a:cubicBezTo>
                        <a:pt x="1472" y="165"/>
                        <a:pt x="1291" y="0"/>
                        <a:pt x="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4" name="Google Shape;1494;p55"/>
              <p:cNvSpPr/>
              <p:nvPr/>
            </p:nvSpPr>
            <p:spPr>
              <a:xfrm>
                <a:off x="1431529" y="724237"/>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55"/>
              <p:cNvSpPr/>
              <p:nvPr/>
            </p:nvSpPr>
            <p:spPr>
              <a:xfrm>
                <a:off x="2165444" y="411188"/>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6" name="Google Shape;1496;p55"/>
            <p:cNvSpPr/>
            <p:nvPr/>
          </p:nvSpPr>
          <p:spPr>
            <a:xfrm>
              <a:off x="2641802" y="784877"/>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7" name="Google Shape;1497;p55"/>
          <p:cNvGrpSpPr/>
          <p:nvPr/>
        </p:nvGrpSpPr>
        <p:grpSpPr>
          <a:xfrm>
            <a:off x="522399" y="3733981"/>
            <a:ext cx="1006983" cy="680069"/>
            <a:chOff x="3668524" y="3795981"/>
            <a:chExt cx="1006983" cy="680069"/>
          </a:xfrm>
        </p:grpSpPr>
        <p:grpSp>
          <p:nvGrpSpPr>
            <p:cNvPr id="1498" name="Google Shape;1498;p55"/>
            <p:cNvGrpSpPr/>
            <p:nvPr/>
          </p:nvGrpSpPr>
          <p:grpSpPr>
            <a:xfrm>
              <a:off x="4391104" y="4191632"/>
              <a:ext cx="284403" cy="284418"/>
              <a:chOff x="1252775" y="959150"/>
              <a:chExt cx="154575" cy="154575"/>
            </a:xfrm>
          </p:grpSpPr>
          <p:sp>
            <p:nvSpPr>
              <p:cNvPr id="1499" name="Google Shape;1499;p55"/>
              <p:cNvSpPr/>
              <p:nvPr/>
            </p:nvSpPr>
            <p:spPr>
              <a:xfrm>
                <a:off x="1252775" y="959150"/>
                <a:ext cx="154575" cy="154575"/>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55"/>
              <p:cNvSpPr/>
              <p:nvPr/>
            </p:nvSpPr>
            <p:spPr>
              <a:xfrm>
                <a:off x="1281950" y="1000925"/>
                <a:ext cx="30900" cy="29375"/>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55"/>
              <p:cNvSpPr/>
              <p:nvPr/>
            </p:nvSpPr>
            <p:spPr>
              <a:xfrm>
                <a:off x="1347325" y="1000925"/>
                <a:ext cx="30875" cy="29375"/>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55"/>
              <p:cNvSpPr/>
              <p:nvPr/>
            </p:nvSpPr>
            <p:spPr>
              <a:xfrm>
                <a:off x="1280725" y="1044625"/>
                <a:ext cx="98625" cy="49300"/>
              </a:xfrm>
              <a:custGeom>
                <a:avLst/>
                <a:gdLst/>
                <a:ahLst/>
                <a:cxnLst/>
                <a:rect l="l" t="t" r="r" b="b"/>
                <a:pathLst>
                  <a:path w="3945" h="1972" extrusionOk="0">
                    <a:moveTo>
                      <a:pt x="1" y="0"/>
                    </a:moveTo>
                    <a:cubicBezTo>
                      <a:pt x="1" y="1090"/>
                      <a:pt x="883" y="1972"/>
                      <a:pt x="1972" y="1972"/>
                    </a:cubicBezTo>
                    <a:cubicBezTo>
                      <a:pt x="3062" y="1972"/>
                      <a:pt x="3944" y="1090"/>
                      <a:pt x="39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55"/>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rgbClr val="FF9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55"/>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5" name="Google Shape;1505;p55"/>
            <p:cNvSpPr/>
            <p:nvPr/>
          </p:nvSpPr>
          <p:spPr>
            <a:xfrm>
              <a:off x="4460823" y="3890898"/>
              <a:ext cx="144969" cy="144901"/>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6" name="Google Shape;1506;p55"/>
            <p:cNvGrpSpPr/>
            <p:nvPr/>
          </p:nvGrpSpPr>
          <p:grpSpPr>
            <a:xfrm>
              <a:off x="3668524" y="3795981"/>
              <a:ext cx="696605" cy="557919"/>
              <a:chOff x="1976200" y="925650"/>
              <a:chExt cx="197400" cy="158100"/>
            </a:xfrm>
          </p:grpSpPr>
          <p:sp>
            <p:nvSpPr>
              <p:cNvPr id="1507" name="Google Shape;1507;p55"/>
              <p:cNvSpPr/>
              <p:nvPr/>
            </p:nvSpPr>
            <p:spPr>
              <a:xfrm>
                <a:off x="1976200" y="963625"/>
                <a:ext cx="137000" cy="120125"/>
              </a:xfrm>
              <a:custGeom>
                <a:avLst/>
                <a:gdLst/>
                <a:ahLst/>
                <a:cxnLst/>
                <a:rect l="l" t="t" r="r" b="b"/>
                <a:pathLst>
                  <a:path w="5480" h="4805" extrusionOk="0">
                    <a:moveTo>
                      <a:pt x="3078" y="1"/>
                    </a:moveTo>
                    <a:cubicBezTo>
                      <a:pt x="1751" y="1"/>
                      <a:pt x="676" y="1076"/>
                      <a:pt x="676" y="2402"/>
                    </a:cubicBezTo>
                    <a:cubicBezTo>
                      <a:pt x="676" y="2831"/>
                      <a:pt x="789" y="3231"/>
                      <a:pt x="986" y="3580"/>
                    </a:cubicBezTo>
                    <a:lnTo>
                      <a:pt x="0" y="4690"/>
                    </a:lnTo>
                    <a:lnTo>
                      <a:pt x="1452" y="4170"/>
                    </a:lnTo>
                    <a:cubicBezTo>
                      <a:pt x="1879" y="4564"/>
                      <a:pt x="2449" y="4804"/>
                      <a:pt x="3076" y="4804"/>
                    </a:cubicBezTo>
                    <a:cubicBezTo>
                      <a:pt x="4403" y="4804"/>
                      <a:pt x="5478" y="3729"/>
                      <a:pt x="5478" y="2402"/>
                    </a:cubicBezTo>
                    <a:cubicBezTo>
                      <a:pt x="5479" y="1076"/>
                      <a:pt x="4405" y="1"/>
                      <a:pt x="30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55"/>
              <p:cNvSpPr/>
              <p:nvPr/>
            </p:nvSpPr>
            <p:spPr>
              <a:xfrm>
                <a:off x="2036600" y="925650"/>
                <a:ext cx="137000" cy="120100"/>
              </a:xfrm>
              <a:custGeom>
                <a:avLst/>
                <a:gdLst/>
                <a:ahLst/>
                <a:cxnLst/>
                <a:rect l="l" t="t" r="r" b="b"/>
                <a:pathLst>
                  <a:path w="5480" h="4804" extrusionOk="0">
                    <a:moveTo>
                      <a:pt x="2402" y="0"/>
                    </a:moveTo>
                    <a:cubicBezTo>
                      <a:pt x="1075" y="0"/>
                      <a:pt x="1" y="1075"/>
                      <a:pt x="1" y="2402"/>
                    </a:cubicBezTo>
                    <a:cubicBezTo>
                      <a:pt x="1" y="3727"/>
                      <a:pt x="1075" y="4803"/>
                      <a:pt x="2402" y="4803"/>
                    </a:cubicBezTo>
                    <a:cubicBezTo>
                      <a:pt x="3031" y="4803"/>
                      <a:pt x="3602" y="4563"/>
                      <a:pt x="4029" y="4169"/>
                    </a:cubicBezTo>
                    <a:lnTo>
                      <a:pt x="5480" y="4689"/>
                    </a:lnTo>
                    <a:lnTo>
                      <a:pt x="4496" y="3579"/>
                    </a:lnTo>
                    <a:cubicBezTo>
                      <a:pt x="4693" y="3231"/>
                      <a:pt x="4804" y="2830"/>
                      <a:pt x="4804" y="2402"/>
                    </a:cubicBezTo>
                    <a:cubicBezTo>
                      <a:pt x="4804" y="1075"/>
                      <a:pt x="3729" y="0"/>
                      <a:pt x="24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55"/>
              <p:cNvSpPr/>
              <p:nvPr/>
            </p:nvSpPr>
            <p:spPr>
              <a:xfrm>
                <a:off x="2069700" y="980425"/>
                <a:ext cx="10525" cy="10475"/>
              </a:xfrm>
              <a:custGeom>
                <a:avLst/>
                <a:gdLst/>
                <a:ahLst/>
                <a:cxnLst/>
                <a:rect l="l" t="t" r="r" b="b"/>
                <a:pathLst>
                  <a:path w="421" h="419" extrusionOk="0">
                    <a:moveTo>
                      <a:pt x="211" y="0"/>
                    </a:moveTo>
                    <a:cubicBezTo>
                      <a:pt x="94" y="0"/>
                      <a:pt x="1" y="95"/>
                      <a:pt x="1" y="209"/>
                    </a:cubicBezTo>
                    <a:cubicBezTo>
                      <a:pt x="1" y="325"/>
                      <a:pt x="95" y="418"/>
                      <a:pt x="211" y="418"/>
                    </a:cubicBezTo>
                    <a:cubicBezTo>
                      <a:pt x="325" y="418"/>
                      <a:pt x="420" y="325"/>
                      <a:pt x="420" y="209"/>
                    </a:cubicBezTo>
                    <a:cubicBezTo>
                      <a:pt x="420" y="95"/>
                      <a:pt x="325" y="0"/>
                      <a:pt x="2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55"/>
              <p:cNvSpPr/>
              <p:nvPr/>
            </p:nvSpPr>
            <p:spPr>
              <a:xfrm>
                <a:off x="2091450" y="980425"/>
                <a:ext cx="10475" cy="10475"/>
              </a:xfrm>
              <a:custGeom>
                <a:avLst/>
                <a:gdLst/>
                <a:ahLst/>
                <a:cxnLst/>
                <a:rect l="l" t="t" r="r" b="b"/>
                <a:pathLst>
                  <a:path w="419" h="419" extrusionOk="0">
                    <a:moveTo>
                      <a:pt x="210" y="0"/>
                    </a:moveTo>
                    <a:cubicBezTo>
                      <a:pt x="93" y="0"/>
                      <a:pt x="1" y="95"/>
                      <a:pt x="1" y="209"/>
                    </a:cubicBezTo>
                    <a:cubicBezTo>
                      <a:pt x="1" y="325"/>
                      <a:pt x="96" y="418"/>
                      <a:pt x="210" y="418"/>
                    </a:cubicBezTo>
                    <a:cubicBezTo>
                      <a:pt x="325" y="418"/>
                      <a:pt x="419" y="325"/>
                      <a:pt x="419" y="209"/>
                    </a:cubicBezTo>
                    <a:cubicBezTo>
                      <a:pt x="419" y="95"/>
                      <a:pt x="325" y="0"/>
                      <a:pt x="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55"/>
              <p:cNvSpPr/>
              <p:nvPr/>
            </p:nvSpPr>
            <p:spPr>
              <a:xfrm>
                <a:off x="2113125" y="980425"/>
                <a:ext cx="10500" cy="10475"/>
              </a:xfrm>
              <a:custGeom>
                <a:avLst/>
                <a:gdLst/>
                <a:ahLst/>
                <a:cxnLst/>
                <a:rect l="l" t="t" r="r" b="b"/>
                <a:pathLst>
                  <a:path w="420" h="419" extrusionOk="0">
                    <a:moveTo>
                      <a:pt x="210" y="0"/>
                    </a:moveTo>
                    <a:cubicBezTo>
                      <a:pt x="94" y="0"/>
                      <a:pt x="1" y="95"/>
                      <a:pt x="1" y="209"/>
                    </a:cubicBezTo>
                    <a:cubicBezTo>
                      <a:pt x="1" y="325"/>
                      <a:pt x="96" y="418"/>
                      <a:pt x="210" y="418"/>
                    </a:cubicBezTo>
                    <a:cubicBezTo>
                      <a:pt x="326" y="418"/>
                      <a:pt x="419" y="325"/>
                      <a:pt x="419" y="209"/>
                    </a:cubicBezTo>
                    <a:cubicBezTo>
                      <a:pt x="419" y="95"/>
                      <a:pt x="327" y="0"/>
                      <a:pt x="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12" name="Google Shape;1512;p55"/>
          <p:cNvSpPr txBox="1"/>
          <p:nvPr/>
        </p:nvSpPr>
        <p:spPr>
          <a:xfrm>
            <a:off x="2461000" y="1303941"/>
            <a:ext cx="1841700" cy="951900"/>
          </a:xfrm>
          <a:prstGeom prst="rect">
            <a:avLst/>
          </a:prstGeom>
          <a:solidFill>
            <a:srgbClr val="46847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0">
                <a:solidFill>
                  <a:srgbClr val="FFF6F7"/>
                </a:solidFill>
                <a:latin typeface="Bowlby One"/>
                <a:ea typeface="Bowlby One"/>
                <a:cs typeface="Bowlby One"/>
                <a:sym typeface="Bowlby One"/>
              </a:rPr>
              <a:t>04</a:t>
            </a:r>
            <a:endParaRPr sz="6000">
              <a:solidFill>
                <a:srgbClr val="FFF6F7"/>
              </a:solidFill>
              <a:latin typeface="Bowlby One"/>
              <a:ea typeface="Bowlby One"/>
              <a:cs typeface="Bowlby One"/>
              <a:sym typeface="Bowlby One"/>
            </a:endParaRPr>
          </a:p>
        </p:txBody>
      </p:sp>
      <p:sp>
        <p:nvSpPr>
          <p:cNvPr id="1513" name="Google Shape;1513;p55"/>
          <p:cNvSpPr txBox="1"/>
          <p:nvPr/>
        </p:nvSpPr>
        <p:spPr>
          <a:xfrm>
            <a:off x="522400" y="2374500"/>
            <a:ext cx="5718900" cy="88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700">
                <a:solidFill>
                  <a:srgbClr val="6E597A"/>
                </a:solidFill>
                <a:latin typeface="Bowlby One"/>
                <a:ea typeface="Bowlby One"/>
                <a:cs typeface="Bowlby One"/>
                <a:sym typeface="Bowlby One"/>
              </a:rPr>
              <a:t>RECOMMENDATIONS</a:t>
            </a:r>
            <a:endParaRPr sz="3700">
              <a:solidFill>
                <a:srgbClr val="6E597A"/>
              </a:solidFill>
              <a:latin typeface="Bowlby One"/>
              <a:ea typeface="Bowlby One"/>
              <a:cs typeface="Bowlby One"/>
              <a:sym typeface="Bowlby On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75"/>
                                        </p:tgtEl>
                                        <p:attrNameLst>
                                          <p:attrName>style.visibility</p:attrName>
                                        </p:attrNameLst>
                                      </p:cBhvr>
                                      <p:to>
                                        <p:strVal val="visible"/>
                                      </p:to>
                                    </p:set>
                                    <p:anim calcmode="lin" valueType="num">
                                      <p:cBhvr additive="base">
                                        <p:cTn id="7" dur="1000"/>
                                        <p:tgtEl>
                                          <p:spTgt spid="1375"/>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441"/>
                                        </p:tgtEl>
                                        <p:attrNameLst>
                                          <p:attrName>style.visibility</p:attrName>
                                        </p:attrNameLst>
                                      </p:cBhvr>
                                      <p:to>
                                        <p:strVal val="visible"/>
                                      </p:to>
                                    </p:set>
                                    <p:anim calcmode="lin" valueType="num">
                                      <p:cBhvr additive="base">
                                        <p:cTn id="10" dur="1000"/>
                                        <p:tgtEl>
                                          <p:spTgt spid="1441"/>
                                        </p:tgtEl>
                                        <p:attrNameLst>
                                          <p:attrName>ppt_y</p:attrName>
                                        </p:attrNameLst>
                                      </p:cBhvr>
                                      <p:tavLst>
                                        <p:tav tm="0">
                                          <p:val>
                                            <p:strVal val="#ppt_y+1"/>
                                          </p:val>
                                        </p:tav>
                                        <p:tav tm="100000">
                                          <p:val>
                                            <p:strVal val="#ppt_y"/>
                                          </p:val>
                                        </p:tav>
                                      </p:tavLst>
                                    </p:anim>
                                  </p:childTnLst>
                                </p:cTn>
                              </p:par>
                              <p:par>
                                <p:cTn id="11" presetID="23" presetClass="entr" presetSubtype="16" fill="hold" nodeType="withEffect">
                                  <p:stCondLst>
                                    <p:cond delay="0"/>
                                  </p:stCondLst>
                                  <p:childTnLst>
                                    <p:set>
                                      <p:cBhvr>
                                        <p:cTn id="12" dur="1" fill="hold">
                                          <p:stCondLst>
                                            <p:cond delay="0"/>
                                          </p:stCondLst>
                                        </p:cTn>
                                        <p:tgtEl>
                                          <p:spTgt spid="1489"/>
                                        </p:tgtEl>
                                        <p:attrNameLst>
                                          <p:attrName>style.visibility</p:attrName>
                                        </p:attrNameLst>
                                      </p:cBhvr>
                                      <p:to>
                                        <p:strVal val="visible"/>
                                      </p:to>
                                    </p:set>
                                    <p:anim calcmode="lin" valueType="num">
                                      <p:cBhvr additive="base">
                                        <p:cTn id="13" dur="1000"/>
                                        <p:tgtEl>
                                          <p:spTgt spid="1489"/>
                                        </p:tgtEl>
                                        <p:attrNameLst>
                                          <p:attrName>ppt_w</p:attrName>
                                        </p:attrNameLst>
                                      </p:cBhvr>
                                      <p:tavLst>
                                        <p:tav tm="0">
                                          <p:val>
                                            <p:strVal val="0"/>
                                          </p:val>
                                        </p:tav>
                                        <p:tav tm="100000">
                                          <p:val>
                                            <p:strVal val="#ppt_w"/>
                                          </p:val>
                                        </p:tav>
                                      </p:tavLst>
                                    </p:anim>
                                    <p:anim calcmode="lin" valueType="num">
                                      <p:cBhvr additive="base">
                                        <p:cTn id="14" dur="1000"/>
                                        <p:tgtEl>
                                          <p:spTgt spid="1489"/>
                                        </p:tgtEl>
                                        <p:attrNameLst>
                                          <p:attrName>ppt_h</p:attrName>
                                        </p:attrNameLst>
                                      </p:cBhvr>
                                      <p:tavLst>
                                        <p:tav tm="0">
                                          <p:val>
                                            <p:strVal val="0"/>
                                          </p:val>
                                        </p:tav>
                                        <p:tav tm="100000">
                                          <p:val>
                                            <p:strVal val="#ppt_h"/>
                                          </p:val>
                                        </p:tav>
                                      </p:tavLst>
                                    </p:anim>
                                  </p:childTnLst>
                                </p:cTn>
                              </p:par>
                              <p:par>
                                <p:cTn id="15" presetID="23" presetClass="entr" presetSubtype="16" fill="hold" nodeType="withEffect">
                                  <p:stCondLst>
                                    <p:cond delay="0"/>
                                  </p:stCondLst>
                                  <p:childTnLst>
                                    <p:set>
                                      <p:cBhvr>
                                        <p:cTn id="16" dur="1" fill="hold">
                                          <p:stCondLst>
                                            <p:cond delay="0"/>
                                          </p:stCondLst>
                                        </p:cTn>
                                        <p:tgtEl>
                                          <p:spTgt spid="1497"/>
                                        </p:tgtEl>
                                        <p:attrNameLst>
                                          <p:attrName>style.visibility</p:attrName>
                                        </p:attrNameLst>
                                      </p:cBhvr>
                                      <p:to>
                                        <p:strVal val="visible"/>
                                      </p:to>
                                    </p:set>
                                    <p:anim calcmode="lin" valueType="num">
                                      <p:cBhvr additive="base">
                                        <p:cTn id="17" dur="1000"/>
                                        <p:tgtEl>
                                          <p:spTgt spid="1497"/>
                                        </p:tgtEl>
                                        <p:attrNameLst>
                                          <p:attrName>ppt_w</p:attrName>
                                        </p:attrNameLst>
                                      </p:cBhvr>
                                      <p:tavLst>
                                        <p:tav tm="0">
                                          <p:val>
                                            <p:strVal val="0"/>
                                          </p:val>
                                        </p:tav>
                                        <p:tav tm="100000">
                                          <p:val>
                                            <p:strVal val="#ppt_w"/>
                                          </p:val>
                                        </p:tav>
                                      </p:tavLst>
                                    </p:anim>
                                    <p:anim calcmode="lin" valueType="num">
                                      <p:cBhvr additive="base">
                                        <p:cTn id="18" dur="1000"/>
                                        <p:tgtEl>
                                          <p:spTgt spid="149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17"/>
        <p:cNvGrpSpPr/>
        <p:nvPr/>
      </p:nvGrpSpPr>
      <p:grpSpPr>
        <a:xfrm>
          <a:off x="0" y="0"/>
          <a:ext cx="0" cy="0"/>
          <a:chOff x="0" y="0"/>
          <a:chExt cx="0" cy="0"/>
        </a:xfrm>
      </p:grpSpPr>
      <p:sp>
        <p:nvSpPr>
          <p:cNvPr id="1518" name="Google Shape;1518;p56">
            <a:hlinkClick r:id="" action="ppaction://hlinkshowjump?jump=firstslide"/>
          </p:cNvPr>
          <p:cNvSpPr/>
          <p:nvPr/>
        </p:nvSpPr>
        <p:spPr>
          <a:xfrm>
            <a:off x="8480603" y="322243"/>
            <a:ext cx="180994" cy="177264"/>
          </a:xfrm>
          <a:custGeom>
            <a:avLst/>
            <a:gdLst/>
            <a:ahLst/>
            <a:cxnLst/>
            <a:rect l="l" t="t" r="r" b="b"/>
            <a:pathLst>
              <a:path w="12323" h="12067" extrusionOk="0">
                <a:moveTo>
                  <a:pt x="6165" y="705"/>
                </a:moveTo>
                <a:cubicBezTo>
                  <a:pt x="6180" y="705"/>
                  <a:pt x="6194" y="706"/>
                  <a:pt x="6209" y="708"/>
                </a:cubicBezTo>
                <a:cubicBezTo>
                  <a:pt x="6303" y="718"/>
                  <a:pt x="6388" y="763"/>
                  <a:pt x="6453" y="829"/>
                </a:cubicBezTo>
                <a:lnTo>
                  <a:pt x="11384" y="5744"/>
                </a:lnTo>
                <a:lnTo>
                  <a:pt x="11387" y="5746"/>
                </a:lnTo>
                <a:cubicBezTo>
                  <a:pt x="11543" y="5902"/>
                  <a:pt x="11543" y="6158"/>
                  <a:pt x="11387" y="6315"/>
                </a:cubicBezTo>
                <a:cubicBezTo>
                  <a:pt x="11310" y="6392"/>
                  <a:pt x="11209" y="6434"/>
                  <a:pt x="11101" y="6434"/>
                </a:cubicBezTo>
                <a:lnTo>
                  <a:pt x="10563" y="6434"/>
                </a:lnTo>
                <a:cubicBezTo>
                  <a:pt x="10367" y="6434"/>
                  <a:pt x="10209" y="6592"/>
                  <a:pt x="10209" y="6789"/>
                </a:cubicBezTo>
                <a:lnTo>
                  <a:pt x="10209" y="10762"/>
                </a:lnTo>
                <a:cubicBezTo>
                  <a:pt x="10209" y="11090"/>
                  <a:pt x="9943" y="11357"/>
                  <a:pt x="9614" y="11357"/>
                </a:cubicBezTo>
                <a:lnTo>
                  <a:pt x="8032" y="11357"/>
                </a:lnTo>
                <a:lnTo>
                  <a:pt x="8032" y="8872"/>
                </a:lnTo>
                <a:cubicBezTo>
                  <a:pt x="8032" y="8154"/>
                  <a:pt x="7448" y="7570"/>
                  <a:pt x="6729" y="7570"/>
                </a:cubicBezTo>
                <a:lnTo>
                  <a:pt x="5596" y="7570"/>
                </a:lnTo>
                <a:cubicBezTo>
                  <a:pt x="4876" y="7570"/>
                  <a:pt x="4293" y="8154"/>
                  <a:pt x="4293" y="8872"/>
                </a:cubicBezTo>
                <a:lnTo>
                  <a:pt x="4293" y="11357"/>
                </a:lnTo>
                <a:lnTo>
                  <a:pt x="2710" y="11357"/>
                </a:lnTo>
                <a:cubicBezTo>
                  <a:pt x="2382" y="11357"/>
                  <a:pt x="2117" y="11090"/>
                  <a:pt x="2117" y="10762"/>
                </a:cubicBezTo>
                <a:lnTo>
                  <a:pt x="2117" y="6789"/>
                </a:lnTo>
                <a:cubicBezTo>
                  <a:pt x="2117" y="6592"/>
                  <a:pt x="1959" y="6434"/>
                  <a:pt x="1762" y="6434"/>
                </a:cubicBezTo>
                <a:lnTo>
                  <a:pt x="1234" y="6434"/>
                </a:lnTo>
                <a:cubicBezTo>
                  <a:pt x="1228" y="6434"/>
                  <a:pt x="1223" y="6434"/>
                  <a:pt x="1217" y="6432"/>
                </a:cubicBezTo>
                <a:cubicBezTo>
                  <a:pt x="1111" y="6431"/>
                  <a:pt x="1012" y="6389"/>
                  <a:pt x="937" y="6315"/>
                </a:cubicBezTo>
                <a:cubicBezTo>
                  <a:pt x="779" y="6157"/>
                  <a:pt x="779" y="5902"/>
                  <a:pt x="937" y="5745"/>
                </a:cubicBezTo>
                <a:lnTo>
                  <a:pt x="5876" y="824"/>
                </a:lnTo>
                <a:cubicBezTo>
                  <a:pt x="5952" y="747"/>
                  <a:pt x="6055" y="705"/>
                  <a:pt x="6165" y="705"/>
                </a:cubicBezTo>
                <a:close/>
                <a:moveTo>
                  <a:pt x="6161" y="0"/>
                </a:moveTo>
                <a:cubicBezTo>
                  <a:pt x="5864" y="0"/>
                  <a:pt x="5585" y="116"/>
                  <a:pt x="5374" y="326"/>
                </a:cubicBezTo>
                <a:lnTo>
                  <a:pt x="438" y="5245"/>
                </a:lnTo>
                <a:lnTo>
                  <a:pt x="432" y="5251"/>
                </a:lnTo>
                <a:cubicBezTo>
                  <a:pt x="0" y="5684"/>
                  <a:pt x="0" y="6386"/>
                  <a:pt x="436" y="6820"/>
                </a:cubicBezTo>
                <a:cubicBezTo>
                  <a:pt x="633" y="7017"/>
                  <a:pt x="895" y="7132"/>
                  <a:pt x="1174" y="7144"/>
                </a:cubicBezTo>
                <a:cubicBezTo>
                  <a:pt x="1186" y="7146"/>
                  <a:pt x="1197" y="7146"/>
                  <a:pt x="1208" y="7146"/>
                </a:cubicBezTo>
                <a:lnTo>
                  <a:pt x="1405" y="7146"/>
                </a:lnTo>
                <a:lnTo>
                  <a:pt x="1405" y="11870"/>
                </a:lnTo>
                <a:cubicBezTo>
                  <a:pt x="1405" y="11979"/>
                  <a:pt x="1493" y="12066"/>
                  <a:pt x="1601" y="12066"/>
                </a:cubicBezTo>
                <a:lnTo>
                  <a:pt x="4648" y="12066"/>
                </a:lnTo>
                <a:cubicBezTo>
                  <a:pt x="4843" y="12066"/>
                  <a:pt x="5002" y="11908"/>
                  <a:pt x="5002" y="11712"/>
                </a:cubicBezTo>
                <a:lnTo>
                  <a:pt x="5002" y="8875"/>
                </a:lnTo>
                <a:cubicBezTo>
                  <a:pt x="5002" y="8546"/>
                  <a:pt x="5268" y="8280"/>
                  <a:pt x="5596" y="8280"/>
                </a:cubicBezTo>
                <a:lnTo>
                  <a:pt x="6726" y="8280"/>
                </a:lnTo>
                <a:cubicBezTo>
                  <a:pt x="7055" y="8280"/>
                  <a:pt x="7321" y="8546"/>
                  <a:pt x="7321" y="8875"/>
                </a:cubicBezTo>
                <a:lnTo>
                  <a:pt x="7321" y="11712"/>
                </a:lnTo>
                <a:cubicBezTo>
                  <a:pt x="7321" y="11908"/>
                  <a:pt x="7479" y="12066"/>
                  <a:pt x="7675" y="12066"/>
                </a:cubicBezTo>
                <a:lnTo>
                  <a:pt x="10721" y="12066"/>
                </a:lnTo>
                <a:cubicBezTo>
                  <a:pt x="10830" y="12066"/>
                  <a:pt x="10918" y="11978"/>
                  <a:pt x="10918" y="11870"/>
                </a:cubicBezTo>
                <a:lnTo>
                  <a:pt x="10918" y="7146"/>
                </a:lnTo>
                <a:lnTo>
                  <a:pt x="11101" y="7146"/>
                </a:lnTo>
                <a:cubicBezTo>
                  <a:pt x="11399" y="7146"/>
                  <a:pt x="11678" y="7030"/>
                  <a:pt x="11889" y="6820"/>
                </a:cubicBezTo>
                <a:cubicBezTo>
                  <a:pt x="12322" y="6385"/>
                  <a:pt x="12322" y="5681"/>
                  <a:pt x="11889" y="5249"/>
                </a:cubicBezTo>
                <a:lnTo>
                  <a:pt x="6950" y="326"/>
                </a:lnTo>
                <a:cubicBezTo>
                  <a:pt x="6739" y="116"/>
                  <a:pt x="6459" y="0"/>
                  <a:pt x="61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56"/>
          <p:cNvSpPr/>
          <p:nvPr/>
        </p:nvSpPr>
        <p:spPr>
          <a:xfrm>
            <a:off x="7283253" y="3335550"/>
            <a:ext cx="696600" cy="4053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0" name="Google Shape;1520;p56"/>
          <p:cNvGrpSpPr/>
          <p:nvPr/>
        </p:nvGrpSpPr>
        <p:grpSpPr>
          <a:xfrm>
            <a:off x="7484989" y="3394697"/>
            <a:ext cx="293126" cy="287016"/>
            <a:chOff x="3178875" y="2020525"/>
            <a:chExt cx="281825" cy="275950"/>
          </a:xfrm>
        </p:grpSpPr>
        <p:sp>
          <p:nvSpPr>
            <p:cNvPr id="1521" name="Google Shape;1521;p56"/>
            <p:cNvSpPr/>
            <p:nvPr/>
          </p:nvSpPr>
          <p:spPr>
            <a:xfrm>
              <a:off x="3235700" y="2077325"/>
              <a:ext cx="162475" cy="162450"/>
            </a:xfrm>
            <a:custGeom>
              <a:avLst/>
              <a:gdLst/>
              <a:ahLst/>
              <a:cxnLst/>
              <a:rect l="l" t="t" r="r" b="b"/>
              <a:pathLst>
                <a:path w="6499" h="6498" extrusionOk="0">
                  <a:moveTo>
                    <a:pt x="2299" y="485"/>
                  </a:moveTo>
                  <a:lnTo>
                    <a:pt x="2299" y="485"/>
                  </a:lnTo>
                  <a:cubicBezTo>
                    <a:pt x="2176" y="626"/>
                    <a:pt x="2060" y="794"/>
                    <a:pt x="1959" y="991"/>
                  </a:cubicBezTo>
                  <a:cubicBezTo>
                    <a:pt x="1901" y="1099"/>
                    <a:pt x="1847" y="1217"/>
                    <a:pt x="1799" y="1338"/>
                  </a:cubicBezTo>
                  <a:cubicBezTo>
                    <a:pt x="1642" y="1249"/>
                    <a:pt x="1494" y="1144"/>
                    <a:pt x="1354" y="1025"/>
                  </a:cubicBezTo>
                  <a:cubicBezTo>
                    <a:pt x="1630" y="790"/>
                    <a:pt x="1949" y="606"/>
                    <a:pt x="2299" y="485"/>
                  </a:cubicBezTo>
                  <a:close/>
                  <a:moveTo>
                    <a:pt x="4192" y="483"/>
                  </a:moveTo>
                  <a:lnTo>
                    <a:pt x="4192" y="483"/>
                  </a:lnTo>
                  <a:cubicBezTo>
                    <a:pt x="4540" y="602"/>
                    <a:pt x="4863" y="785"/>
                    <a:pt x="5142" y="1024"/>
                  </a:cubicBezTo>
                  <a:cubicBezTo>
                    <a:pt x="5001" y="1143"/>
                    <a:pt x="4853" y="1248"/>
                    <a:pt x="4694" y="1338"/>
                  </a:cubicBezTo>
                  <a:cubicBezTo>
                    <a:pt x="4559" y="998"/>
                    <a:pt x="4388" y="705"/>
                    <a:pt x="4192" y="483"/>
                  </a:cubicBezTo>
                  <a:close/>
                  <a:moveTo>
                    <a:pt x="3246" y="326"/>
                  </a:moveTo>
                  <a:cubicBezTo>
                    <a:pt x="3351" y="326"/>
                    <a:pt x="3455" y="349"/>
                    <a:pt x="3557" y="396"/>
                  </a:cubicBezTo>
                  <a:cubicBezTo>
                    <a:pt x="3900" y="553"/>
                    <a:pt x="4194" y="951"/>
                    <a:pt x="4398" y="1485"/>
                  </a:cubicBezTo>
                  <a:cubicBezTo>
                    <a:pt x="4247" y="1550"/>
                    <a:pt x="4090" y="1602"/>
                    <a:pt x="3930" y="1641"/>
                  </a:cubicBezTo>
                  <a:cubicBezTo>
                    <a:pt x="3707" y="1695"/>
                    <a:pt x="3476" y="1721"/>
                    <a:pt x="3246" y="1721"/>
                  </a:cubicBezTo>
                  <a:cubicBezTo>
                    <a:pt x="2844" y="1721"/>
                    <a:pt x="2453" y="1639"/>
                    <a:pt x="2093" y="1485"/>
                  </a:cubicBezTo>
                  <a:cubicBezTo>
                    <a:pt x="2140" y="1365"/>
                    <a:pt x="2191" y="1249"/>
                    <a:pt x="2248" y="1141"/>
                  </a:cubicBezTo>
                  <a:cubicBezTo>
                    <a:pt x="2525" y="616"/>
                    <a:pt x="2878" y="326"/>
                    <a:pt x="3246" y="326"/>
                  </a:cubicBezTo>
                  <a:close/>
                  <a:moveTo>
                    <a:pt x="1990" y="1798"/>
                  </a:moveTo>
                  <a:cubicBezTo>
                    <a:pt x="2384" y="1963"/>
                    <a:pt x="2810" y="2051"/>
                    <a:pt x="3248" y="2051"/>
                  </a:cubicBezTo>
                  <a:cubicBezTo>
                    <a:pt x="3505" y="2051"/>
                    <a:pt x="3761" y="2021"/>
                    <a:pt x="4009" y="1962"/>
                  </a:cubicBezTo>
                  <a:cubicBezTo>
                    <a:pt x="4179" y="1921"/>
                    <a:pt x="4344" y="1867"/>
                    <a:pt x="4504" y="1800"/>
                  </a:cubicBezTo>
                  <a:cubicBezTo>
                    <a:pt x="4617" y="2186"/>
                    <a:pt x="4685" y="2624"/>
                    <a:pt x="4700" y="3084"/>
                  </a:cubicBezTo>
                  <a:lnTo>
                    <a:pt x="1796" y="3084"/>
                  </a:lnTo>
                  <a:cubicBezTo>
                    <a:pt x="1809" y="2628"/>
                    <a:pt x="1876" y="2189"/>
                    <a:pt x="1990" y="1798"/>
                  </a:cubicBezTo>
                  <a:close/>
                  <a:moveTo>
                    <a:pt x="4697" y="3409"/>
                  </a:moveTo>
                  <a:cubicBezTo>
                    <a:pt x="4685" y="3870"/>
                    <a:pt x="4616" y="4309"/>
                    <a:pt x="4503" y="4696"/>
                  </a:cubicBezTo>
                  <a:cubicBezTo>
                    <a:pt x="4344" y="4628"/>
                    <a:pt x="4178" y="4573"/>
                    <a:pt x="4008" y="4532"/>
                  </a:cubicBezTo>
                  <a:cubicBezTo>
                    <a:pt x="3759" y="4473"/>
                    <a:pt x="3503" y="4443"/>
                    <a:pt x="3246" y="4443"/>
                  </a:cubicBezTo>
                  <a:cubicBezTo>
                    <a:pt x="2809" y="4443"/>
                    <a:pt x="2381" y="4530"/>
                    <a:pt x="1988" y="4696"/>
                  </a:cubicBezTo>
                  <a:cubicBezTo>
                    <a:pt x="1875" y="4306"/>
                    <a:pt x="1808" y="3868"/>
                    <a:pt x="1794" y="3409"/>
                  </a:cubicBezTo>
                  <a:close/>
                  <a:moveTo>
                    <a:pt x="1115" y="1277"/>
                  </a:moveTo>
                  <a:cubicBezTo>
                    <a:pt x="1290" y="1430"/>
                    <a:pt x="1482" y="1563"/>
                    <a:pt x="1682" y="1673"/>
                  </a:cubicBezTo>
                  <a:cubicBezTo>
                    <a:pt x="1551" y="2100"/>
                    <a:pt x="1475" y="2582"/>
                    <a:pt x="1462" y="3086"/>
                  </a:cubicBezTo>
                  <a:lnTo>
                    <a:pt x="1316" y="3086"/>
                  </a:lnTo>
                  <a:cubicBezTo>
                    <a:pt x="1227" y="3086"/>
                    <a:pt x="1149" y="3154"/>
                    <a:pt x="1148" y="3245"/>
                  </a:cubicBezTo>
                  <a:cubicBezTo>
                    <a:pt x="1144" y="3336"/>
                    <a:pt x="1218" y="3410"/>
                    <a:pt x="1310" y="3410"/>
                  </a:cubicBezTo>
                  <a:lnTo>
                    <a:pt x="1463" y="3410"/>
                  </a:lnTo>
                  <a:cubicBezTo>
                    <a:pt x="1476" y="3914"/>
                    <a:pt x="1552" y="4395"/>
                    <a:pt x="1683" y="4824"/>
                  </a:cubicBezTo>
                  <a:cubicBezTo>
                    <a:pt x="1482" y="4934"/>
                    <a:pt x="1291" y="5066"/>
                    <a:pt x="1116" y="5219"/>
                  </a:cubicBezTo>
                  <a:cubicBezTo>
                    <a:pt x="665" y="4739"/>
                    <a:pt x="378" y="4106"/>
                    <a:pt x="339" y="3409"/>
                  </a:cubicBezTo>
                  <a:lnTo>
                    <a:pt x="730" y="3409"/>
                  </a:lnTo>
                  <a:cubicBezTo>
                    <a:pt x="819" y="3409"/>
                    <a:pt x="898" y="3341"/>
                    <a:pt x="899" y="3252"/>
                  </a:cubicBezTo>
                  <a:cubicBezTo>
                    <a:pt x="902" y="3161"/>
                    <a:pt x="829" y="3086"/>
                    <a:pt x="738" y="3086"/>
                  </a:cubicBezTo>
                  <a:lnTo>
                    <a:pt x="339" y="3086"/>
                  </a:lnTo>
                  <a:cubicBezTo>
                    <a:pt x="378" y="2389"/>
                    <a:pt x="665" y="1757"/>
                    <a:pt x="1115" y="1277"/>
                  </a:cubicBezTo>
                  <a:close/>
                  <a:moveTo>
                    <a:pt x="6164" y="3409"/>
                  </a:moveTo>
                  <a:cubicBezTo>
                    <a:pt x="6131" y="4017"/>
                    <a:pt x="5913" y="4587"/>
                    <a:pt x="5531" y="5066"/>
                  </a:cubicBezTo>
                  <a:cubicBezTo>
                    <a:pt x="5482" y="5127"/>
                    <a:pt x="5431" y="5186"/>
                    <a:pt x="5379" y="5243"/>
                  </a:cubicBezTo>
                  <a:cubicBezTo>
                    <a:pt x="5201" y="5087"/>
                    <a:pt x="5009" y="4953"/>
                    <a:pt x="4802" y="4840"/>
                  </a:cubicBezTo>
                  <a:cubicBezTo>
                    <a:pt x="4933" y="4411"/>
                    <a:pt x="5012" y="3924"/>
                    <a:pt x="5027" y="3409"/>
                  </a:cubicBezTo>
                  <a:close/>
                  <a:moveTo>
                    <a:pt x="1799" y="5158"/>
                  </a:moveTo>
                  <a:cubicBezTo>
                    <a:pt x="1847" y="5278"/>
                    <a:pt x="1901" y="5394"/>
                    <a:pt x="1959" y="5505"/>
                  </a:cubicBezTo>
                  <a:cubicBezTo>
                    <a:pt x="2061" y="5701"/>
                    <a:pt x="2176" y="5870"/>
                    <a:pt x="2299" y="6010"/>
                  </a:cubicBezTo>
                  <a:cubicBezTo>
                    <a:pt x="1949" y="5889"/>
                    <a:pt x="1630" y="5705"/>
                    <a:pt x="1354" y="5470"/>
                  </a:cubicBezTo>
                  <a:cubicBezTo>
                    <a:pt x="1494" y="5352"/>
                    <a:pt x="1642" y="5247"/>
                    <a:pt x="1799" y="5158"/>
                  </a:cubicBezTo>
                  <a:close/>
                  <a:moveTo>
                    <a:pt x="4694" y="5156"/>
                  </a:moveTo>
                  <a:cubicBezTo>
                    <a:pt x="4853" y="5246"/>
                    <a:pt x="5001" y="5350"/>
                    <a:pt x="5141" y="5470"/>
                  </a:cubicBezTo>
                  <a:cubicBezTo>
                    <a:pt x="4862" y="5708"/>
                    <a:pt x="4539" y="5892"/>
                    <a:pt x="4193" y="6012"/>
                  </a:cubicBezTo>
                  <a:cubicBezTo>
                    <a:pt x="4390" y="5788"/>
                    <a:pt x="4559" y="5496"/>
                    <a:pt x="4694" y="5156"/>
                  </a:cubicBezTo>
                  <a:close/>
                  <a:moveTo>
                    <a:pt x="3248" y="4773"/>
                  </a:moveTo>
                  <a:cubicBezTo>
                    <a:pt x="3480" y="4773"/>
                    <a:pt x="3709" y="4801"/>
                    <a:pt x="3931" y="4855"/>
                  </a:cubicBezTo>
                  <a:cubicBezTo>
                    <a:pt x="4092" y="4892"/>
                    <a:pt x="4249" y="4945"/>
                    <a:pt x="4399" y="5010"/>
                  </a:cubicBezTo>
                  <a:cubicBezTo>
                    <a:pt x="4196" y="5543"/>
                    <a:pt x="3901" y="5941"/>
                    <a:pt x="3558" y="6098"/>
                  </a:cubicBezTo>
                  <a:cubicBezTo>
                    <a:pt x="3455" y="6145"/>
                    <a:pt x="3351" y="6169"/>
                    <a:pt x="3248" y="6169"/>
                  </a:cubicBezTo>
                  <a:cubicBezTo>
                    <a:pt x="2879" y="6169"/>
                    <a:pt x="2525" y="5879"/>
                    <a:pt x="2249" y="5353"/>
                  </a:cubicBezTo>
                  <a:cubicBezTo>
                    <a:pt x="2192" y="5245"/>
                    <a:pt x="2142" y="5129"/>
                    <a:pt x="2095" y="5009"/>
                  </a:cubicBezTo>
                  <a:cubicBezTo>
                    <a:pt x="2455" y="4855"/>
                    <a:pt x="2845" y="4773"/>
                    <a:pt x="3248" y="4773"/>
                  </a:cubicBezTo>
                  <a:close/>
                  <a:moveTo>
                    <a:pt x="3250" y="1"/>
                  </a:moveTo>
                  <a:cubicBezTo>
                    <a:pt x="1459" y="1"/>
                    <a:pt x="2" y="1458"/>
                    <a:pt x="1" y="3247"/>
                  </a:cubicBezTo>
                  <a:lnTo>
                    <a:pt x="1" y="3248"/>
                  </a:lnTo>
                  <a:lnTo>
                    <a:pt x="1" y="3250"/>
                  </a:lnTo>
                  <a:cubicBezTo>
                    <a:pt x="2" y="5040"/>
                    <a:pt x="1459" y="6497"/>
                    <a:pt x="3250" y="6497"/>
                  </a:cubicBezTo>
                  <a:cubicBezTo>
                    <a:pt x="3507" y="6497"/>
                    <a:pt x="3764" y="6468"/>
                    <a:pt x="4011" y="6408"/>
                  </a:cubicBezTo>
                  <a:cubicBezTo>
                    <a:pt x="4708" y="6240"/>
                    <a:pt x="5341" y="5839"/>
                    <a:pt x="5791" y="5275"/>
                  </a:cubicBezTo>
                  <a:cubicBezTo>
                    <a:pt x="6253" y="4694"/>
                    <a:pt x="6498" y="3994"/>
                    <a:pt x="6498" y="3250"/>
                  </a:cubicBezTo>
                  <a:cubicBezTo>
                    <a:pt x="6498" y="2811"/>
                    <a:pt x="6411" y="2386"/>
                    <a:pt x="6242" y="1985"/>
                  </a:cubicBezTo>
                  <a:cubicBezTo>
                    <a:pt x="6216" y="1922"/>
                    <a:pt x="6155" y="1885"/>
                    <a:pt x="6092" y="1885"/>
                  </a:cubicBezTo>
                  <a:cubicBezTo>
                    <a:pt x="6070" y="1885"/>
                    <a:pt x="6048" y="1889"/>
                    <a:pt x="6027" y="1898"/>
                  </a:cubicBezTo>
                  <a:cubicBezTo>
                    <a:pt x="5944" y="1933"/>
                    <a:pt x="5906" y="2029"/>
                    <a:pt x="5939" y="2113"/>
                  </a:cubicBezTo>
                  <a:cubicBezTo>
                    <a:pt x="6070" y="2422"/>
                    <a:pt x="6146" y="2749"/>
                    <a:pt x="6165" y="3084"/>
                  </a:cubicBezTo>
                  <a:lnTo>
                    <a:pt x="5030" y="3084"/>
                  </a:lnTo>
                  <a:cubicBezTo>
                    <a:pt x="5015" y="2570"/>
                    <a:pt x="4936" y="2084"/>
                    <a:pt x="4805" y="1654"/>
                  </a:cubicBezTo>
                  <a:cubicBezTo>
                    <a:pt x="5011" y="1541"/>
                    <a:pt x="5204" y="1406"/>
                    <a:pt x="5382" y="1251"/>
                  </a:cubicBezTo>
                  <a:cubicBezTo>
                    <a:pt x="5480" y="1356"/>
                    <a:pt x="5571" y="1468"/>
                    <a:pt x="5653" y="1587"/>
                  </a:cubicBezTo>
                  <a:cubicBezTo>
                    <a:pt x="5684" y="1633"/>
                    <a:pt x="5735" y="1658"/>
                    <a:pt x="5787" y="1658"/>
                  </a:cubicBezTo>
                  <a:cubicBezTo>
                    <a:pt x="5820" y="1658"/>
                    <a:pt x="5852" y="1648"/>
                    <a:pt x="5881" y="1629"/>
                  </a:cubicBezTo>
                  <a:cubicBezTo>
                    <a:pt x="5955" y="1578"/>
                    <a:pt x="5974" y="1476"/>
                    <a:pt x="5923" y="1401"/>
                  </a:cubicBezTo>
                  <a:cubicBezTo>
                    <a:pt x="5466" y="742"/>
                    <a:pt x="4787" y="276"/>
                    <a:pt x="4011" y="90"/>
                  </a:cubicBezTo>
                  <a:cubicBezTo>
                    <a:pt x="3764" y="30"/>
                    <a:pt x="3507" y="1"/>
                    <a:pt x="32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56"/>
            <p:cNvSpPr/>
            <p:nvPr/>
          </p:nvSpPr>
          <p:spPr>
            <a:xfrm>
              <a:off x="3294475" y="2051550"/>
              <a:ext cx="44775" cy="15650"/>
            </a:xfrm>
            <a:custGeom>
              <a:avLst/>
              <a:gdLst/>
              <a:ahLst/>
              <a:cxnLst/>
              <a:rect l="l" t="t" r="r" b="b"/>
              <a:pathLst>
                <a:path w="1791" h="626" extrusionOk="0">
                  <a:moveTo>
                    <a:pt x="896" y="0"/>
                  </a:moveTo>
                  <a:cubicBezTo>
                    <a:pt x="595" y="0"/>
                    <a:pt x="294" y="115"/>
                    <a:pt x="65" y="345"/>
                  </a:cubicBezTo>
                  <a:cubicBezTo>
                    <a:pt x="1" y="409"/>
                    <a:pt x="1" y="513"/>
                    <a:pt x="65" y="577"/>
                  </a:cubicBezTo>
                  <a:cubicBezTo>
                    <a:pt x="97" y="609"/>
                    <a:pt x="139" y="625"/>
                    <a:pt x="181" y="625"/>
                  </a:cubicBezTo>
                  <a:cubicBezTo>
                    <a:pt x="222" y="625"/>
                    <a:pt x="264" y="609"/>
                    <a:pt x="296" y="577"/>
                  </a:cubicBezTo>
                  <a:cubicBezTo>
                    <a:pt x="462" y="412"/>
                    <a:pt x="679" y="330"/>
                    <a:pt x="896" y="330"/>
                  </a:cubicBezTo>
                  <a:cubicBezTo>
                    <a:pt x="1114" y="330"/>
                    <a:pt x="1331" y="412"/>
                    <a:pt x="1496" y="577"/>
                  </a:cubicBezTo>
                  <a:cubicBezTo>
                    <a:pt x="1528" y="609"/>
                    <a:pt x="1570" y="625"/>
                    <a:pt x="1612" y="625"/>
                  </a:cubicBezTo>
                  <a:cubicBezTo>
                    <a:pt x="1654" y="625"/>
                    <a:pt x="1696" y="610"/>
                    <a:pt x="1727" y="577"/>
                  </a:cubicBezTo>
                  <a:cubicBezTo>
                    <a:pt x="1791" y="513"/>
                    <a:pt x="1791" y="409"/>
                    <a:pt x="1727" y="345"/>
                  </a:cubicBezTo>
                  <a:cubicBezTo>
                    <a:pt x="1499" y="115"/>
                    <a:pt x="1197" y="0"/>
                    <a:pt x="8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56"/>
            <p:cNvSpPr/>
            <p:nvPr/>
          </p:nvSpPr>
          <p:spPr>
            <a:xfrm>
              <a:off x="3283475" y="2035975"/>
              <a:ext cx="66850" cy="20200"/>
            </a:xfrm>
            <a:custGeom>
              <a:avLst/>
              <a:gdLst/>
              <a:ahLst/>
              <a:cxnLst/>
              <a:rect l="l" t="t" r="r" b="b"/>
              <a:pathLst>
                <a:path w="2674" h="808" extrusionOk="0">
                  <a:moveTo>
                    <a:pt x="1337" y="0"/>
                  </a:moveTo>
                  <a:cubicBezTo>
                    <a:pt x="856" y="0"/>
                    <a:pt x="404" y="188"/>
                    <a:pt x="65" y="526"/>
                  </a:cubicBezTo>
                  <a:cubicBezTo>
                    <a:pt x="1" y="591"/>
                    <a:pt x="1" y="694"/>
                    <a:pt x="65" y="759"/>
                  </a:cubicBezTo>
                  <a:cubicBezTo>
                    <a:pt x="97" y="791"/>
                    <a:pt x="138" y="807"/>
                    <a:pt x="180" y="807"/>
                  </a:cubicBezTo>
                  <a:cubicBezTo>
                    <a:pt x="222" y="807"/>
                    <a:pt x="264" y="791"/>
                    <a:pt x="296" y="759"/>
                  </a:cubicBezTo>
                  <a:cubicBezTo>
                    <a:pt x="574" y="481"/>
                    <a:pt x="943" y="327"/>
                    <a:pt x="1336" y="327"/>
                  </a:cubicBezTo>
                  <a:cubicBezTo>
                    <a:pt x="1729" y="327"/>
                    <a:pt x="2099" y="481"/>
                    <a:pt x="2377" y="759"/>
                  </a:cubicBezTo>
                  <a:cubicBezTo>
                    <a:pt x="2409" y="790"/>
                    <a:pt x="2451" y="807"/>
                    <a:pt x="2493" y="807"/>
                  </a:cubicBezTo>
                  <a:cubicBezTo>
                    <a:pt x="2535" y="807"/>
                    <a:pt x="2577" y="791"/>
                    <a:pt x="2608" y="759"/>
                  </a:cubicBezTo>
                  <a:cubicBezTo>
                    <a:pt x="2673" y="694"/>
                    <a:pt x="2673" y="591"/>
                    <a:pt x="2608" y="526"/>
                  </a:cubicBezTo>
                  <a:cubicBezTo>
                    <a:pt x="2270" y="188"/>
                    <a:pt x="1816" y="0"/>
                    <a:pt x="13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56"/>
            <p:cNvSpPr/>
            <p:nvPr/>
          </p:nvSpPr>
          <p:spPr>
            <a:xfrm>
              <a:off x="3272525" y="2020525"/>
              <a:ext cx="88725" cy="24750"/>
            </a:xfrm>
            <a:custGeom>
              <a:avLst/>
              <a:gdLst/>
              <a:ahLst/>
              <a:cxnLst/>
              <a:rect l="l" t="t" r="r" b="b"/>
              <a:pathLst>
                <a:path w="3549" h="990" extrusionOk="0">
                  <a:moveTo>
                    <a:pt x="1775" y="1"/>
                  </a:moveTo>
                  <a:cubicBezTo>
                    <a:pt x="1128" y="1"/>
                    <a:pt x="522" y="252"/>
                    <a:pt x="64" y="708"/>
                  </a:cubicBezTo>
                  <a:cubicBezTo>
                    <a:pt x="1" y="772"/>
                    <a:pt x="1" y="876"/>
                    <a:pt x="64" y="940"/>
                  </a:cubicBezTo>
                  <a:cubicBezTo>
                    <a:pt x="97" y="972"/>
                    <a:pt x="139" y="989"/>
                    <a:pt x="181" y="989"/>
                  </a:cubicBezTo>
                  <a:cubicBezTo>
                    <a:pt x="223" y="989"/>
                    <a:pt x="265" y="972"/>
                    <a:pt x="297" y="940"/>
                  </a:cubicBezTo>
                  <a:cubicBezTo>
                    <a:pt x="691" y="546"/>
                    <a:pt x="1216" y="329"/>
                    <a:pt x="1775" y="329"/>
                  </a:cubicBezTo>
                  <a:cubicBezTo>
                    <a:pt x="2333" y="329"/>
                    <a:pt x="2857" y="546"/>
                    <a:pt x="3253" y="940"/>
                  </a:cubicBezTo>
                  <a:cubicBezTo>
                    <a:pt x="3284" y="971"/>
                    <a:pt x="3327" y="989"/>
                    <a:pt x="3369" y="989"/>
                  </a:cubicBezTo>
                  <a:cubicBezTo>
                    <a:pt x="3411" y="989"/>
                    <a:pt x="3453" y="973"/>
                    <a:pt x="3484" y="940"/>
                  </a:cubicBezTo>
                  <a:cubicBezTo>
                    <a:pt x="3548" y="876"/>
                    <a:pt x="3548" y="772"/>
                    <a:pt x="3484" y="708"/>
                  </a:cubicBezTo>
                  <a:cubicBezTo>
                    <a:pt x="3027" y="252"/>
                    <a:pt x="2421" y="1"/>
                    <a:pt x="17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56"/>
            <p:cNvSpPr/>
            <p:nvPr/>
          </p:nvSpPr>
          <p:spPr>
            <a:xfrm>
              <a:off x="3294475" y="2249850"/>
              <a:ext cx="44850" cy="15650"/>
            </a:xfrm>
            <a:custGeom>
              <a:avLst/>
              <a:gdLst/>
              <a:ahLst/>
              <a:cxnLst/>
              <a:rect l="l" t="t" r="r" b="b"/>
              <a:pathLst>
                <a:path w="1794" h="626" extrusionOk="0">
                  <a:moveTo>
                    <a:pt x="181" y="0"/>
                  </a:moveTo>
                  <a:cubicBezTo>
                    <a:pt x="139" y="0"/>
                    <a:pt x="97" y="16"/>
                    <a:pt x="65" y="49"/>
                  </a:cubicBezTo>
                  <a:cubicBezTo>
                    <a:pt x="1" y="113"/>
                    <a:pt x="1" y="217"/>
                    <a:pt x="65" y="281"/>
                  </a:cubicBezTo>
                  <a:cubicBezTo>
                    <a:pt x="294" y="510"/>
                    <a:pt x="595" y="625"/>
                    <a:pt x="897" y="625"/>
                  </a:cubicBezTo>
                  <a:cubicBezTo>
                    <a:pt x="1198" y="623"/>
                    <a:pt x="1500" y="510"/>
                    <a:pt x="1728" y="281"/>
                  </a:cubicBezTo>
                  <a:cubicBezTo>
                    <a:pt x="1793" y="217"/>
                    <a:pt x="1793" y="113"/>
                    <a:pt x="1728" y="49"/>
                  </a:cubicBezTo>
                  <a:cubicBezTo>
                    <a:pt x="1696" y="16"/>
                    <a:pt x="1654" y="0"/>
                    <a:pt x="1612" y="0"/>
                  </a:cubicBezTo>
                  <a:cubicBezTo>
                    <a:pt x="1570" y="0"/>
                    <a:pt x="1528" y="16"/>
                    <a:pt x="1496" y="49"/>
                  </a:cubicBezTo>
                  <a:cubicBezTo>
                    <a:pt x="1331" y="214"/>
                    <a:pt x="1114" y="296"/>
                    <a:pt x="897" y="296"/>
                  </a:cubicBezTo>
                  <a:cubicBezTo>
                    <a:pt x="679" y="296"/>
                    <a:pt x="462" y="214"/>
                    <a:pt x="296" y="49"/>
                  </a:cubicBezTo>
                  <a:cubicBezTo>
                    <a:pt x="264" y="16"/>
                    <a:pt x="222" y="0"/>
                    <a:pt x="1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56"/>
            <p:cNvSpPr/>
            <p:nvPr/>
          </p:nvSpPr>
          <p:spPr>
            <a:xfrm>
              <a:off x="3283425" y="2260850"/>
              <a:ext cx="66850" cy="20175"/>
            </a:xfrm>
            <a:custGeom>
              <a:avLst/>
              <a:gdLst/>
              <a:ahLst/>
              <a:cxnLst/>
              <a:rect l="l" t="t" r="r" b="b"/>
              <a:pathLst>
                <a:path w="2674" h="807" extrusionOk="0">
                  <a:moveTo>
                    <a:pt x="181" y="0"/>
                  </a:moveTo>
                  <a:cubicBezTo>
                    <a:pt x="139" y="0"/>
                    <a:pt x="97" y="17"/>
                    <a:pt x="65" y="49"/>
                  </a:cubicBezTo>
                  <a:cubicBezTo>
                    <a:pt x="1" y="113"/>
                    <a:pt x="1" y="217"/>
                    <a:pt x="65" y="281"/>
                  </a:cubicBezTo>
                  <a:cubicBezTo>
                    <a:pt x="417" y="632"/>
                    <a:pt x="878" y="807"/>
                    <a:pt x="1337" y="807"/>
                  </a:cubicBezTo>
                  <a:cubicBezTo>
                    <a:pt x="1798" y="807"/>
                    <a:pt x="2259" y="632"/>
                    <a:pt x="2609" y="281"/>
                  </a:cubicBezTo>
                  <a:cubicBezTo>
                    <a:pt x="2673" y="217"/>
                    <a:pt x="2673" y="113"/>
                    <a:pt x="2609" y="49"/>
                  </a:cubicBezTo>
                  <a:cubicBezTo>
                    <a:pt x="2577" y="17"/>
                    <a:pt x="2535" y="0"/>
                    <a:pt x="2493" y="0"/>
                  </a:cubicBezTo>
                  <a:cubicBezTo>
                    <a:pt x="2451" y="0"/>
                    <a:pt x="2410" y="17"/>
                    <a:pt x="2378" y="49"/>
                  </a:cubicBezTo>
                  <a:cubicBezTo>
                    <a:pt x="2090" y="336"/>
                    <a:pt x="1713" y="479"/>
                    <a:pt x="1336" y="479"/>
                  </a:cubicBezTo>
                  <a:cubicBezTo>
                    <a:pt x="960" y="479"/>
                    <a:pt x="583" y="336"/>
                    <a:pt x="296" y="49"/>
                  </a:cubicBezTo>
                  <a:cubicBezTo>
                    <a:pt x="265" y="17"/>
                    <a:pt x="223" y="0"/>
                    <a:pt x="1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56"/>
            <p:cNvSpPr/>
            <p:nvPr/>
          </p:nvSpPr>
          <p:spPr>
            <a:xfrm>
              <a:off x="3272500" y="2271775"/>
              <a:ext cx="88725" cy="24700"/>
            </a:xfrm>
            <a:custGeom>
              <a:avLst/>
              <a:gdLst/>
              <a:ahLst/>
              <a:cxnLst/>
              <a:rect l="l" t="t" r="r" b="b"/>
              <a:pathLst>
                <a:path w="3549" h="988" extrusionOk="0">
                  <a:moveTo>
                    <a:pt x="180" y="0"/>
                  </a:moveTo>
                  <a:cubicBezTo>
                    <a:pt x="138" y="0"/>
                    <a:pt x="96" y="16"/>
                    <a:pt x="64" y="48"/>
                  </a:cubicBezTo>
                  <a:cubicBezTo>
                    <a:pt x="0" y="112"/>
                    <a:pt x="0" y="216"/>
                    <a:pt x="64" y="280"/>
                  </a:cubicBezTo>
                  <a:cubicBezTo>
                    <a:pt x="521" y="737"/>
                    <a:pt x="1128" y="987"/>
                    <a:pt x="1774" y="987"/>
                  </a:cubicBezTo>
                  <a:cubicBezTo>
                    <a:pt x="2421" y="987"/>
                    <a:pt x="3026" y="736"/>
                    <a:pt x="3484" y="280"/>
                  </a:cubicBezTo>
                  <a:cubicBezTo>
                    <a:pt x="3548" y="216"/>
                    <a:pt x="3548" y="112"/>
                    <a:pt x="3484" y="48"/>
                  </a:cubicBezTo>
                  <a:cubicBezTo>
                    <a:pt x="3452" y="17"/>
                    <a:pt x="3410" y="1"/>
                    <a:pt x="3368" y="1"/>
                  </a:cubicBezTo>
                  <a:cubicBezTo>
                    <a:pt x="3326" y="1"/>
                    <a:pt x="3284" y="17"/>
                    <a:pt x="3252" y="48"/>
                  </a:cubicBezTo>
                  <a:cubicBezTo>
                    <a:pt x="2858" y="442"/>
                    <a:pt x="2332" y="660"/>
                    <a:pt x="1774" y="660"/>
                  </a:cubicBezTo>
                  <a:cubicBezTo>
                    <a:pt x="1216" y="660"/>
                    <a:pt x="692" y="442"/>
                    <a:pt x="296" y="48"/>
                  </a:cubicBezTo>
                  <a:cubicBezTo>
                    <a:pt x="264" y="16"/>
                    <a:pt x="222" y="0"/>
                    <a:pt x="1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56"/>
            <p:cNvSpPr/>
            <p:nvPr/>
          </p:nvSpPr>
          <p:spPr>
            <a:xfrm>
              <a:off x="3407800" y="2136475"/>
              <a:ext cx="16050" cy="44050"/>
            </a:xfrm>
            <a:custGeom>
              <a:avLst/>
              <a:gdLst/>
              <a:ahLst/>
              <a:cxnLst/>
              <a:rect l="l" t="t" r="r" b="b"/>
              <a:pathLst>
                <a:path w="642" h="1762" extrusionOk="0">
                  <a:moveTo>
                    <a:pt x="181" y="1"/>
                  </a:moveTo>
                  <a:cubicBezTo>
                    <a:pt x="139" y="1"/>
                    <a:pt x="97" y="17"/>
                    <a:pt x="65" y="49"/>
                  </a:cubicBezTo>
                  <a:cubicBezTo>
                    <a:pt x="1" y="114"/>
                    <a:pt x="1" y="216"/>
                    <a:pt x="65" y="281"/>
                  </a:cubicBezTo>
                  <a:cubicBezTo>
                    <a:pt x="224" y="441"/>
                    <a:pt x="313" y="655"/>
                    <a:pt x="313" y="881"/>
                  </a:cubicBezTo>
                  <a:cubicBezTo>
                    <a:pt x="313" y="1107"/>
                    <a:pt x="226" y="1320"/>
                    <a:pt x="65" y="1482"/>
                  </a:cubicBezTo>
                  <a:cubicBezTo>
                    <a:pt x="1" y="1545"/>
                    <a:pt x="1" y="1649"/>
                    <a:pt x="65" y="1713"/>
                  </a:cubicBezTo>
                  <a:cubicBezTo>
                    <a:pt x="96" y="1745"/>
                    <a:pt x="138" y="1761"/>
                    <a:pt x="180" y="1761"/>
                  </a:cubicBezTo>
                  <a:cubicBezTo>
                    <a:pt x="222" y="1761"/>
                    <a:pt x="264" y="1746"/>
                    <a:pt x="295" y="1713"/>
                  </a:cubicBezTo>
                  <a:cubicBezTo>
                    <a:pt x="518" y="1490"/>
                    <a:pt x="640" y="1195"/>
                    <a:pt x="640" y="881"/>
                  </a:cubicBezTo>
                  <a:cubicBezTo>
                    <a:pt x="641" y="567"/>
                    <a:pt x="520" y="272"/>
                    <a:pt x="296" y="49"/>
                  </a:cubicBezTo>
                  <a:cubicBezTo>
                    <a:pt x="264" y="17"/>
                    <a:pt x="222" y="1"/>
                    <a:pt x="1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56"/>
            <p:cNvSpPr/>
            <p:nvPr/>
          </p:nvSpPr>
          <p:spPr>
            <a:xfrm>
              <a:off x="3418850" y="2125475"/>
              <a:ext cx="24950" cy="66075"/>
            </a:xfrm>
            <a:custGeom>
              <a:avLst/>
              <a:gdLst/>
              <a:ahLst/>
              <a:cxnLst/>
              <a:rect l="l" t="t" r="r" b="b"/>
              <a:pathLst>
                <a:path w="998" h="2643" extrusionOk="0">
                  <a:moveTo>
                    <a:pt x="180" y="1"/>
                  </a:moveTo>
                  <a:cubicBezTo>
                    <a:pt x="138" y="1"/>
                    <a:pt x="96" y="17"/>
                    <a:pt x="64" y="49"/>
                  </a:cubicBezTo>
                  <a:cubicBezTo>
                    <a:pt x="0" y="114"/>
                    <a:pt x="0" y="216"/>
                    <a:pt x="64" y="281"/>
                  </a:cubicBezTo>
                  <a:cubicBezTo>
                    <a:pt x="638" y="855"/>
                    <a:pt x="638" y="1788"/>
                    <a:pt x="64" y="2363"/>
                  </a:cubicBezTo>
                  <a:cubicBezTo>
                    <a:pt x="0" y="2427"/>
                    <a:pt x="0" y="2530"/>
                    <a:pt x="64" y="2594"/>
                  </a:cubicBezTo>
                  <a:cubicBezTo>
                    <a:pt x="95" y="2626"/>
                    <a:pt x="137" y="2643"/>
                    <a:pt x="179" y="2643"/>
                  </a:cubicBezTo>
                  <a:cubicBezTo>
                    <a:pt x="221" y="2643"/>
                    <a:pt x="263" y="2627"/>
                    <a:pt x="295" y="2594"/>
                  </a:cubicBezTo>
                  <a:cubicBezTo>
                    <a:pt x="998" y="1892"/>
                    <a:pt x="998" y="750"/>
                    <a:pt x="296" y="49"/>
                  </a:cubicBezTo>
                  <a:cubicBezTo>
                    <a:pt x="264" y="17"/>
                    <a:pt x="222" y="1"/>
                    <a:pt x="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p:cNvSpPr/>
            <p:nvPr/>
          </p:nvSpPr>
          <p:spPr>
            <a:xfrm>
              <a:off x="3429750" y="2114550"/>
              <a:ext cx="30950" cy="87875"/>
            </a:xfrm>
            <a:custGeom>
              <a:avLst/>
              <a:gdLst/>
              <a:ahLst/>
              <a:cxnLst/>
              <a:rect l="l" t="t" r="r" b="b"/>
              <a:pathLst>
                <a:path w="1238" h="3515" extrusionOk="0">
                  <a:moveTo>
                    <a:pt x="180" y="1"/>
                  </a:moveTo>
                  <a:cubicBezTo>
                    <a:pt x="138" y="1"/>
                    <a:pt x="97" y="17"/>
                    <a:pt x="64" y="49"/>
                  </a:cubicBezTo>
                  <a:cubicBezTo>
                    <a:pt x="0" y="112"/>
                    <a:pt x="0" y="216"/>
                    <a:pt x="64" y="280"/>
                  </a:cubicBezTo>
                  <a:cubicBezTo>
                    <a:pt x="879" y="1096"/>
                    <a:pt x="879" y="2420"/>
                    <a:pt x="64" y="3235"/>
                  </a:cubicBezTo>
                  <a:cubicBezTo>
                    <a:pt x="0" y="3299"/>
                    <a:pt x="0" y="3402"/>
                    <a:pt x="64" y="3466"/>
                  </a:cubicBezTo>
                  <a:cubicBezTo>
                    <a:pt x="95" y="3498"/>
                    <a:pt x="137" y="3515"/>
                    <a:pt x="179" y="3515"/>
                  </a:cubicBezTo>
                  <a:cubicBezTo>
                    <a:pt x="221" y="3515"/>
                    <a:pt x="263" y="3499"/>
                    <a:pt x="297" y="3466"/>
                  </a:cubicBezTo>
                  <a:cubicBezTo>
                    <a:pt x="1238" y="2524"/>
                    <a:pt x="1238" y="992"/>
                    <a:pt x="297" y="49"/>
                  </a:cubicBezTo>
                  <a:cubicBezTo>
                    <a:pt x="264" y="17"/>
                    <a:pt x="222" y="1"/>
                    <a:pt x="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56"/>
            <p:cNvSpPr/>
            <p:nvPr/>
          </p:nvSpPr>
          <p:spPr>
            <a:xfrm>
              <a:off x="3209900" y="2136475"/>
              <a:ext cx="16025" cy="44050"/>
            </a:xfrm>
            <a:custGeom>
              <a:avLst/>
              <a:gdLst/>
              <a:ahLst/>
              <a:cxnLst/>
              <a:rect l="l" t="t" r="r" b="b"/>
              <a:pathLst>
                <a:path w="641" h="1762" extrusionOk="0">
                  <a:moveTo>
                    <a:pt x="461" y="1"/>
                  </a:moveTo>
                  <a:cubicBezTo>
                    <a:pt x="419" y="1"/>
                    <a:pt x="377" y="17"/>
                    <a:pt x="345" y="49"/>
                  </a:cubicBezTo>
                  <a:cubicBezTo>
                    <a:pt x="122" y="272"/>
                    <a:pt x="1" y="567"/>
                    <a:pt x="1" y="881"/>
                  </a:cubicBezTo>
                  <a:cubicBezTo>
                    <a:pt x="1" y="1195"/>
                    <a:pt x="122" y="1490"/>
                    <a:pt x="345" y="1713"/>
                  </a:cubicBezTo>
                  <a:cubicBezTo>
                    <a:pt x="377" y="1745"/>
                    <a:pt x="419" y="1761"/>
                    <a:pt x="462" y="1761"/>
                  </a:cubicBezTo>
                  <a:cubicBezTo>
                    <a:pt x="504" y="1761"/>
                    <a:pt x="546" y="1746"/>
                    <a:pt x="577" y="1713"/>
                  </a:cubicBezTo>
                  <a:cubicBezTo>
                    <a:pt x="641" y="1649"/>
                    <a:pt x="641" y="1545"/>
                    <a:pt x="577" y="1482"/>
                  </a:cubicBezTo>
                  <a:cubicBezTo>
                    <a:pt x="418" y="1321"/>
                    <a:pt x="329" y="1107"/>
                    <a:pt x="329" y="881"/>
                  </a:cubicBezTo>
                  <a:cubicBezTo>
                    <a:pt x="329" y="655"/>
                    <a:pt x="416" y="441"/>
                    <a:pt x="577" y="281"/>
                  </a:cubicBezTo>
                  <a:cubicBezTo>
                    <a:pt x="641" y="216"/>
                    <a:pt x="641" y="114"/>
                    <a:pt x="577" y="49"/>
                  </a:cubicBezTo>
                  <a:cubicBezTo>
                    <a:pt x="545" y="17"/>
                    <a:pt x="503"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56"/>
            <p:cNvSpPr/>
            <p:nvPr/>
          </p:nvSpPr>
          <p:spPr>
            <a:xfrm>
              <a:off x="3189950" y="2125475"/>
              <a:ext cx="24975" cy="66075"/>
            </a:xfrm>
            <a:custGeom>
              <a:avLst/>
              <a:gdLst/>
              <a:ahLst/>
              <a:cxnLst/>
              <a:rect l="l" t="t" r="r" b="b"/>
              <a:pathLst>
                <a:path w="999" h="2643" extrusionOk="0">
                  <a:moveTo>
                    <a:pt x="819" y="1"/>
                  </a:moveTo>
                  <a:cubicBezTo>
                    <a:pt x="777" y="1"/>
                    <a:pt x="735" y="17"/>
                    <a:pt x="703" y="49"/>
                  </a:cubicBezTo>
                  <a:cubicBezTo>
                    <a:pt x="1" y="751"/>
                    <a:pt x="1" y="1892"/>
                    <a:pt x="703" y="2594"/>
                  </a:cubicBezTo>
                  <a:cubicBezTo>
                    <a:pt x="735" y="2626"/>
                    <a:pt x="777" y="2643"/>
                    <a:pt x="820" y="2643"/>
                  </a:cubicBezTo>
                  <a:cubicBezTo>
                    <a:pt x="861" y="2643"/>
                    <a:pt x="903" y="2627"/>
                    <a:pt x="935" y="2594"/>
                  </a:cubicBezTo>
                  <a:cubicBezTo>
                    <a:pt x="999" y="2530"/>
                    <a:pt x="999" y="2427"/>
                    <a:pt x="935" y="2363"/>
                  </a:cubicBezTo>
                  <a:cubicBezTo>
                    <a:pt x="359" y="1787"/>
                    <a:pt x="359" y="855"/>
                    <a:pt x="935" y="281"/>
                  </a:cubicBezTo>
                  <a:cubicBezTo>
                    <a:pt x="999" y="216"/>
                    <a:pt x="999" y="114"/>
                    <a:pt x="935" y="49"/>
                  </a:cubicBezTo>
                  <a:cubicBezTo>
                    <a:pt x="903" y="17"/>
                    <a:pt x="861" y="1"/>
                    <a:pt x="8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p:cNvSpPr/>
            <p:nvPr/>
          </p:nvSpPr>
          <p:spPr>
            <a:xfrm>
              <a:off x="3178875" y="2114550"/>
              <a:ext cx="25125" cy="87925"/>
            </a:xfrm>
            <a:custGeom>
              <a:avLst/>
              <a:gdLst/>
              <a:ahLst/>
              <a:cxnLst/>
              <a:rect l="l" t="t" r="r" b="b"/>
              <a:pathLst>
                <a:path w="1005" h="3517" extrusionOk="0">
                  <a:moveTo>
                    <a:pt x="824" y="1"/>
                  </a:moveTo>
                  <a:cubicBezTo>
                    <a:pt x="782" y="1"/>
                    <a:pt x="741" y="17"/>
                    <a:pt x="708" y="49"/>
                  </a:cubicBezTo>
                  <a:cubicBezTo>
                    <a:pt x="252" y="505"/>
                    <a:pt x="1" y="1112"/>
                    <a:pt x="1" y="1758"/>
                  </a:cubicBezTo>
                  <a:cubicBezTo>
                    <a:pt x="1" y="2404"/>
                    <a:pt x="252" y="3010"/>
                    <a:pt x="708" y="3467"/>
                  </a:cubicBezTo>
                  <a:cubicBezTo>
                    <a:pt x="740" y="3499"/>
                    <a:pt x="781" y="3517"/>
                    <a:pt x="823" y="3517"/>
                  </a:cubicBezTo>
                  <a:cubicBezTo>
                    <a:pt x="865" y="3517"/>
                    <a:pt x="907" y="3501"/>
                    <a:pt x="941" y="3467"/>
                  </a:cubicBezTo>
                  <a:cubicBezTo>
                    <a:pt x="1005" y="3403"/>
                    <a:pt x="1005" y="3300"/>
                    <a:pt x="941" y="3236"/>
                  </a:cubicBezTo>
                  <a:cubicBezTo>
                    <a:pt x="546" y="2842"/>
                    <a:pt x="329" y="2317"/>
                    <a:pt x="329" y="1758"/>
                  </a:cubicBezTo>
                  <a:cubicBezTo>
                    <a:pt x="329" y="1200"/>
                    <a:pt x="546" y="676"/>
                    <a:pt x="941" y="280"/>
                  </a:cubicBezTo>
                  <a:cubicBezTo>
                    <a:pt x="1005" y="216"/>
                    <a:pt x="1005" y="112"/>
                    <a:pt x="941" y="49"/>
                  </a:cubicBezTo>
                  <a:cubicBezTo>
                    <a:pt x="908" y="17"/>
                    <a:pt x="866"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4" name="Google Shape;1534;p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HEALTHY SMARTPHONE USE</a:t>
            </a:r>
            <a:endParaRPr/>
          </a:p>
        </p:txBody>
      </p:sp>
      <p:sp>
        <p:nvSpPr>
          <p:cNvPr id="1535" name="Google Shape;1535;p56"/>
          <p:cNvSpPr txBox="1"/>
          <p:nvPr/>
        </p:nvSpPr>
        <p:spPr>
          <a:xfrm>
            <a:off x="807800" y="2841650"/>
            <a:ext cx="1661400" cy="1013100"/>
          </a:xfrm>
          <a:prstGeom prst="rect">
            <a:avLst/>
          </a:prstGeom>
          <a:noFill/>
          <a:ln>
            <a:noFill/>
          </a:ln>
        </p:spPr>
        <p:txBody>
          <a:bodyPr spcFirstLastPara="1" wrap="square" lIns="91425" tIns="91425" rIns="91425" bIns="91425" anchor="t" anchorCtr="0">
            <a:noAutofit/>
          </a:bodyPr>
          <a:lstStyle/>
          <a:p>
            <a:pPr marL="457200" lvl="0" indent="-285750" algn="l" rtl="0">
              <a:spcBef>
                <a:spcPts val="0"/>
              </a:spcBef>
              <a:spcAft>
                <a:spcPts val="0"/>
              </a:spcAft>
              <a:buClr>
                <a:schemeClr val="dk1"/>
              </a:buClr>
              <a:buSzPts val="900"/>
              <a:buFont typeface="DM Sans"/>
              <a:buChar char="●"/>
            </a:pPr>
            <a:r>
              <a:rPr lang="en" sz="900">
                <a:solidFill>
                  <a:schemeClr val="dk1"/>
                </a:solidFill>
                <a:latin typeface="DM Sans"/>
                <a:ea typeface="DM Sans"/>
                <a:cs typeface="DM Sans"/>
                <a:sym typeface="DM Sans"/>
              </a:rPr>
              <a:t>Critical ages: Grades 7–10</a:t>
            </a:r>
            <a:endParaRPr sz="900">
              <a:solidFill>
                <a:schemeClr val="dk1"/>
              </a:solidFill>
              <a:latin typeface="DM Sans"/>
              <a:ea typeface="DM Sans"/>
              <a:cs typeface="DM Sans"/>
              <a:sym typeface="DM Sans"/>
            </a:endParaRPr>
          </a:p>
          <a:p>
            <a:pPr marL="457200" lvl="0" indent="-285750" algn="l" rtl="0">
              <a:spcBef>
                <a:spcPts val="0"/>
              </a:spcBef>
              <a:spcAft>
                <a:spcPts val="0"/>
              </a:spcAft>
              <a:buClr>
                <a:schemeClr val="dk1"/>
              </a:buClr>
              <a:buSzPts val="900"/>
              <a:buFont typeface="DM Sans"/>
              <a:buChar char="●"/>
            </a:pPr>
            <a:r>
              <a:rPr lang="en" sz="900">
                <a:solidFill>
                  <a:schemeClr val="dk1"/>
                </a:solidFill>
                <a:latin typeface="DM Sans"/>
                <a:ea typeface="DM Sans"/>
                <a:cs typeface="DM Sans"/>
                <a:sym typeface="DM Sans"/>
              </a:rPr>
              <a:t>Watch for compulsive checking, irritability, and sleep disruption</a:t>
            </a:r>
            <a:endParaRPr sz="900">
              <a:solidFill>
                <a:schemeClr val="dk1"/>
              </a:solidFill>
              <a:latin typeface="DM Sans"/>
              <a:ea typeface="DM Sans"/>
              <a:cs typeface="DM Sans"/>
              <a:sym typeface="DM Sans"/>
            </a:endParaRPr>
          </a:p>
        </p:txBody>
      </p:sp>
      <p:sp>
        <p:nvSpPr>
          <p:cNvPr id="1536" name="Google Shape;1536;p56"/>
          <p:cNvSpPr txBox="1"/>
          <p:nvPr/>
        </p:nvSpPr>
        <p:spPr>
          <a:xfrm>
            <a:off x="720000" y="2519875"/>
            <a:ext cx="1661400" cy="405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accent3"/>
                </a:solidFill>
                <a:latin typeface="Bowlby One"/>
                <a:ea typeface="Bowlby One"/>
                <a:cs typeface="Bowlby One"/>
                <a:sym typeface="Bowlby One"/>
              </a:rPr>
              <a:t>Monitor Addiction Early</a:t>
            </a:r>
            <a:endParaRPr sz="1200">
              <a:solidFill>
                <a:schemeClr val="accent3"/>
              </a:solidFill>
              <a:latin typeface="Bowlby One"/>
              <a:ea typeface="Bowlby One"/>
              <a:cs typeface="Bowlby One"/>
              <a:sym typeface="Bowlby One"/>
            </a:endParaRPr>
          </a:p>
        </p:txBody>
      </p:sp>
      <p:sp>
        <p:nvSpPr>
          <p:cNvPr id="1537" name="Google Shape;1537;p56"/>
          <p:cNvSpPr txBox="1"/>
          <p:nvPr/>
        </p:nvSpPr>
        <p:spPr>
          <a:xfrm>
            <a:off x="2752275" y="1278798"/>
            <a:ext cx="1592400" cy="1254300"/>
          </a:xfrm>
          <a:prstGeom prst="rect">
            <a:avLst/>
          </a:prstGeom>
          <a:noFill/>
          <a:ln>
            <a:noFill/>
          </a:ln>
        </p:spPr>
        <p:txBody>
          <a:bodyPr spcFirstLastPara="1" wrap="square" lIns="91425" tIns="91425" rIns="91425" bIns="91425" anchor="t" anchorCtr="0">
            <a:noAutofit/>
          </a:bodyPr>
          <a:lstStyle/>
          <a:p>
            <a:pPr marL="457200" lvl="0" indent="-285750" algn="l" rtl="0">
              <a:spcBef>
                <a:spcPts val="0"/>
              </a:spcBef>
              <a:spcAft>
                <a:spcPts val="0"/>
              </a:spcAft>
              <a:buClr>
                <a:schemeClr val="dk1"/>
              </a:buClr>
              <a:buSzPts val="900"/>
              <a:buFont typeface="DM Sans"/>
              <a:buChar char="●"/>
            </a:pPr>
            <a:r>
              <a:rPr lang="en" sz="900">
                <a:solidFill>
                  <a:schemeClr val="dk1"/>
                </a:solidFill>
                <a:latin typeface="DM Sans"/>
                <a:ea typeface="DM Sans"/>
                <a:cs typeface="DM Sans"/>
                <a:sym typeface="DM Sans"/>
              </a:rPr>
              <a:t>Mix studying, leisure, and rest</a:t>
            </a:r>
            <a:endParaRPr sz="900">
              <a:solidFill>
                <a:schemeClr val="dk1"/>
              </a:solidFill>
              <a:latin typeface="DM Sans"/>
              <a:ea typeface="DM Sans"/>
              <a:cs typeface="DM Sans"/>
              <a:sym typeface="DM Sans"/>
            </a:endParaRPr>
          </a:p>
          <a:p>
            <a:pPr marL="457200" lvl="0" indent="-285750" algn="l" rtl="0">
              <a:spcBef>
                <a:spcPts val="0"/>
              </a:spcBef>
              <a:spcAft>
                <a:spcPts val="0"/>
              </a:spcAft>
              <a:buClr>
                <a:schemeClr val="dk1"/>
              </a:buClr>
              <a:buSzPts val="900"/>
              <a:buFont typeface="DM Sans"/>
              <a:buChar char="●"/>
            </a:pPr>
            <a:r>
              <a:rPr lang="en" sz="900">
                <a:solidFill>
                  <a:schemeClr val="dk1"/>
                </a:solidFill>
                <a:latin typeface="DM Sans"/>
                <a:ea typeface="DM Sans"/>
                <a:cs typeface="DM Sans"/>
                <a:sym typeface="DM Sans"/>
              </a:rPr>
              <a:t>Set clear boundaries: school nights, meals, bedtime</a:t>
            </a:r>
            <a:endParaRPr sz="900">
              <a:solidFill>
                <a:schemeClr val="dk1"/>
              </a:solidFill>
              <a:latin typeface="DM Sans"/>
              <a:ea typeface="DM Sans"/>
              <a:cs typeface="DM Sans"/>
              <a:sym typeface="DM Sans"/>
            </a:endParaRPr>
          </a:p>
          <a:p>
            <a:pPr marL="457200" lvl="0" indent="-285750" algn="l" rtl="0">
              <a:spcBef>
                <a:spcPts val="0"/>
              </a:spcBef>
              <a:spcAft>
                <a:spcPts val="0"/>
              </a:spcAft>
              <a:buClr>
                <a:schemeClr val="dk1"/>
              </a:buClr>
              <a:buSzPts val="900"/>
              <a:buFont typeface="DM Sans"/>
              <a:buChar char="●"/>
            </a:pPr>
            <a:r>
              <a:rPr lang="en" sz="900">
                <a:solidFill>
                  <a:schemeClr val="dk1"/>
                </a:solidFill>
                <a:latin typeface="DM Sans"/>
                <a:ea typeface="DM Sans"/>
                <a:cs typeface="DM Sans"/>
                <a:sym typeface="DM Sans"/>
              </a:rPr>
              <a:t>Use app timers or parental controls</a:t>
            </a:r>
            <a:endParaRPr sz="900">
              <a:solidFill>
                <a:schemeClr val="dk1"/>
              </a:solidFill>
              <a:latin typeface="DM Sans"/>
              <a:ea typeface="DM Sans"/>
              <a:cs typeface="DM Sans"/>
              <a:sym typeface="DM Sans"/>
            </a:endParaRPr>
          </a:p>
        </p:txBody>
      </p:sp>
      <p:sp>
        <p:nvSpPr>
          <p:cNvPr id="1538" name="Google Shape;1538;p56"/>
          <p:cNvSpPr txBox="1"/>
          <p:nvPr/>
        </p:nvSpPr>
        <p:spPr>
          <a:xfrm>
            <a:off x="2883691" y="2519875"/>
            <a:ext cx="1329600" cy="405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accent3"/>
                </a:solidFill>
                <a:latin typeface="Bowlby One"/>
                <a:ea typeface="Bowlby One"/>
                <a:cs typeface="Bowlby One"/>
                <a:sym typeface="Bowlby One"/>
              </a:rPr>
              <a:t>Balanced Use</a:t>
            </a:r>
            <a:endParaRPr sz="1200">
              <a:solidFill>
                <a:schemeClr val="accent3"/>
              </a:solidFill>
              <a:latin typeface="Bowlby One"/>
              <a:ea typeface="Bowlby One"/>
              <a:cs typeface="Bowlby One"/>
              <a:sym typeface="Bowlby One"/>
            </a:endParaRPr>
          </a:p>
        </p:txBody>
      </p:sp>
      <p:sp>
        <p:nvSpPr>
          <p:cNvPr id="1539" name="Google Shape;1539;p56"/>
          <p:cNvSpPr txBox="1"/>
          <p:nvPr/>
        </p:nvSpPr>
        <p:spPr>
          <a:xfrm>
            <a:off x="4789475" y="2841650"/>
            <a:ext cx="1592400" cy="1320000"/>
          </a:xfrm>
          <a:prstGeom prst="rect">
            <a:avLst/>
          </a:prstGeom>
          <a:noFill/>
          <a:ln>
            <a:noFill/>
          </a:ln>
        </p:spPr>
        <p:txBody>
          <a:bodyPr spcFirstLastPara="1" wrap="square" lIns="91425" tIns="91425" rIns="91425" bIns="91425" anchor="t" anchorCtr="0">
            <a:noAutofit/>
          </a:bodyPr>
          <a:lstStyle/>
          <a:p>
            <a:pPr marL="457200" lvl="0" indent="-285750" algn="l" rtl="0">
              <a:spcBef>
                <a:spcPts val="0"/>
              </a:spcBef>
              <a:spcAft>
                <a:spcPts val="0"/>
              </a:spcAft>
              <a:buClr>
                <a:schemeClr val="dk1"/>
              </a:buClr>
              <a:buSzPts val="900"/>
              <a:buFont typeface="DM Sans"/>
              <a:buChar char="●"/>
            </a:pPr>
            <a:r>
              <a:rPr lang="en" sz="900">
                <a:solidFill>
                  <a:schemeClr val="dk1"/>
                </a:solidFill>
                <a:latin typeface="DM Sans"/>
                <a:ea typeface="DM Sans"/>
                <a:cs typeface="DM Sans"/>
                <a:sym typeface="DM Sans"/>
              </a:rPr>
              <a:t>Encourage physical activity and hobbies</a:t>
            </a:r>
            <a:endParaRPr sz="900">
              <a:solidFill>
                <a:schemeClr val="dk1"/>
              </a:solidFill>
              <a:latin typeface="DM Sans"/>
              <a:ea typeface="DM Sans"/>
              <a:cs typeface="DM Sans"/>
              <a:sym typeface="DM Sans"/>
            </a:endParaRPr>
          </a:p>
          <a:p>
            <a:pPr marL="457200" lvl="0" indent="-285750" algn="l" rtl="0">
              <a:spcBef>
                <a:spcPts val="0"/>
              </a:spcBef>
              <a:spcAft>
                <a:spcPts val="0"/>
              </a:spcAft>
              <a:buClr>
                <a:schemeClr val="dk1"/>
              </a:buClr>
              <a:buSzPts val="900"/>
              <a:buFont typeface="DM Sans"/>
              <a:buChar char="●"/>
            </a:pPr>
            <a:r>
              <a:rPr lang="en" sz="900">
                <a:solidFill>
                  <a:schemeClr val="dk1"/>
                </a:solidFill>
                <a:latin typeface="DM Sans"/>
                <a:ea typeface="DM Sans"/>
                <a:cs typeface="DM Sans"/>
                <a:sym typeface="DM Sans"/>
              </a:rPr>
              <a:t>Promote teamwork and social skills</a:t>
            </a:r>
            <a:endParaRPr sz="900">
              <a:solidFill>
                <a:schemeClr val="dk1"/>
              </a:solidFill>
              <a:latin typeface="DM Sans"/>
              <a:ea typeface="DM Sans"/>
              <a:cs typeface="DM Sans"/>
              <a:sym typeface="DM Sans"/>
            </a:endParaRPr>
          </a:p>
          <a:p>
            <a:pPr marL="457200" lvl="0" indent="-285750" algn="l" rtl="0">
              <a:spcBef>
                <a:spcPts val="0"/>
              </a:spcBef>
              <a:spcAft>
                <a:spcPts val="0"/>
              </a:spcAft>
              <a:buClr>
                <a:schemeClr val="dk1"/>
              </a:buClr>
              <a:buSzPts val="900"/>
              <a:buFont typeface="DM Sans"/>
              <a:buChar char="●"/>
            </a:pPr>
            <a:r>
              <a:rPr lang="en" sz="900">
                <a:solidFill>
                  <a:schemeClr val="dk1"/>
                </a:solidFill>
                <a:latin typeface="DM Sans"/>
                <a:ea typeface="DM Sans"/>
                <a:cs typeface="DM Sans"/>
                <a:sym typeface="DM Sans"/>
              </a:rPr>
              <a:t>Maintain sleep and healthy routines</a:t>
            </a:r>
            <a:endParaRPr sz="900">
              <a:solidFill>
                <a:schemeClr val="dk1"/>
              </a:solidFill>
              <a:latin typeface="DM Sans"/>
              <a:ea typeface="DM Sans"/>
              <a:cs typeface="DM Sans"/>
              <a:sym typeface="DM Sans"/>
            </a:endParaRPr>
          </a:p>
        </p:txBody>
      </p:sp>
      <p:sp>
        <p:nvSpPr>
          <p:cNvPr id="1540" name="Google Shape;1540;p56"/>
          <p:cNvSpPr txBox="1"/>
          <p:nvPr/>
        </p:nvSpPr>
        <p:spPr>
          <a:xfrm>
            <a:off x="4909182" y="2519875"/>
            <a:ext cx="1353000" cy="405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accent3"/>
                </a:solidFill>
                <a:latin typeface="Bowlby One"/>
                <a:ea typeface="Bowlby One"/>
                <a:cs typeface="Bowlby One"/>
                <a:sym typeface="Bowlby One"/>
              </a:rPr>
              <a:t>Offline Activities</a:t>
            </a:r>
            <a:endParaRPr sz="1200">
              <a:solidFill>
                <a:schemeClr val="accent3"/>
              </a:solidFill>
              <a:latin typeface="Bowlby One"/>
              <a:ea typeface="Bowlby One"/>
              <a:cs typeface="Bowlby One"/>
              <a:sym typeface="Bowlby One"/>
            </a:endParaRPr>
          </a:p>
        </p:txBody>
      </p:sp>
      <p:sp>
        <p:nvSpPr>
          <p:cNvPr id="1541" name="Google Shape;1541;p56"/>
          <p:cNvSpPr txBox="1"/>
          <p:nvPr/>
        </p:nvSpPr>
        <p:spPr>
          <a:xfrm>
            <a:off x="6762750" y="1251900"/>
            <a:ext cx="1824300" cy="1160700"/>
          </a:xfrm>
          <a:prstGeom prst="rect">
            <a:avLst/>
          </a:prstGeom>
          <a:noFill/>
          <a:ln>
            <a:noFill/>
          </a:ln>
        </p:spPr>
        <p:txBody>
          <a:bodyPr spcFirstLastPara="1" wrap="square" lIns="91425" tIns="91425" rIns="91425" bIns="91425" anchor="t" anchorCtr="0">
            <a:noAutofit/>
          </a:bodyPr>
          <a:lstStyle/>
          <a:p>
            <a:pPr marL="457200" lvl="0" indent="-285750" algn="l" rtl="0">
              <a:spcBef>
                <a:spcPts val="0"/>
              </a:spcBef>
              <a:spcAft>
                <a:spcPts val="0"/>
              </a:spcAft>
              <a:buClr>
                <a:schemeClr val="dk1"/>
              </a:buClr>
              <a:buSzPts val="900"/>
              <a:buFont typeface="DM Sans"/>
              <a:buChar char="●"/>
            </a:pPr>
            <a:r>
              <a:rPr lang="en" sz="900">
                <a:solidFill>
                  <a:schemeClr val="dk1"/>
                </a:solidFill>
                <a:latin typeface="DM Sans"/>
                <a:ea typeface="DM Sans"/>
                <a:cs typeface="DM Sans"/>
                <a:sym typeface="DM Sans"/>
              </a:rPr>
              <a:t>Model healthy use (moderation, face-to-face interaction)</a:t>
            </a:r>
            <a:endParaRPr sz="900">
              <a:solidFill>
                <a:schemeClr val="dk1"/>
              </a:solidFill>
              <a:latin typeface="DM Sans"/>
              <a:ea typeface="DM Sans"/>
              <a:cs typeface="DM Sans"/>
              <a:sym typeface="DM Sans"/>
            </a:endParaRPr>
          </a:p>
          <a:p>
            <a:pPr marL="457200" lvl="0" indent="-285750" algn="l" rtl="0">
              <a:spcBef>
                <a:spcPts val="0"/>
              </a:spcBef>
              <a:spcAft>
                <a:spcPts val="0"/>
              </a:spcAft>
              <a:buClr>
                <a:schemeClr val="dk1"/>
              </a:buClr>
              <a:buSzPts val="900"/>
              <a:buFont typeface="DM Sans"/>
              <a:buChar char="●"/>
            </a:pPr>
            <a:r>
              <a:rPr lang="en" sz="900">
                <a:solidFill>
                  <a:schemeClr val="dk1"/>
                </a:solidFill>
                <a:latin typeface="DM Sans"/>
                <a:ea typeface="DM Sans"/>
                <a:cs typeface="DM Sans"/>
                <a:sym typeface="DM Sans"/>
              </a:rPr>
              <a:t>Tech-free zones</a:t>
            </a:r>
            <a:endParaRPr sz="900">
              <a:solidFill>
                <a:schemeClr val="dk1"/>
              </a:solidFill>
              <a:latin typeface="DM Sans"/>
              <a:ea typeface="DM Sans"/>
              <a:cs typeface="DM Sans"/>
              <a:sym typeface="DM Sans"/>
            </a:endParaRPr>
          </a:p>
          <a:p>
            <a:pPr marL="457200" lvl="0" indent="-285750" algn="l" rtl="0">
              <a:spcBef>
                <a:spcPts val="0"/>
              </a:spcBef>
              <a:spcAft>
                <a:spcPts val="0"/>
              </a:spcAft>
              <a:buClr>
                <a:schemeClr val="dk1"/>
              </a:buClr>
              <a:buSzPts val="900"/>
              <a:buFont typeface="DM Sans"/>
              <a:buChar char="●"/>
            </a:pPr>
            <a:r>
              <a:rPr lang="en" sz="900">
                <a:solidFill>
                  <a:schemeClr val="dk1"/>
                </a:solidFill>
                <a:latin typeface="DM Sans"/>
                <a:ea typeface="DM Sans"/>
                <a:cs typeface="DM Sans"/>
                <a:sym typeface="DM Sans"/>
              </a:rPr>
              <a:t>Family digital detoxes</a:t>
            </a:r>
            <a:endParaRPr sz="900">
              <a:solidFill>
                <a:schemeClr val="dk1"/>
              </a:solidFill>
              <a:latin typeface="DM Sans"/>
              <a:ea typeface="DM Sans"/>
              <a:cs typeface="DM Sans"/>
              <a:sym typeface="DM Sans"/>
            </a:endParaRPr>
          </a:p>
          <a:p>
            <a:pPr marL="457200" lvl="0" indent="-285750" algn="l" rtl="0">
              <a:spcBef>
                <a:spcPts val="0"/>
              </a:spcBef>
              <a:spcAft>
                <a:spcPts val="0"/>
              </a:spcAft>
              <a:buClr>
                <a:schemeClr val="dk1"/>
              </a:buClr>
              <a:buSzPts val="900"/>
              <a:buFont typeface="DM Sans"/>
              <a:buChar char="●"/>
            </a:pPr>
            <a:r>
              <a:rPr lang="en" sz="900">
                <a:solidFill>
                  <a:schemeClr val="dk1"/>
                </a:solidFill>
                <a:latin typeface="DM Sans"/>
                <a:ea typeface="DM Sans"/>
                <a:cs typeface="DM Sans"/>
                <a:sym typeface="DM Sans"/>
              </a:rPr>
              <a:t>Explain rules’ “why”</a:t>
            </a:r>
            <a:endParaRPr sz="900">
              <a:solidFill>
                <a:schemeClr val="dk1"/>
              </a:solidFill>
              <a:latin typeface="DM Sans"/>
              <a:ea typeface="DM Sans"/>
              <a:cs typeface="DM Sans"/>
              <a:sym typeface="DM Sans"/>
            </a:endParaRPr>
          </a:p>
        </p:txBody>
      </p:sp>
      <p:sp>
        <p:nvSpPr>
          <p:cNvPr id="1542" name="Google Shape;1542;p56"/>
          <p:cNvSpPr txBox="1"/>
          <p:nvPr/>
        </p:nvSpPr>
        <p:spPr>
          <a:xfrm>
            <a:off x="6955053" y="2519875"/>
            <a:ext cx="1353000" cy="405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accent3"/>
                </a:solidFill>
                <a:latin typeface="Bowlby One"/>
                <a:ea typeface="Bowlby One"/>
                <a:cs typeface="Bowlby One"/>
                <a:sym typeface="Bowlby One"/>
              </a:rPr>
              <a:t>Digital Well-Being</a:t>
            </a:r>
            <a:endParaRPr sz="1200">
              <a:solidFill>
                <a:schemeClr val="accent3"/>
              </a:solidFill>
              <a:latin typeface="Bowlby One"/>
              <a:ea typeface="Bowlby One"/>
              <a:cs typeface="Bowlby One"/>
              <a:sym typeface="Bowlby One"/>
            </a:endParaRPr>
          </a:p>
        </p:txBody>
      </p:sp>
      <p:sp>
        <p:nvSpPr>
          <p:cNvPr id="1543" name="Google Shape;1543;p56"/>
          <p:cNvSpPr/>
          <p:nvPr/>
        </p:nvSpPr>
        <p:spPr>
          <a:xfrm>
            <a:off x="1163000" y="1615792"/>
            <a:ext cx="696600" cy="4053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56"/>
          <p:cNvSpPr/>
          <p:nvPr/>
        </p:nvSpPr>
        <p:spPr>
          <a:xfrm>
            <a:off x="5237382" y="1664776"/>
            <a:ext cx="696600" cy="4053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56"/>
          <p:cNvSpPr/>
          <p:nvPr/>
        </p:nvSpPr>
        <p:spPr>
          <a:xfrm>
            <a:off x="3200191" y="3335550"/>
            <a:ext cx="696600" cy="4053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6" name="Google Shape;1546;p56"/>
          <p:cNvGrpSpPr/>
          <p:nvPr/>
        </p:nvGrpSpPr>
        <p:grpSpPr>
          <a:xfrm>
            <a:off x="3424706" y="3394440"/>
            <a:ext cx="247570" cy="287510"/>
            <a:chOff x="6033500" y="2895350"/>
            <a:chExt cx="238025" cy="276425"/>
          </a:xfrm>
        </p:grpSpPr>
        <p:sp>
          <p:nvSpPr>
            <p:cNvPr id="1547" name="Google Shape;1547;p56"/>
            <p:cNvSpPr/>
            <p:nvPr/>
          </p:nvSpPr>
          <p:spPr>
            <a:xfrm>
              <a:off x="6033500" y="2895350"/>
              <a:ext cx="238025" cy="276425"/>
            </a:xfrm>
            <a:custGeom>
              <a:avLst/>
              <a:gdLst/>
              <a:ahLst/>
              <a:cxnLst/>
              <a:rect l="l" t="t" r="r" b="b"/>
              <a:pathLst>
                <a:path w="9521" h="11057" extrusionOk="0">
                  <a:moveTo>
                    <a:pt x="1750" y="1601"/>
                  </a:moveTo>
                  <a:cubicBezTo>
                    <a:pt x="1934" y="1601"/>
                    <a:pt x="2084" y="1750"/>
                    <a:pt x="2084" y="1935"/>
                  </a:cubicBezTo>
                  <a:cubicBezTo>
                    <a:pt x="2084" y="2120"/>
                    <a:pt x="1933" y="2271"/>
                    <a:pt x="1749" y="2271"/>
                  </a:cubicBezTo>
                  <a:lnTo>
                    <a:pt x="721" y="2271"/>
                  </a:lnTo>
                  <a:cubicBezTo>
                    <a:pt x="540" y="2271"/>
                    <a:pt x="384" y="2131"/>
                    <a:pt x="377" y="1952"/>
                  </a:cubicBezTo>
                  <a:cubicBezTo>
                    <a:pt x="367" y="1760"/>
                    <a:pt x="521" y="1601"/>
                    <a:pt x="711" y="1601"/>
                  </a:cubicBezTo>
                  <a:lnTo>
                    <a:pt x="1749" y="1601"/>
                  </a:lnTo>
                  <a:cubicBezTo>
                    <a:pt x="1749" y="1601"/>
                    <a:pt x="1750" y="1601"/>
                    <a:pt x="1750" y="1601"/>
                  </a:cubicBezTo>
                  <a:close/>
                  <a:moveTo>
                    <a:pt x="8160" y="347"/>
                  </a:moveTo>
                  <a:lnTo>
                    <a:pt x="8159" y="2335"/>
                  </a:lnTo>
                  <a:lnTo>
                    <a:pt x="7399" y="1806"/>
                  </a:lnTo>
                  <a:cubicBezTo>
                    <a:pt x="7371" y="1786"/>
                    <a:pt x="7339" y="1778"/>
                    <a:pt x="7306" y="1778"/>
                  </a:cubicBezTo>
                  <a:cubicBezTo>
                    <a:pt x="7273" y="1778"/>
                    <a:pt x="7241" y="1786"/>
                    <a:pt x="7213" y="1806"/>
                  </a:cubicBezTo>
                  <a:lnTo>
                    <a:pt x="6453" y="2335"/>
                  </a:lnTo>
                  <a:lnTo>
                    <a:pt x="6453" y="347"/>
                  </a:lnTo>
                  <a:close/>
                  <a:moveTo>
                    <a:pt x="1750" y="3393"/>
                  </a:moveTo>
                  <a:cubicBezTo>
                    <a:pt x="1933" y="3393"/>
                    <a:pt x="2084" y="3542"/>
                    <a:pt x="2084" y="3728"/>
                  </a:cubicBezTo>
                  <a:cubicBezTo>
                    <a:pt x="2084" y="3912"/>
                    <a:pt x="1933" y="4063"/>
                    <a:pt x="1749" y="4063"/>
                  </a:cubicBezTo>
                  <a:lnTo>
                    <a:pt x="722" y="4063"/>
                  </a:lnTo>
                  <a:cubicBezTo>
                    <a:pt x="542" y="4063"/>
                    <a:pt x="386" y="3924"/>
                    <a:pt x="378" y="3744"/>
                  </a:cubicBezTo>
                  <a:cubicBezTo>
                    <a:pt x="369" y="3552"/>
                    <a:pt x="522" y="3393"/>
                    <a:pt x="712" y="3393"/>
                  </a:cubicBezTo>
                  <a:close/>
                  <a:moveTo>
                    <a:pt x="1750" y="5207"/>
                  </a:moveTo>
                  <a:cubicBezTo>
                    <a:pt x="1933" y="5207"/>
                    <a:pt x="2084" y="5356"/>
                    <a:pt x="2084" y="5542"/>
                  </a:cubicBezTo>
                  <a:cubicBezTo>
                    <a:pt x="2084" y="5726"/>
                    <a:pt x="1933" y="5877"/>
                    <a:pt x="1749" y="5877"/>
                  </a:cubicBezTo>
                  <a:lnTo>
                    <a:pt x="722" y="5877"/>
                  </a:lnTo>
                  <a:cubicBezTo>
                    <a:pt x="542" y="5877"/>
                    <a:pt x="386" y="5738"/>
                    <a:pt x="378" y="5559"/>
                  </a:cubicBezTo>
                  <a:cubicBezTo>
                    <a:pt x="369" y="5368"/>
                    <a:pt x="522" y="5207"/>
                    <a:pt x="712" y="5207"/>
                  </a:cubicBezTo>
                  <a:close/>
                  <a:moveTo>
                    <a:pt x="1752" y="7001"/>
                  </a:moveTo>
                  <a:cubicBezTo>
                    <a:pt x="1934" y="7001"/>
                    <a:pt x="2084" y="7151"/>
                    <a:pt x="2084" y="7335"/>
                  </a:cubicBezTo>
                  <a:cubicBezTo>
                    <a:pt x="2084" y="7520"/>
                    <a:pt x="1933" y="7670"/>
                    <a:pt x="1749" y="7670"/>
                  </a:cubicBezTo>
                  <a:lnTo>
                    <a:pt x="722" y="7670"/>
                  </a:lnTo>
                  <a:cubicBezTo>
                    <a:pt x="542" y="7670"/>
                    <a:pt x="386" y="7531"/>
                    <a:pt x="378" y="7352"/>
                  </a:cubicBezTo>
                  <a:cubicBezTo>
                    <a:pt x="369" y="7161"/>
                    <a:pt x="522" y="7001"/>
                    <a:pt x="712" y="7001"/>
                  </a:cubicBezTo>
                  <a:lnTo>
                    <a:pt x="1750" y="7001"/>
                  </a:lnTo>
                  <a:cubicBezTo>
                    <a:pt x="1750" y="7001"/>
                    <a:pt x="1751" y="7001"/>
                    <a:pt x="1752" y="7001"/>
                  </a:cubicBezTo>
                  <a:close/>
                  <a:moveTo>
                    <a:pt x="1749" y="8793"/>
                  </a:moveTo>
                  <a:cubicBezTo>
                    <a:pt x="1933" y="8793"/>
                    <a:pt x="2084" y="8943"/>
                    <a:pt x="2084" y="9127"/>
                  </a:cubicBezTo>
                  <a:cubicBezTo>
                    <a:pt x="2084" y="9312"/>
                    <a:pt x="1933" y="9463"/>
                    <a:pt x="1749" y="9463"/>
                  </a:cubicBezTo>
                  <a:lnTo>
                    <a:pt x="721" y="9463"/>
                  </a:lnTo>
                  <a:cubicBezTo>
                    <a:pt x="540" y="9463"/>
                    <a:pt x="384" y="9324"/>
                    <a:pt x="377" y="9144"/>
                  </a:cubicBezTo>
                  <a:cubicBezTo>
                    <a:pt x="367" y="8953"/>
                    <a:pt x="521" y="8793"/>
                    <a:pt x="711" y="8793"/>
                  </a:cubicBezTo>
                  <a:close/>
                  <a:moveTo>
                    <a:pt x="2105" y="1"/>
                  </a:moveTo>
                  <a:cubicBezTo>
                    <a:pt x="1440" y="1"/>
                    <a:pt x="902" y="539"/>
                    <a:pt x="902" y="1204"/>
                  </a:cubicBezTo>
                  <a:lnTo>
                    <a:pt x="902" y="1274"/>
                  </a:lnTo>
                  <a:lnTo>
                    <a:pt x="727" y="1274"/>
                  </a:lnTo>
                  <a:cubicBezTo>
                    <a:pt x="387" y="1274"/>
                    <a:pt x="93" y="1523"/>
                    <a:pt x="51" y="1860"/>
                  </a:cubicBezTo>
                  <a:cubicBezTo>
                    <a:pt x="0" y="2266"/>
                    <a:pt x="318" y="2614"/>
                    <a:pt x="715" y="2614"/>
                  </a:cubicBezTo>
                  <a:lnTo>
                    <a:pt x="902" y="2614"/>
                  </a:lnTo>
                  <a:lnTo>
                    <a:pt x="902" y="3068"/>
                  </a:lnTo>
                  <a:lnTo>
                    <a:pt x="727" y="3068"/>
                  </a:lnTo>
                  <a:cubicBezTo>
                    <a:pt x="387" y="3068"/>
                    <a:pt x="93" y="3317"/>
                    <a:pt x="51" y="3654"/>
                  </a:cubicBezTo>
                  <a:cubicBezTo>
                    <a:pt x="0" y="4060"/>
                    <a:pt x="318" y="4407"/>
                    <a:pt x="715" y="4407"/>
                  </a:cubicBezTo>
                  <a:lnTo>
                    <a:pt x="902" y="4407"/>
                  </a:lnTo>
                  <a:lnTo>
                    <a:pt x="902" y="4861"/>
                  </a:lnTo>
                  <a:lnTo>
                    <a:pt x="727" y="4861"/>
                  </a:lnTo>
                  <a:cubicBezTo>
                    <a:pt x="387" y="4861"/>
                    <a:pt x="93" y="5109"/>
                    <a:pt x="51" y="5446"/>
                  </a:cubicBezTo>
                  <a:cubicBezTo>
                    <a:pt x="0" y="5852"/>
                    <a:pt x="318" y="6199"/>
                    <a:pt x="715" y="6199"/>
                  </a:cubicBezTo>
                  <a:lnTo>
                    <a:pt x="902" y="6199"/>
                  </a:lnTo>
                  <a:lnTo>
                    <a:pt x="902" y="6653"/>
                  </a:lnTo>
                  <a:lnTo>
                    <a:pt x="727" y="6653"/>
                  </a:lnTo>
                  <a:cubicBezTo>
                    <a:pt x="387" y="6653"/>
                    <a:pt x="93" y="6901"/>
                    <a:pt x="51" y="7239"/>
                  </a:cubicBezTo>
                  <a:cubicBezTo>
                    <a:pt x="0" y="7644"/>
                    <a:pt x="318" y="7991"/>
                    <a:pt x="715" y="7991"/>
                  </a:cubicBezTo>
                  <a:lnTo>
                    <a:pt x="902" y="7991"/>
                  </a:lnTo>
                  <a:lnTo>
                    <a:pt x="902" y="8445"/>
                  </a:lnTo>
                  <a:lnTo>
                    <a:pt x="727" y="8445"/>
                  </a:lnTo>
                  <a:cubicBezTo>
                    <a:pt x="387" y="8445"/>
                    <a:pt x="93" y="8693"/>
                    <a:pt x="51" y="9031"/>
                  </a:cubicBezTo>
                  <a:cubicBezTo>
                    <a:pt x="0" y="9437"/>
                    <a:pt x="318" y="9783"/>
                    <a:pt x="715" y="9783"/>
                  </a:cubicBezTo>
                  <a:lnTo>
                    <a:pt x="902" y="9783"/>
                  </a:lnTo>
                  <a:lnTo>
                    <a:pt x="902" y="9855"/>
                  </a:lnTo>
                  <a:cubicBezTo>
                    <a:pt x="902" y="10519"/>
                    <a:pt x="1440" y="11057"/>
                    <a:pt x="2105" y="11057"/>
                  </a:cubicBezTo>
                  <a:lnTo>
                    <a:pt x="9349" y="11057"/>
                  </a:lnTo>
                  <a:cubicBezTo>
                    <a:pt x="9444" y="11057"/>
                    <a:pt x="9520" y="10981"/>
                    <a:pt x="9520" y="10887"/>
                  </a:cubicBezTo>
                  <a:lnTo>
                    <a:pt x="9520" y="3598"/>
                  </a:lnTo>
                  <a:cubicBezTo>
                    <a:pt x="9520" y="3591"/>
                    <a:pt x="9517" y="3586"/>
                    <a:pt x="9514" y="3581"/>
                  </a:cubicBezTo>
                  <a:cubicBezTo>
                    <a:pt x="9463" y="3525"/>
                    <a:pt x="9408" y="3502"/>
                    <a:pt x="9358" y="3502"/>
                  </a:cubicBezTo>
                  <a:cubicBezTo>
                    <a:pt x="9269" y="3502"/>
                    <a:pt x="9196" y="3576"/>
                    <a:pt x="9196" y="3667"/>
                  </a:cubicBezTo>
                  <a:lnTo>
                    <a:pt x="9196" y="9859"/>
                  </a:lnTo>
                  <a:cubicBezTo>
                    <a:pt x="9196" y="10342"/>
                    <a:pt x="8804" y="10734"/>
                    <a:pt x="8321" y="10734"/>
                  </a:cubicBezTo>
                  <a:lnTo>
                    <a:pt x="2100" y="10734"/>
                  </a:lnTo>
                  <a:cubicBezTo>
                    <a:pt x="1616" y="10734"/>
                    <a:pt x="1225" y="10342"/>
                    <a:pt x="1225" y="9859"/>
                  </a:cubicBezTo>
                  <a:lnTo>
                    <a:pt x="1225" y="9782"/>
                  </a:lnTo>
                  <a:lnTo>
                    <a:pt x="1751" y="9782"/>
                  </a:lnTo>
                  <a:cubicBezTo>
                    <a:pt x="2090" y="9782"/>
                    <a:pt x="2385" y="9534"/>
                    <a:pt x="2427" y="9196"/>
                  </a:cubicBezTo>
                  <a:cubicBezTo>
                    <a:pt x="2477" y="8791"/>
                    <a:pt x="2159" y="8444"/>
                    <a:pt x="1763" y="8444"/>
                  </a:cubicBezTo>
                  <a:lnTo>
                    <a:pt x="1225" y="8444"/>
                  </a:lnTo>
                  <a:lnTo>
                    <a:pt x="1225" y="7990"/>
                  </a:lnTo>
                  <a:lnTo>
                    <a:pt x="1751" y="7990"/>
                  </a:lnTo>
                  <a:cubicBezTo>
                    <a:pt x="2090" y="7990"/>
                    <a:pt x="2385" y="7742"/>
                    <a:pt x="2427" y="7404"/>
                  </a:cubicBezTo>
                  <a:cubicBezTo>
                    <a:pt x="2477" y="6999"/>
                    <a:pt x="2159" y="6652"/>
                    <a:pt x="1763" y="6652"/>
                  </a:cubicBezTo>
                  <a:lnTo>
                    <a:pt x="1225" y="6652"/>
                  </a:lnTo>
                  <a:lnTo>
                    <a:pt x="1225" y="6198"/>
                  </a:lnTo>
                  <a:lnTo>
                    <a:pt x="1751" y="6198"/>
                  </a:lnTo>
                  <a:cubicBezTo>
                    <a:pt x="2090" y="6198"/>
                    <a:pt x="2385" y="5949"/>
                    <a:pt x="2427" y="5612"/>
                  </a:cubicBezTo>
                  <a:cubicBezTo>
                    <a:pt x="2477" y="5206"/>
                    <a:pt x="2159" y="4859"/>
                    <a:pt x="1763" y="4859"/>
                  </a:cubicBezTo>
                  <a:lnTo>
                    <a:pt x="1225" y="4859"/>
                  </a:lnTo>
                  <a:lnTo>
                    <a:pt x="1225" y="4406"/>
                  </a:lnTo>
                  <a:lnTo>
                    <a:pt x="1751" y="4406"/>
                  </a:lnTo>
                  <a:cubicBezTo>
                    <a:pt x="2090" y="4406"/>
                    <a:pt x="2385" y="4157"/>
                    <a:pt x="2427" y="3820"/>
                  </a:cubicBezTo>
                  <a:cubicBezTo>
                    <a:pt x="2477" y="3414"/>
                    <a:pt x="2159" y="3067"/>
                    <a:pt x="1763" y="3067"/>
                  </a:cubicBezTo>
                  <a:lnTo>
                    <a:pt x="1225" y="3067"/>
                  </a:lnTo>
                  <a:lnTo>
                    <a:pt x="1225" y="2613"/>
                  </a:lnTo>
                  <a:lnTo>
                    <a:pt x="1751" y="2613"/>
                  </a:lnTo>
                  <a:cubicBezTo>
                    <a:pt x="2090" y="2613"/>
                    <a:pt x="2385" y="2365"/>
                    <a:pt x="2427" y="2028"/>
                  </a:cubicBezTo>
                  <a:cubicBezTo>
                    <a:pt x="2477" y="1622"/>
                    <a:pt x="2159" y="1275"/>
                    <a:pt x="1763" y="1275"/>
                  </a:cubicBezTo>
                  <a:lnTo>
                    <a:pt x="1225" y="1275"/>
                  </a:lnTo>
                  <a:lnTo>
                    <a:pt x="1225" y="1198"/>
                  </a:lnTo>
                  <a:cubicBezTo>
                    <a:pt x="1225" y="715"/>
                    <a:pt x="1616" y="323"/>
                    <a:pt x="2100" y="323"/>
                  </a:cubicBezTo>
                  <a:lnTo>
                    <a:pt x="6129" y="323"/>
                  </a:lnTo>
                  <a:lnTo>
                    <a:pt x="6129" y="2648"/>
                  </a:lnTo>
                  <a:cubicBezTo>
                    <a:pt x="6129" y="2709"/>
                    <a:pt x="6162" y="2764"/>
                    <a:pt x="6216" y="2793"/>
                  </a:cubicBezTo>
                  <a:cubicBezTo>
                    <a:pt x="6240" y="2806"/>
                    <a:pt x="6266" y="2812"/>
                    <a:pt x="6292" y="2812"/>
                  </a:cubicBezTo>
                  <a:cubicBezTo>
                    <a:pt x="6325" y="2812"/>
                    <a:pt x="6357" y="2802"/>
                    <a:pt x="6385" y="2782"/>
                  </a:cubicBezTo>
                  <a:lnTo>
                    <a:pt x="7306" y="2141"/>
                  </a:lnTo>
                  <a:lnTo>
                    <a:pt x="8227" y="2782"/>
                  </a:lnTo>
                  <a:cubicBezTo>
                    <a:pt x="8254" y="2802"/>
                    <a:pt x="8288" y="2811"/>
                    <a:pt x="8320" y="2811"/>
                  </a:cubicBezTo>
                  <a:cubicBezTo>
                    <a:pt x="8366" y="2811"/>
                    <a:pt x="8413" y="2792"/>
                    <a:pt x="8446" y="2751"/>
                  </a:cubicBezTo>
                  <a:cubicBezTo>
                    <a:pt x="8471" y="2721"/>
                    <a:pt x="8483" y="2682"/>
                    <a:pt x="8483" y="2643"/>
                  </a:cubicBezTo>
                  <a:lnTo>
                    <a:pt x="8483" y="343"/>
                  </a:lnTo>
                  <a:cubicBezTo>
                    <a:pt x="8887" y="421"/>
                    <a:pt x="9195" y="778"/>
                    <a:pt x="9195" y="1205"/>
                  </a:cubicBezTo>
                  <a:lnTo>
                    <a:pt x="9195" y="3015"/>
                  </a:lnTo>
                  <a:cubicBezTo>
                    <a:pt x="9196" y="3103"/>
                    <a:pt x="9269" y="3177"/>
                    <a:pt x="9358" y="3177"/>
                  </a:cubicBezTo>
                  <a:cubicBezTo>
                    <a:pt x="9447" y="3177"/>
                    <a:pt x="9520" y="3105"/>
                    <a:pt x="9520" y="3015"/>
                  </a:cubicBezTo>
                  <a:lnTo>
                    <a:pt x="9520" y="1204"/>
                  </a:lnTo>
                  <a:cubicBezTo>
                    <a:pt x="9520" y="539"/>
                    <a:pt x="8981" y="1"/>
                    <a:pt x="8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56"/>
            <p:cNvSpPr/>
            <p:nvPr/>
          </p:nvSpPr>
          <p:spPr>
            <a:xfrm>
              <a:off x="6099500" y="2960525"/>
              <a:ext cx="147300" cy="146200"/>
            </a:xfrm>
            <a:custGeom>
              <a:avLst/>
              <a:gdLst/>
              <a:ahLst/>
              <a:cxnLst/>
              <a:rect l="l" t="t" r="r" b="b"/>
              <a:pathLst>
                <a:path w="5892" h="5848" extrusionOk="0">
                  <a:moveTo>
                    <a:pt x="1230" y="329"/>
                  </a:moveTo>
                  <a:cubicBezTo>
                    <a:pt x="1267" y="329"/>
                    <a:pt x="1303" y="343"/>
                    <a:pt x="1332" y="371"/>
                  </a:cubicBezTo>
                  <a:lnTo>
                    <a:pt x="2169" y="1208"/>
                  </a:lnTo>
                  <a:cubicBezTo>
                    <a:pt x="2225" y="1264"/>
                    <a:pt x="2225" y="1354"/>
                    <a:pt x="2169" y="1411"/>
                  </a:cubicBezTo>
                  <a:lnTo>
                    <a:pt x="1965" y="1615"/>
                  </a:lnTo>
                  <a:lnTo>
                    <a:pt x="924" y="576"/>
                  </a:lnTo>
                  <a:lnTo>
                    <a:pt x="1128" y="371"/>
                  </a:lnTo>
                  <a:cubicBezTo>
                    <a:pt x="1156" y="343"/>
                    <a:pt x="1193" y="329"/>
                    <a:pt x="1230" y="329"/>
                  </a:cubicBezTo>
                  <a:close/>
                  <a:moveTo>
                    <a:pt x="4538" y="3637"/>
                  </a:moveTo>
                  <a:cubicBezTo>
                    <a:pt x="4575" y="3637"/>
                    <a:pt x="4612" y="3651"/>
                    <a:pt x="4639" y="3679"/>
                  </a:cubicBezTo>
                  <a:lnTo>
                    <a:pt x="5477" y="4516"/>
                  </a:lnTo>
                  <a:cubicBezTo>
                    <a:pt x="5533" y="4572"/>
                    <a:pt x="5533" y="4663"/>
                    <a:pt x="5477" y="4719"/>
                  </a:cubicBezTo>
                  <a:lnTo>
                    <a:pt x="5272" y="4923"/>
                  </a:lnTo>
                  <a:lnTo>
                    <a:pt x="4233" y="3883"/>
                  </a:lnTo>
                  <a:lnTo>
                    <a:pt x="4437" y="3679"/>
                  </a:lnTo>
                  <a:cubicBezTo>
                    <a:pt x="4465" y="3651"/>
                    <a:pt x="4502" y="3637"/>
                    <a:pt x="4538" y="3637"/>
                  </a:cubicBezTo>
                  <a:close/>
                  <a:moveTo>
                    <a:pt x="1230" y="1"/>
                  </a:moveTo>
                  <a:cubicBezTo>
                    <a:pt x="1109" y="1"/>
                    <a:pt x="988" y="47"/>
                    <a:pt x="897" y="138"/>
                  </a:cubicBezTo>
                  <a:lnTo>
                    <a:pt x="576" y="460"/>
                  </a:lnTo>
                  <a:cubicBezTo>
                    <a:pt x="205" y="830"/>
                    <a:pt x="0" y="1325"/>
                    <a:pt x="0" y="1849"/>
                  </a:cubicBezTo>
                  <a:cubicBezTo>
                    <a:pt x="0" y="2374"/>
                    <a:pt x="205" y="2867"/>
                    <a:pt x="576" y="3238"/>
                  </a:cubicBezTo>
                  <a:lnTo>
                    <a:pt x="934" y="3596"/>
                  </a:lnTo>
                  <a:cubicBezTo>
                    <a:pt x="967" y="3628"/>
                    <a:pt x="1009" y="3644"/>
                    <a:pt x="1051" y="3644"/>
                  </a:cubicBezTo>
                  <a:cubicBezTo>
                    <a:pt x="1093" y="3644"/>
                    <a:pt x="1135" y="3628"/>
                    <a:pt x="1167" y="3596"/>
                  </a:cubicBezTo>
                  <a:cubicBezTo>
                    <a:pt x="1231" y="3532"/>
                    <a:pt x="1231" y="3428"/>
                    <a:pt x="1167" y="3365"/>
                  </a:cubicBezTo>
                  <a:lnTo>
                    <a:pt x="808" y="3005"/>
                  </a:lnTo>
                  <a:cubicBezTo>
                    <a:pt x="498" y="2696"/>
                    <a:pt x="329" y="2286"/>
                    <a:pt x="329" y="1849"/>
                  </a:cubicBezTo>
                  <a:cubicBezTo>
                    <a:pt x="329" y="1467"/>
                    <a:pt x="457" y="1106"/>
                    <a:pt x="696" y="813"/>
                  </a:cubicBezTo>
                  <a:lnTo>
                    <a:pt x="1731" y="1849"/>
                  </a:lnTo>
                  <a:cubicBezTo>
                    <a:pt x="1608" y="1982"/>
                    <a:pt x="1540" y="2154"/>
                    <a:pt x="1540" y="2336"/>
                  </a:cubicBezTo>
                  <a:cubicBezTo>
                    <a:pt x="1540" y="2527"/>
                    <a:pt x="1615" y="2708"/>
                    <a:pt x="1750" y="2843"/>
                  </a:cubicBezTo>
                  <a:lnTo>
                    <a:pt x="3003" y="4097"/>
                  </a:lnTo>
                  <a:cubicBezTo>
                    <a:pt x="3138" y="4231"/>
                    <a:pt x="3319" y="4307"/>
                    <a:pt x="3511" y="4307"/>
                  </a:cubicBezTo>
                  <a:cubicBezTo>
                    <a:pt x="3693" y="4307"/>
                    <a:pt x="3866" y="4239"/>
                    <a:pt x="3998" y="4115"/>
                  </a:cubicBezTo>
                  <a:lnTo>
                    <a:pt x="5032" y="5150"/>
                  </a:lnTo>
                  <a:cubicBezTo>
                    <a:pt x="4862" y="5290"/>
                    <a:pt x="4663" y="5395"/>
                    <a:pt x="4451" y="5455"/>
                  </a:cubicBezTo>
                  <a:cubicBezTo>
                    <a:pt x="4302" y="5498"/>
                    <a:pt x="4150" y="5519"/>
                    <a:pt x="3999" y="5519"/>
                  </a:cubicBezTo>
                  <a:cubicBezTo>
                    <a:pt x="3571" y="5519"/>
                    <a:pt x="3153" y="5351"/>
                    <a:pt x="2842" y="5040"/>
                  </a:cubicBezTo>
                  <a:lnTo>
                    <a:pt x="1658" y="3856"/>
                  </a:lnTo>
                  <a:cubicBezTo>
                    <a:pt x="1626" y="3824"/>
                    <a:pt x="1584" y="3807"/>
                    <a:pt x="1542" y="3807"/>
                  </a:cubicBezTo>
                  <a:cubicBezTo>
                    <a:pt x="1500" y="3807"/>
                    <a:pt x="1458" y="3824"/>
                    <a:pt x="1426" y="3856"/>
                  </a:cubicBezTo>
                  <a:cubicBezTo>
                    <a:pt x="1362" y="3920"/>
                    <a:pt x="1362" y="4024"/>
                    <a:pt x="1426" y="4088"/>
                  </a:cubicBezTo>
                  <a:lnTo>
                    <a:pt x="2610" y="5272"/>
                  </a:lnTo>
                  <a:cubicBezTo>
                    <a:pt x="2983" y="5645"/>
                    <a:pt x="3485" y="5847"/>
                    <a:pt x="4000" y="5847"/>
                  </a:cubicBezTo>
                  <a:cubicBezTo>
                    <a:pt x="4181" y="5847"/>
                    <a:pt x="4365" y="5822"/>
                    <a:pt x="4543" y="5771"/>
                  </a:cubicBezTo>
                  <a:cubicBezTo>
                    <a:pt x="4859" y="5680"/>
                    <a:pt x="5153" y="5508"/>
                    <a:pt x="5388" y="5272"/>
                  </a:cubicBezTo>
                  <a:lnTo>
                    <a:pt x="5708" y="4951"/>
                  </a:lnTo>
                  <a:cubicBezTo>
                    <a:pt x="5892" y="4768"/>
                    <a:pt x="5892" y="4467"/>
                    <a:pt x="5708" y="4284"/>
                  </a:cubicBezTo>
                  <a:lnTo>
                    <a:pt x="4872" y="3447"/>
                  </a:lnTo>
                  <a:cubicBezTo>
                    <a:pt x="4780" y="3356"/>
                    <a:pt x="4659" y="3310"/>
                    <a:pt x="4538" y="3310"/>
                  </a:cubicBezTo>
                  <a:cubicBezTo>
                    <a:pt x="4417" y="3310"/>
                    <a:pt x="4296" y="3356"/>
                    <a:pt x="4204" y="3447"/>
                  </a:cubicBezTo>
                  <a:lnTo>
                    <a:pt x="3787" y="3864"/>
                  </a:lnTo>
                  <a:cubicBezTo>
                    <a:pt x="3714" y="3938"/>
                    <a:pt x="3615" y="3979"/>
                    <a:pt x="3512" y="3979"/>
                  </a:cubicBezTo>
                  <a:cubicBezTo>
                    <a:pt x="3408" y="3979"/>
                    <a:pt x="3310" y="3938"/>
                    <a:pt x="3237" y="3864"/>
                  </a:cubicBezTo>
                  <a:lnTo>
                    <a:pt x="1982" y="2611"/>
                  </a:lnTo>
                  <a:cubicBezTo>
                    <a:pt x="1909" y="2538"/>
                    <a:pt x="1869" y="2439"/>
                    <a:pt x="1869" y="2336"/>
                  </a:cubicBezTo>
                  <a:cubicBezTo>
                    <a:pt x="1869" y="2233"/>
                    <a:pt x="1909" y="2134"/>
                    <a:pt x="1982" y="2061"/>
                  </a:cubicBezTo>
                  <a:lnTo>
                    <a:pt x="2401" y="1642"/>
                  </a:lnTo>
                  <a:cubicBezTo>
                    <a:pt x="2584" y="1459"/>
                    <a:pt x="2584" y="1159"/>
                    <a:pt x="2401" y="976"/>
                  </a:cubicBezTo>
                  <a:lnTo>
                    <a:pt x="1563" y="138"/>
                  </a:lnTo>
                  <a:cubicBezTo>
                    <a:pt x="1471" y="47"/>
                    <a:pt x="1351" y="1"/>
                    <a:pt x="12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9" name="Google Shape;1549;p56"/>
          <p:cNvGrpSpPr/>
          <p:nvPr/>
        </p:nvGrpSpPr>
        <p:grpSpPr>
          <a:xfrm>
            <a:off x="1367760" y="1710068"/>
            <a:ext cx="287068" cy="210646"/>
            <a:chOff x="5082550" y="2057250"/>
            <a:chExt cx="276000" cy="202525"/>
          </a:xfrm>
        </p:grpSpPr>
        <p:sp>
          <p:nvSpPr>
            <p:cNvPr id="1550" name="Google Shape;1550;p56"/>
            <p:cNvSpPr/>
            <p:nvPr/>
          </p:nvSpPr>
          <p:spPr>
            <a:xfrm>
              <a:off x="5082550" y="2057250"/>
              <a:ext cx="276000" cy="202525"/>
            </a:xfrm>
            <a:custGeom>
              <a:avLst/>
              <a:gdLst/>
              <a:ahLst/>
              <a:cxnLst/>
              <a:rect l="l" t="t" r="r" b="b"/>
              <a:pathLst>
                <a:path w="11040" h="8101" extrusionOk="0">
                  <a:moveTo>
                    <a:pt x="3516" y="324"/>
                  </a:moveTo>
                  <a:cubicBezTo>
                    <a:pt x="3633" y="324"/>
                    <a:pt x="3733" y="396"/>
                    <a:pt x="3776" y="497"/>
                  </a:cubicBezTo>
                  <a:lnTo>
                    <a:pt x="1658" y="497"/>
                  </a:lnTo>
                  <a:cubicBezTo>
                    <a:pt x="1701" y="396"/>
                    <a:pt x="1803" y="324"/>
                    <a:pt x="1919" y="324"/>
                  </a:cubicBezTo>
                  <a:close/>
                  <a:moveTo>
                    <a:pt x="1894" y="0"/>
                  </a:moveTo>
                  <a:cubicBezTo>
                    <a:pt x="1591" y="0"/>
                    <a:pt x="1338" y="215"/>
                    <a:pt x="1285" y="497"/>
                  </a:cubicBezTo>
                  <a:lnTo>
                    <a:pt x="919" y="497"/>
                  </a:lnTo>
                  <a:cubicBezTo>
                    <a:pt x="412" y="497"/>
                    <a:pt x="1" y="909"/>
                    <a:pt x="1" y="1415"/>
                  </a:cubicBezTo>
                  <a:lnTo>
                    <a:pt x="1" y="7931"/>
                  </a:lnTo>
                  <a:cubicBezTo>
                    <a:pt x="1" y="8025"/>
                    <a:pt x="76" y="8101"/>
                    <a:pt x="171" y="8101"/>
                  </a:cubicBezTo>
                  <a:lnTo>
                    <a:pt x="8297" y="8101"/>
                  </a:lnTo>
                  <a:cubicBezTo>
                    <a:pt x="8304" y="8101"/>
                    <a:pt x="8312" y="8099"/>
                    <a:pt x="8319" y="8094"/>
                  </a:cubicBezTo>
                  <a:cubicBezTo>
                    <a:pt x="8469" y="7952"/>
                    <a:pt x="8371" y="7777"/>
                    <a:pt x="8231" y="7777"/>
                  </a:cubicBezTo>
                  <a:lnTo>
                    <a:pt x="917" y="7777"/>
                  </a:lnTo>
                  <a:cubicBezTo>
                    <a:pt x="590" y="7777"/>
                    <a:pt x="326" y="7513"/>
                    <a:pt x="326" y="7187"/>
                  </a:cubicBezTo>
                  <a:lnTo>
                    <a:pt x="326" y="1413"/>
                  </a:lnTo>
                  <a:cubicBezTo>
                    <a:pt x="326" y="1087"/>
                    <a:pt x="590" y="822"/>
                    <a:pt x="917" y="822"/>
                  </a:cubicBezTo>
                  <a:lnTo>
                    <a:pt x="10125" y="822"/>
                  </a:lnTo>
                  <a:cubicBezTo>
                    <a:pt x="10451" y="822"/>
                    <a:pt x="10717" y="1086"/>
                    <a:pt x="10717" y="1413"/>
                  </a:cubicBezTo>
                  <a:lnTo>
                    <a:pt x="10717" y="7669"/>
                  </a:lnTo>
                  <a:cubicBezTo>
                    <a:pt x="10717" y="7729"/>
                    <a:pt x="10667" y="7777"/>
                    <a:pt x="10608" y="7777"/>
                  </a:cubicBezTo>
                  <a:lnTo>
                    <a:pt x="8848" y="7777"/>
                  </a:lnTo>
                  <a:cubicBezTo>
                    <a:pt x="8840" y="7777"/>
                    <a:pt x="8832" y="7780"/>
                    <a:pt x="8826" y="7785"/>
                  </a:cubicBezTo>
                  <a:cubicBezTo>
                    <a:pt x="8676" y="7927"/>
                    <a:pt x="8774" y="8101"/>
                    <a:pt x="8912" y="8101"/>
                  </a:cubicBezTo>
                  <a:lnTo>
                    <a:pt x="10870" y="8101"/>
                  </a:lnTo>
                  <a:cubicBezTo>
                    <a:pt x="10964" y="8101"/>
                    <a:pt x="11039" y="8025"/>
                    <a:pt x="11039" y="7931"/>
                  </a:cubicBezTo>
                  <a:lnTo>
                    <a:pt x="11039" y="1398"/>
                  </a:lnTo>
                  <a:cubicBezTo>
                    <a:pt x="11039" y="901"/>
                    <a:pt x="10628" y="497"/>
                    <a:pt x="10120" y="497"/>
                  </a:cubicBezTo>
                  <a:lnTo>
                    <a:pt x="4148" y="497"/>
                  </a:lnTo>
                  <a:cubicBezTo>
                    <a:pt x="4095" y="214"/>
                    <a:pt x="3842" y="0"/>
                    <a:pt x="35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56"/>
            <p:cNvSpPr/>
            <p:nvPr/>
          </p:nvSpPr>
          <p:spPr>
            <a:xfrm>
              <a:off x="5322600" y="2152625"/>
              <a:ext cx="24600" cy="24600"/>
            </a:xfrm>
            <a:custGeom>
              <a:avLst/>
              <a:gdLst/>
              <a:ahLst/>
              <a:cxnLst/>
              <a:rect l="l" t="t" r="r" b="b"/>
              <a:pathLst>
                <a:path w="984" h="984" extrusionOk="0">
                  <a:moveTo>
                    <a:pt x="492" y="328"/>
                  </a:moveTo>
                  <a:cubicBezTo>
                    <a:pt x="582" y="328"/>
                    <a:pt x="656" y="402"/>
                    <a:pt x="656" y="492"/>
                  </a:cubicBezTo>
                  <a:cubicBezTo>
                    <a:pt x="656" y="582"/>
                    <a:pt x="582" y="655"/>
                    <a:pt x="492" y="655"/>
                  </a:cubicBezTo>
                  <a:cubicBezTo>
                    <a:pt x="402" y="655"/>
                    <a:pt x="329" y="582"/>
                    <a:pt x="329" y="492"/>
                  </a:cubicBezTo>
                  <a:cubicBezTo>
                    <a:pt x="329" y="402"/>
                    <a:pt x="402" y="328"/>
                    <a:pt x="492" y="328"/>
                  </a:cubicBezTo>
                  <a:close/>
                  <a:moveTo>
                    <a:pt x="492" y="0"/>
                  </a:moveTo>
                  <a:cubicBezTo>
                    <a:pt x="221" y="0"/>
                    <a:pt x="0" y="220"/>
                    <a:pt x="0" y="492"/>
                  </a:cubicBezTo>
                  <a:cubicBezTo>
                    <a:pt x="0" y="763"/>
                    <a:pt x="221" y="983"/>
                    <a:pt x="492" y="983"/>
                  </a:cubicBezTo>
                  <a:cubicBezTo>
                    <a:pt x="763" y="983"/>
                    <a:pt x="984" y="763"/>
                    <a:pt x="984" y="492"/>
                  </a:cubicBezTo>
                  <a:cubicBezTo>
                    <a:pt x="984" y="220"/>
                    <a:pt x="763" y="0"/>
                    <a:pt x="4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56"/>
            <p:cNvSpPr/>
            <p:nvPr/>
          </p:nvSpPr>
          <p:spPr>
            <a:xfrm>
              <a:off x="5102000" y="2139800"/>
              <a:ext cx="8125" cy="50225"/>
            </a:xfrm>
            <a:custGeom>
              <a:avLst/>
              <a:gdLst/>
              <a:ahLst/>
              <a:cxnLst/>
              <a:rect l="l" t="t" r="r" b="b"/>
              <a:pathLst>
                <a:path w="325" h="2009" extrusionOk="0">
                  <a:moveTo>
                    <a:pt x="163" y="0"/>
                  </a:moveTo>
                  <a:cubicBezTo>
                    <a:pt x="156" y="0"/>
                    <a:pt x="149" y="1"/>
                    <a:pt x="142" y="2"/>
                  </a:cubicBezTo>
                  <a:cubicBezTo>
                    <a:pt x="60" y="12"/>
                    <a:pt x="1" y="87"/>
                    <a:pt x="1" y="169"/>
                  </a:cubicBezTo>
                  <a:lnTo>
                    <a:pt x="1" y="1839"/>
                  </a:lnTo>
                  <a:cubicBezTo>
                    <a:pt x="1" y="1922"/>
                    <a:pt x="60" y="1996"/>
                    <a:pt x="142" y="2007"/>
                  </a:cubicBezTo>
                  <a:cubicBezTo>
                    <a:pt x="149" y="2008"/>
                    <a:pt x="156" y="2008"/>
                    <a:pt x="163" y="2008"/>
                  </a:cubicBezTo>
                  <a:cubicBezTo>
                    <a:pt x="252" y="2008"/>
                    <a:pt x="324" y="1936"/>
                    <a:pt x="324" y="1846"/>
                  </a:cubicBezTo>
                  <a:lnTo>
                    <a:pt x="324" y="162"/>
                  </a:lnTo>
                  <a:cubicBezTo>
                    <a:pt x="324" y="74"/>
                    <a:pt x="252" y="0"/>
                    <a:pt x="1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p:cNvSpPr/>
            <p:nvPr/>
          </p:nvSpPr>
          <p:spPr>
            <a:xfrm>
              <a:off x="5101925" y="2197700"/>
              <a:ext cx="8825" cy="8200"/>
            </a:xfrm>
            <a:custGeom>
              <a:avLst/>
              <a:gdLst/>
              <a:ahLst/>
              <a:cxnLst/>
              <a:rect l="l" t="t" r="r" b="b"/>
              <a:pathLst>
                <a:path w="353" h="328" extrusionOk="0">
                  <a:moveTo>
                    <a:pt x="171" y="0"/>
                  </a:moveTo>
                  <a:cubicBezTo>
                    <a:pt x="159" y="0"/>
                    <a:pt x="148" y="2"/>
                    <a:pt x="137" y="4"/>
                  </a:cubicBezTo>
                  <a:cubicBezTo>
                    <a:pt x="71" y="19"/>
                    <a:pt x="19" y="73"/>
                    <a:pt x="11" y="140"/>
                  </a:cubicBezTo>
                  <a:cubicBezTo>
                    <a:pt x="0" y="207"/>
                    <a:pt x="34" y="273"/>
                    <a:pt x="92" y="307"/>
                  </a:cubicBezTo>
                  <a:cubicBezTo>
                    <a:pt x="117" y="321"/>
                    <a:pt x="145" y="328"/>
                    <a:pt x="173" y="328"/>
                  </a:cubicBezTo>
                  <a:cubicBezTo>
                    <a:pt x="214" y="328"/>
                    <a:pt x="254" y="313"/>
                    <a:pt x="284" y="285"/>
                  </a:cubicBezTo>
                  <a:cubicBezTo>
                    <a:pt x="341" y="230"/>
                    <a:pt x="353" y="139"/>
                    <a:pt x="308" y="73"/>
                  </a:cubicBezTo>
                  <a:cubicBezTo>
                    <a:pt x="276" y="28"/>
                    <a:pt x="224" y="0"/>
                    <a:pt x="1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p:cNvSpPr/>
            <p:nvPr/>
          </p:nvSpPr>
          <p:spPr>
            <a:xfrm>
              <a:off x="5125775" y="2085875"/>
              <a:ext cx="191725" cy="158275"/>
            </a:xfrm>
            <a:custGeom>
              <a:avLst/>
              <a:gdLst/>
              <a:ahLst/>
              <a:cxnLst/>
              <a:rect l="l" t="t" r="r" b="b"/>
              <a:pathLst>
                <a:path w="7669" h="6331" extrusionOk="0">
                  <a:moveTo>
                    <a:pt x="170" y="1"/>
                  </a:moveTo>
                  <a:cubicBezTo>
                    <a:pt x="76" y="1"/>
                    <a:pt x="0" y="76"/>
                    <a:pt x="0" y="170"/>
                  </a:cubicBezTo>
                  <a:lnTo>
                    <a:pt x="0" y="1369"/>
                  </a:lnTo>
                  <a:cubicBezTo>
                    <a:pt x="0" y="1380"/>
                    <a:pt x="3" y="1389"/>
                    <a:pt x="11" y="1397"/>
                  </a:cubicBezTo>
                  <a:cubicBezTo>
                    <a:pt x="60" y="1449"/>
                    <a:pt x="113" y="1471"/>
                    <a:pt x="161" y="1471"/>
                  </a:cubicBezTo>
                  <a:cubicBezTo>
                    <a:pt x="250" y="1471"/>
                    <a:pt x="323" y="1398"/>
                    <a:pt x="323" y="1307"/>
                  </a:cubicBezTo>
                  <a:lnTo>
                    <a:pt x="323" y="724"/>
                  </a:lnTo>
                  <a:cubicBezTo>
                    <a:pt x="323" y="504"/>
                    <a:pt x="501" y="325"/>
                    <a:pt x="723" y="325"/>
                  </a:cubicBezTo>
                  <a:lnTo>
                    <a:pt x="6945" y="325"/>
                  </a:lnTo>
                  <a:cubicBezTo>
                    <a:pt x="7165" y="325"/>
                    <a:pt x="7344" y="503"/>
                    <a:pt x="7344" y="724"/>
                  </a:cubicBezTo>
                  <a:lnTo>
                    <a:pt x="7344" y="5607"/>
                  </a:lnTo>
                  <a:cubicBezTo>
                    <a:pt x="7344" y="5827"/>
                    <a:pt x="7166" y="6006"/>
                    <a:pt x="6945" y="6006"/>
                  </a:cubicBezTo>
                  <a:lnTo>
                    <a:pt x="723" y="6006"/>
                  </a:lnTo>
                  <a:cubicBezTo>
                    <a:pt x="503" y="6006"/>
                    <a:pt x="323" y="5828"/>
                    <a:pt x="323" y="5607"/>
                  </a:cubicBezTo>
                  <a:lnTo>
                    <a:pt x="323" y="1968"/>
                  </a:lnTo>
                  <a:cubicBezTo>
                    <a:pt x="323" y="1877"/>
                    <a:pt x="252" y="1803"/>
                    <a:pt x="163" y="1803"/>
                  </a:cubicBezTo>
                  <a:cubicBezTo>
                    <a:pt x="74" y="1803"/>
                    <a:pt x="0" y="1877"/>
                    <a:pt x="0" y="1967"/>
                  </a:cubicBezTo>
                  <a:lnTo>
                    <a:pt x="0" y="5603"/>
                  </a:lnTo>
                  <a:cubicBezTo>
                    <a:pt x="0" y="6003"/>
                    <a:pt x="325" y="6330"/>
                    <a:pt x="727" y="6330"/>
                  </a:cubicBezTo>
                  <a:lnTo>
                    <a:pt x="6941" y="6330"/>
                  </a:lnTo>
                  <a:cubicBezTo>
                    <a:pt x="7342" y="6330"/>
                    <a:pt x="7668" y="6005"/>
                    <a:pt x="7668" y="5603"/>
                  </a:cubicBezTo>
                  <a:lnTo>
                    <a:pt x="7668" y="728"/>
                  </a:lnTo>
                  <a:cubicBezTo>
                    <a:pt x="7668" y="326"/>
                    <a:pt x="7343" y="1"/>
                    <a:pt x="69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p:cNvSpPr/>
            <p:nvPr/>
          </p:nvSpPr>
          <p:spPr>
            <a:xfrm>
              <a:off x="5142950" y="2099950"/>
              <a:ext cx="154025" cy="131800"/>
            </a:xfrm>
            <a:custGeom>
              <a:avLst/>
              <a:gdLst/>
              <a:ahLst/>
              <a:cxnLst/>
              <a:rect l="l" t="t" r="r" b="b"/>
              <a:pathLst>
                <a:path w="6161" h="5272" extrusionOk="0">
                  <a:moveTo>
                    <a:pt x="3671" y="0"/>
                  </a:moveTo>
                  <a:cubicBezTo>
                    <a:pt x="3590" y="0"/>
                    <a:pt x="3520" y="60"/>
                    <a:pt x="3509" y="140"/>
                  </a:cubicBezTo>
                  <a:lnTo>
                    <a:pt x="3010" y="3653"/>
                  </a:lnTo>
                  <a:lnTo>
                    <a:pt x="2786" y="1120"/>
                  </a:lnTo>
                  <a:cubicBezTo>
                    <a:pt x="2779" y="1041"/>
                    <a:pt x="2716" y="979"/>
                    <a:pt x="2637" y="973"/>
                  </a:cubicBezTo>
                  <a:cubicBezTo>
                    <a:pt x="2632" y="973"/>
                    <a:pt x="2628" y="973"/>
                    <a:pt x="2623" y="973"/>
                  </a:cubicBezTo>
                  <a:cubicBezTo>
                    <a:pt x="2550" y="973"/>
                    <a:pt x="2484" y="1021"/>
                    <a:pt x="2464" y="1094"/>
                  </a:cubicBezTo>
                  <a:lnTo>
                    <a:pt x="2094" y="2483"/>
                  </a:lnTo>
                  <a:lnTo>
                    <a:pt x="1997" y="1655"/>
                  </a:lnTo>
                  <a:cubicBezTo>
                    <a:pt x="1987" y="1575"/>
                    <a:pt x="1919" y="1512"/>
                    <a:pt x="1835" y="1512"/>
                  </a:cubicBezTo>
                  <a:cubicBezTo>
                    <a:pt x="1830" y="1512"/>
                    <a:pt x="1824" y="1512"/>
                    <a:pt x="1819" y="1513"/>
                  </a:cubicBezTo>
                  <a:cubicBezTo>
                    <a:pt x="1756" y="1518"/>
                    <a:pt x="1704" y="1561"/>
                    <a:pt x="1680" y="1620"/>
                  </a:cubicBezTo>
                  <a:lnTo>
                    <a:pt x="1374" y="2377"/>
                  </a:lnTo>
                  <a:lnTo>
                    <a:pt x="179" y="2377"/>
                  </a:lnTo>
                  <a:cubicBezTo>
                    <a:pt x="95" y="2377"/>
                    <a:pt x="20" y="2436"/>
                    <a:pt x="11" y="2519"/>
                  </a:cubicBezTo>
                  <a:cubicBezTo>
                    <a:pt x="1" y="2616"/>
                    <a:pt x="78" y="2699"/>
                    <a:pt x="175" y="2699"/>
                  </a:cubicBezTo>
                  <a:lnTo>
                    <a:pt x="1491" y="2699"/>
                  </a:lnTo>
                  <a:cubicBezTo>
                    <a:pt x="1558" y="2699"/>
                    <a:pt x="1619" y="2660"/>
                    <a:pt x="1643" y="2598"/>
                  </a:cubicBezTo>
                  <a:lnTo>
                    <a:pt x="1752" y="2326"/>
                  </a:lnTo>
                  <a:lnTo>
                    <a:pt x="1874" y="3384"/>
                  </a:lnTo>
                  <a:cubicBezTo>
                    <a:pt x="1883" y="3462"/>
                    <a:pt x="1946" y="3522"/>
                    <a:pt x="2025" y="3527"/>
                  </a:cubicBezTo>
                  <a:cubicBezTo>
                    <a:pt x="2028" y="3528"/>
                    <a:pt x="2032" y="3528"/>
                    <a:pt x="2036" y="3528"/>
                  </a:cubicBezTo>
                  <a:cubicBezTo>
                    <a:pt x="2110" y="3528"/>
                    <a:pt x="2175" y="3479"/>
                    <a:pt x="2193" y="3406"/>
                  </a:cubicBezTo>
                  <a:lnTo>
                    <a:pt x="2543" y="2074"/>
                  </a:lnTo>
                  <a:lnTo>
                    <a:pt x="2810" y="5123"/>
                  </a:lnTo>
                  <a:cubicBezTo>
                    <a:pt x="2817" y="5204"/>
                    <a:pt x="2885" y="5269"/>
                    <a:pt x="2968" y="5271"/>
                  </a:cubicBezTo>
                  <a:lnTo>
                    <a:pt x="2972" y="5271"/>
                  </a:lnTo>
                  <a:cubicBezTo>
                    <a:pt x="3053" y="5271"/>
                    <a:pt x="3122" y="5211"/>
                    <a:pt x="3132" y="5131"/>
                  </a:cubicBezTo>
                  <a:lnTo>
                    <a:pt x="3630" y="1579"/>
                  </a:lnTo>
                  <a:lnTo>
                    <a:pt x="3787" y="3359"/>
                  </a:lnTo>
                  <a:cubicBezTo>
                    <a:pt x="3795" y="3436"/>
                    <a:pt x="3856" y="3499"/>
                    <a:pt x="3933" y="3506"/>
                  </a:cubicBezTo>
                  <a:cubicBezTo>
                    <a:pt x="3939" y="3507"/>
                    <a:pt x="3945" y="3507"/>
                    <a:pt x="3950" y="3507"/>
                  </a:cubicBezTo>
                  <a:cubicBezTo>
                    <a:pt x="4021" y="3507"/>
                    <a:pt x="4086" y="3460"/>
                    <a:pt x="4106" y="3391"/>
                  </a:cubicBezTo>
                  <a:lnTo>
                    <a:pt x="4425" y="2351"/>
                  </a:lnTo>
                  <a:lnTo>
                    <a:pt x="4490" y="2582"/>
                  </a:lnTo>
                  <a:cubicBezTo>
                    <a:pt x="4510" y="2652"/>
                    <a:pt x="4574" y="2701"/>
                    <a:pt x="4647" y="2701"/>
                  </a:cubicBezTo>
                  <a:lnTo>
                    <a:pt x="5981" y="2701"/>
                  </a:lnTo>
                  <a:cubicBezTo>
                    <a:pt x="6064" y="2701"/>
                    <a:pt x="6139" y="2642"/>
                    <a:pt x="6149" y="2560"/>
                  </a:cubicBezTo>
                  <a:cubicBezTo>
                    <a:pt x="6160" y="2461"/>
                    <a:pt x="6083" y="2378"/>
                    <a:pt x="5986" y="2378"/>
                  </a:cubicBezTo>
                  <a:lnTo>
                    <a:pt x="4777" y="2378"/>
                  </a:lnTo>
                  <a:lnTo>
                    <a:pt x="4592" y="1739"/>
                  </a:lnTo>
                  <a:cubicBezTo>
                    <a:pt x="4573" y="1670"/>
                    <a:pt x="4509" y="1623"/>
                    <a:pt x="4436" y="1622"/>
                  </a:cubicBezTo>
                  <a:cubicBezTo>
                    <a:pt x="4364" y="1622"/>
                    <a:pt x="4299" y="1667"/>
                    <a:pt x="4278" y="1735"/>
                  </a:cubicBezTo>
                  <a:lnTo>
                    <a:pt x="4043" y="2495"/>
                  </a:lnTo>
                  <a:lnTo>
                    <a:pt x="3834" y="149"/>
                  </a:lnTo>
                  <a:cubicBezTo>
                    <a:pt x="3826" y="67"/>
                    <a:pt x="3758" y="4"/>
                    <a:pt x="3675" y="1"/>
                  </a:cubicBezTo>
                  <a:cubicBezTo>
                    <a:pt x="3674" y="0"/>
                    <a:pt x="3673" y="0"/>
                    <a:pt x="3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56" name="Google Shape;1556;p56"/>
          <p:cNvCxnSpPr>
            <a:stCxn id="1536" idx="3"/>
            <a:endCxn id="1538" idx="1"/>
          </p:cNvCxnSpPr>
          <p:nvPr/>
        </p:nvCxnSpPr>
        <p:spPr>
          <a:xfrm>
            <a:off x="2381400" y="2722525"/>
            <a:ext cx="502200" cy="600"/>
          </a:xfrm>
          <a:prstGeom prst="bentConnector3">
            <a:avLst>
              <a:gd name="adj1" fmla="val 50009"/>
            </a:avLst>
          </a:prstGeom>
          <a:noFill/>
          <a:ln w="9525" cap="flat" cmpd="sng">
            <a:solidFill>
              <a:schemeClr val="accent6"/>
            </a:solidFill>
            <a:prstDash val="solid"/>
            <a:round/>
            <a:headEnd type="none" w="med" len="med"/>
            <a:tailEnd type="none" w="med" len="med"/>
          </a:ln>
        </p:spPr>
      </p:cxnSp>
      <p:cxnSp>
        <p:nvCxnSpPr>
          <p:cNvPr id="1557" name="Google Shape;1557;p56"/>
          <p:cNvCxnSpPr>
            <a:stCxn id="1538" idx="3"/>
            <a:endCxn id="1540" idx="1"/>
          </p:cNvCxnSpPr>
          <p:nvPr/>
        </p:nvCxnSpPr>
        <p:spPr>
          <a:xfrm>
            <a:off x="4213291" y="2722525"/>
            <a:ext cx="696000" cy="600"/>
          </a:xfrm>
          <a:prstGeom prst="bentConnector3">
            <a:avLst>
              <a:gd name="adj1" fmla="val 49992"/>
            </a:avLst>
          </a:prstGeom>
          <a:noFill/>
          <a:ln w="9525" cap="flat" cmpd="sng">
            <a:solidFill>
              <a:schemeClr val="accent6"/>
            </a:solidFill>
            <a:prstDash val="solid"/>
            <a:round/>
            <a:headEnd type="none" w="med" len="med"/>
            <a:tailEnd type="none" w="med" len="med"/>
          </a:ln>
        </p:spPr>
      </p:cxnSp>
      <p:cxnSp>
        <p:nvCxnSpPr>
          <p:cNvPr id="1558" name="Google Shape;1558;p56"/>
          <p:cNvCxnSpPr>
            <a:stCxn id="1540" idx="3"/>
            <a:endCxn id="1542" idx="1"/>
          </p:cNvCxnSpPr>
          <p:nvPr/>
        </p:nvCxnSpPr>
        <p:spPr>
          <a:xfrm>
            <a:off x="6262182" y="2722525"/>
            <a:ext cx="693000" cy="600"/>
          </a:xfrm>
          <a:prstGeom prst="bentConnector3">
            <a:avLst>
              <a:gd name="adj1" fmla="val 49991"/>
            </a:avLst>
          </a:prstGeom>
          <a:noFill/>
          <a:ln w="9525" cap="flat" cmpd="sng">
            <a:solidFill>
              <a:schemeClr val="accent6"/>
            </a:solidFill>
            <a:prstDash val="solid"/>
            <a:round/>
            <a:headEnd type="none" w="med" len="med"/>
            <a:tailEnd type="none" w="med" len="med"/>
          </a:ln>
        </p:spPr>
      </p:cxnSp>
      <p:cxnSp>
        <p:nvCxnSpPr>
          <p:cNvPr id="1559" name="Google Shape;1559;p56"/>
          <p:cNvCxnSpPr>
            <a:cxnSpLocks/>
            <a:stCxn id="1543" idx="2"/>
          </p:cNvCxnSpPr>
          <p:nvPr/>
        </p:nvCxnSpPr>
        <p:spPr>
          <a:xfrm rot="16200000" flipH="1">
            <a:off x="1310183" y="2222209"/>
            <a:ext cx="441635" cy="39400"/>
          </a:xfrm>
          <a:prstGeom prst="bentConnector3">
            <a:avLst>
              <a:gd name="adj1" fmla="val 50000"/>
            </a:avLst>
          </a:prstGeom>
          <a:noFill/>
          <a:ln w="9525" cap="flat" cmpd="sng">
            <a:solidFill>
              <a:schemeClr val="accent6"/>
            </a:solidFill>
            <a:prstDash val="solid"/>
            <a:round/>
            <a:headEnd type="none" w="med" len="med"/>
            <a:tailEnd type="oval" w="med" len="med"/>
          </a:ln>
        </p:spPr>
      </p:cxnSp>
      <p:cxnSp>
        <p:nvCxnSpPr>
          <p:cNvPr id="1560" name="Google Shape;1560;p56"/>
          <p:cNvCxnSpPr>
            <a:stCxn id="1545" idx="0"/>
            <a:endCxn id="1538" idx="2"/>
          </p:cNvCxnSpPr>
          <p:nvPr/>
        </p:nvCxnSpPr>
        <p:spPr>
          <a:xfrm rot="-5400000">
            <a:off x="3343591" y="3130050"/>
            <a:ext cx="410400" cy="600"/>
          </a:xfrm>
          <a:prstGeom prst="bentConnector3">
            <a:avLst>
              <a:gd name="adj1" fmla="val 49997"/>
            </a:avLst>
          </a:prstGeom>
          <a:noFill/>
          <a:ln w="9525" cap="flat" cmpd="sng">
            <a:solidFill>
              <a:schemeClr val="accent6"/>
            </a:solidFill>
            <a:prstDash val="solid"/>
            <a:round/>
            <a:headEnd type="none" w="med" len="med"/>
            <a:tailEnd type="oval" w="med" len="med"/>
          </a:ln>
        </p:spPr>
      </p:cxnSp>
      <p:cxnSp>
        <p:nvCxnSpPr>
          <p:cNvPr id="1561" name="Google Shape;1561;p56"/>
          <p:cNvCxnSpPr>
            <a:cxnSpLocks/>
            <a:stCxn id="1544" idx="2"/>
          </p:cNvCxnSpPr>
          <p:nvPr/>
        </p:nvCxnSpPr>
        <p:spPr>
          <a:xfrm rot="-5400000" flipH="1">
            <a:off x="5393682" y="2262076"/>
            <a:ext cx="384600" cy="600"/>
          </a:xfrm>
          <a:prstGeom prst="bentConnector3">
            <a:avLst>
              <a:gd name="adj1" fmla="val 49985"/>
            </a:avLst>
          </a:prstGeom>
          <a:noFill/>
          <a:ln w="9525" cap="flat" cmpd="sng">
            <a:solidFill>
              <a:schemeClr val="accent6"/>
            </a:solidFill>
            <a:prstDash val="solid"/>
            <a:round/>
            <a:headEnd type="none" w="med" len="med"/>
            <a:tailEnd type="oval" w="med" len="med"/>
          </a:ln>
        </p:spPr>
      </p:cxnSp>
      <p:cxnSp>
        <p:nvCxnSpPr>
          <p:cNvPr id="1562" name="Google Shape;1562;p56"/>
          <p:cNvCxnSpPr>
            <a:stCxn id="1519" idx="0"/>
            <a:endCxn id="1542" idx="2"/>
          </p:cNvCxnSpPr>
          <p:nvPr/>
        </p:nvCxnSpPr>
        <p:spPr>
          <a:xfrm rot="-5400000">
            <a:off x="7426653" y="3130050"/>
            <a:ext cx="410400" cy="600"/>
          </a:xfrm>
          <a:prstGeom prst="bentConnector3">
            <a:avLst>
              <a:gd name="adj1" fmla="val 49997"/>
            </a:avLst>
          </a:prstGeom>
          <a:noFill/>
          <a:ln w="9525" cap="flat" cmpd="sng">
            <a:solidFill>
              <a:schemeClr val="accent6"/>
            </a:solidFill>
            <a:prstDash val="solid"/>
            <a:round/>
            <a:headEnd type="none" w="med" len="med"/>
            <a:tailEnd type="oval" w="med" len="med"/>
          </a:ln>
        </p:spPr>
      </p:cxnSp>
      <p:grpSp>
        <p:nvGrpSpPr>
          <p:cNvPr id="1563" name="Google Shape;1563;p56"/>
          <p:cNvGrpSpPr/>
          <p:nvPr/>
        </p:nvGrpSpPr>
        <p:grpSpPr>
          <a:xfrm>
            <a:off x="6860480" y="291006"/>
            <a:ext cx="1062573" cy="853620"/>
            <a:chOff x="7153767" y="438393"/>
            <a:chExt cx="1062573" cy="853620"/>
          </a:xfrm>
        </p:grpSpPr>
        <p:grpSp>
          <p:nvGrpSpPr>
            <p:cNvPr id="1564" name="Google Shape;1564;p56"/>
            <p:cNvGrpSpPr/>
            <p:nvPr/>
          </p:nvGrpSpPr>
          <p:grpSpPr>
            <a:xfrm rot="10800000">
              <a:off x="7778116" y="717674"/>
              <a:ext cx="438224" cy="387666"/>
              <a:chOff x="6861441" y="445037"/>
              <a:chExt cx="438224" cy="387666"/>
            </a:xfrm>
          </p:grpSpPr>
          <p:sp>
            <p:nvSpPr>
              <p:cNvPr id="1565" name="Google Shape;1565;p56"/>
              <p:cNvSpPr/>
              <p:nvPr/>
            </p:nvSpPr>
            <p:spPr>
              <a:xfrm>
                <a:off x="7051944" y="445038"/>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p:cNvSpPr/>
              <p:nvPr/>
            </p:nvSpPr>
            <p:spPr>
              <a:xfrm>
                <a:off x="6961390" y="692665"/>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p:cNvSpPr/>
              <p:nvPr/>
            </p:nvSpPr>
            <p:spPr>
              <a:xfrm>
                <a:off x="6861441" y="445037"/>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8" name="Google Shape;1568;p56"/>
            <p:cNvGrpSpPr/>
            <p:nvPr/>
          </p:nvGrpSpPr>
          <p:grpSpPr>
            <a:xfrm rot="-484805">
              <a:off x="7207709" y="465717"/>
              <a:ext cx="445228" cy="798972"/>
              <a:chOff x="1288925" y="1226700"/>
              <a:chExt cx="116950" cy="209875"/>
            </a:xfrm>
          </p:grpSpPr>
          <p:sp>
            <p:nvSpPr>
              <p:cNvPr id="1569" name="Google Shape;1569;p56"/>
              <p:cNvSpPr/>
              <p:nvPr/>
            </p:nvSpPr>
            <p:spPr>
              <a:xfrm>
                <a:off x="1288925" y="1226700"/>
                <a:ext cx="116950" cy="209875"/>
              </a:xfrm>
              <a:custGeom>
                <a:avLst/>
                <a:gdLst/>
                <a:ahLst/>
                <a:cxnLst/>
                <a:rect l="l" t="t" r="r" b="b"/>
                <a:pathLst>
                  <a:path w="4678" h="8395" extrusionOk="0">
                    <a:moveTo>
                      <a:pt x="281" y="0"/>
                    </a:moveTo>
                    <a:cubicBezTo>
                      <a:pt x="126" y="0"/>
                      <a:pt x="0" y="125"/>
                      <a:pt x="0" y="281"/>
                    </a:cubicBezTo>
                    <a:lnTo>
                      <a:pt x="0" y="8115"/>
                    </a:lnTo>
                    <a:cubicBezTo>
                      <a:pt x="0" y="8268"/>
                      <a:pt x="125" y="8394"/>
                      <a:pt x="281" y="8394"/>
                    </a:cubicBezTo>
                    <a:lnTo>
                      <a:pt x="4397" y="8394"/>
                    </a:lnTo>
                    <a:cubicBezTo>
                      <a:pt x="4552" y="8394"/>
                      <a:pt x="4678" y="8271"/>
                      <a:pt x="4678" y="8115"/>
                    </a:cubicBezTo>
                    <a:lnTo>
                      <a:pt x="4678" y="281"/>
                    </a:lnTo>
                    <a:cubicBezTo>
                      <a:pt x="4678" y="126"/>
                      <a:pt x="4553" y="0"/>
                      <a:pt x="43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p:cNvSpPr/>
              <p:nvPr/>
            </p:nvSpPr>
            <p:spPr>
              <a:xfrm>
                <a:off x="1293625" y="1244750"/>
                <a:ext cx="107500" cy="173800"/>
              </a:xfrm>
              <a:custGeom>
                <a:avLst/>
                <a:gdLst/>
                <a:ahLst/>
                <a:cxnLst/>
                <a:rect l="l" t="t" r="r" b="b"/>
                <a:pathLst>
                  <a:path w="4300" h="6952" extrusionOk="0">
                    <a:moveTo>
                      <a:pt x="1" y="0"/>
                    </a:moveTo>
                    <a:lnTo>
                      <a:pt x="1" y="6952"/>
                    </a:lnTo>
                    <a:lnTo>
                      <a:pt x="4300" y="6952"/>
                    </a:lnTo>
                    <a:lnTo>
                      <a:pt x="43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p:cNvSpPr/>
              <p:nvPr/>
            </p:nvSpPr>
            <p:spPr>
              <a:xfrm>
                <a:off x="1293675" y="1244750"/>
                <a:ext cx="107500" cy="173800"/>
              </a:xfrm>
              <a:custGeom>
                <a:avLst/>
                <a:gdLst/>
                <a:ahLst/>
                <a:cxnLst/>
                <a:rect l="l" t="t" r="r" b="b"/>
                <a:pathLst>
                  <a:path w="4300" h="6952" extrusionOk="0">
                    <a:moveTo>
                      <a:pt x="4299" y="0"/>
                    </a:moveTo>
                    <a:lnTo>
                      <a:pt x="0" y="6952"/>
                    </a:lnTo>
                    <a:lnTo>
                      <a:pt x="4299" y="6952"/>
                    </a:lnTo>
                    <a:lnTo>
                      <a:pt x="429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p:cNvSpPr/>
              <p:nvPr/>
            </p:nvSpPr>
            <p:spPr>
              <a:xfrm>
                <a:off x="1293625" y="1244750"/>
                <a:ext cx="107500" cy="9950"/>
              </a:xfrm>
              <a:custGeom>
                <a:avLst/>
                <a:gdLst/>
                <a:ahLst/>
                <a:cxnLst/>
                <a:rect l="l" t="t" r="r" b="b"/>
                <a:pathLst>
                  <a:path w="4300" h="398" extrusionOk="0">
                    <a:moveTo>
                      <a:pt x="1" y="0"/>
                    </a:moveTo>
                    <a:lnTo>
                      <a:pt x="1" y="398"/>
                    </a:lnTo>
                    <a:lnTo>
                      <a:pt x="4300" y="398"/>
                    </a:lnTo>
                    <a:lnTo>
                      <a:pt x="43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p:cNvSpPr/>
              <p:nvPr/>
            </p:nvSpPr>
            <p:spPr>
              <a:xfrm>
                <a:off x="1309050" y="1424825"/>
                <a:ext cx="24225" cy="4475"/>
              </a:xfrm>
              <a:custGeom>
                <a:avLst/>
                <a:gdLst/>
                <a:ahLst/>
                <a:cxnLst/>
                <a:rect l="l" t="t" r="r" b="b"/>
                <a:pathLst>
                  <a:path w="969" h="179" extrusionOk="0">
                    <a:moveTo>
                      <a:pt x="89" y="1"/>
                    </a:moveTo>
                    <a:cubicBezTo>
                      <a:pt x="39" y="1"/>
                      <a:pt x="0" y="42"/>
                      <a:pt x="0" y="90"/>
                    </a:cubicBezTo>
                    <a:cubicBezTo>
                      <a:pt x="0" y="140"/>
                      <a:pt x="40" y="179"/>
                      <a:pt x="89" y="179"/>
                    </a:cubicBezTo>
                    <a:lnTo>
                      <a:pt x="879" y="179"/>
                    </a:lnTo>
                    <a:cubicBezTo>
                      <a:pt x="930" y="179"/>
                      <a:pt x="968" y="139"/>
                      <a:pt x="968" y="90"/>
                    </a:cubicBezTo>
                    <a:cubicBezTo>
                      <a:pt x="968" y="42"/>
                      <a:pt x="928" y="2"/>
                      <a:pt x="8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p:cNvSpPr/>
              <p:nvPr/>
            </p:nvSpPr>
            <p:spPr>
              <a:xfrm>
                <a:off x="1361500" y="1424825"/>
                <a:ext cx="24225" cy="4475"/>
              </a:xfrm>
              <a:custGeom>
                <a:avLst/>
                <a:gdLst/>
                <a:ahLst/>
                <a:cxnLst/>
                <a:rect l="l" t="t" r="r" b="b"/>
                <a:pathLst>
                  <a:path w="969" h="179" extrusionOk="0">
                    <a:moveTo>
                      <a:pt x="89" y="1"/>
                    </a:moveTo>
                    <a:cubicBezTo>
                      <a:pt x="39" y="1"/>
                      <a:pt x="0" y="42"/>
                      <a:pt x="0" y="90"/>
                    </a:cubicBezTo>
                    <a:cubicBezTo>
                      <a:pt x="0" y="140"/>
                      <a:pt x="40" y="179"/>
                      <a:pt x="89" y="179"/>
                    </a:cubicBezTo>
                    <a:lnTo>
                      <a:pt x="879" y="179"/>
                    </a:lnTo>
                    <a:cubicBezTo>
                      <a:pt x="930" y="179"/>
                      <a:pt x="968" y="139"/>
                      <a:pt x="968" y="90"/>
                    </a:cubicBezTo>
                    <a:cubicBezTo>
                      <a:pt x="968" y="42"/>
                      <a:pt x="930" y="2"/>
                      <a:pt x="8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p:cNvSpPr/>
              <p:nvPr/>
            </p:nvSpPr>
            <p:spPr>
              <a:xfrm>
                <a:off x="1333550" y="1232150"/>
                <a:ext cx="27775" cy="3900"/>
              </a:xfrm>
              <a:custGeom>
                <a:avLst/>
                <a:gdLst/>
                <a:ahLst/>
                <a:cxnLst/>
                <a:rect l="l" t="t" r="r" b="b"/>
                <a:pathLst>
                  <a:path w="1111" h="156" extrusionOk="0">
                    <a:moveTo>
                      <a:pt x="77" y="0"/>
                    </a:moveTo>
                    <a:cubicBezTo>
                      <a:pt x="36" y="0"/>
                      <a:pt x="0" y="36"/>
                      <a:pt x="0" y="79"/>
                    </a:cubicBezTo>
                    <a:cubicBezTo>
                      <a:pt x="0" y="120"/>
                      <a:pt x="36" y="156"/>
                      <a:pt x="77" y="156"/>
                    </a:cubicBezTo>
                    <a:lnTo>
                      <a:pt x="1032" y="156"/>
                    </a:lnTo>
                    <a:cubicBezTo>
                      <a:pt x="1075" y="156"/>
                      <a:pt x="1111" y="122"/>
                      <a:pt x="1111" y="79"/>
                    </a:cubicBezTo>
                    <a:cubicBezTo>
                      <a:pt x="1111" y="36"/>
                      <a:pt x="1075" y="0"/>
                      <a:pt x="10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76" name="Google Shape;1576;p56"/>
          <p:cNvGrpSpPr/>
          <p:nvPr/>
        </p:nvGrpSpPr>
        <p:grpSpPr>
          <a:xfrm>
            <a:off x="1271531" y="4041860"/>
            <a:ext cx="688600" cy="434267"/>
            <a:chOff x="777431" y="4037735"/>
            <a:chExt cx="688600" cy="434267"/>
          </a:xfrm>
        </p:grpSpPr>
        <p:grpSp>
          <p:nvGrpSpPr>
            <p:cNvPr id="1577" name="Google Shape;1577;p56"/>
            <p:cNvGrpSpPr/>
            <p:nvPr/>
          </p:nvGrpSpPr>
          <p:grpSpPr>
            <a:xfrm rot="10800000">
              <a:off x="777431" y="4037735"/>
              <a:ext cx="350586" cy="434267"/>
              <a:chOff x="8507681" y="4005735"/>
              <a:chExt cx="350586" cy="434267"/>
            </a:xfrm>
          </p:grpSpPr>
          <p:sp>
            <p:nvSpPr>
              <p:cNvPr id="1578" name="Google Shape;1578;p56"/>
              <p:cNvSpPr/>
              <p:nvPr/>
            </p:nvSpPr>
            <p:spPr>
              <a:xfrm>
                <a:off x="8507681" y="4192375"/>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p:cNvSpPr/>
              <p:nvPr/>
            </p:nvSpPr>
            <p:spPr>
              <a:xfrm>
                <a:off x="8713298" y="4005735"/>
                <a:ext cx="144969" cy="144901"/>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0" name="Google Shape;1580;p56"/>
            <p:cNvSpPr/>
            <p:nvPr/>
          </p:nvSpPr>
          <p:spPr>
            <a:xfrm>
              <a:off x="1168950" y="4213225"/>
              <a:ext cx="297081" cy="258777"/>
            </a:xfrm>
            <a:custGeom>
              <a:avLst/>
              <a:gdLst/>
              <a:ahLst/>
              <a:cxnLst/>
              <a:rect l="l" t="t" r="r" b="b"/>
              <a:pathLst>
                <a:path w="6957" h="6060" extrusionOk="0">
                  <a:moveTo>
                    <a:pt x="4816" y="1"/>
                  </a:moveTo>
                  <a:lnTo>
                    <a:pt x="4816" y="465"/>
                  </a:lnTo>
                  <a:cubicBezTo>
                    <a:pt x="4816" y="465"/>
                    <a:pt x="4324" y="124"/>
                    <a:pt x="2941" y="105"/>
                  </a:cubicBezTo>
                  <a:cubicBezTo>
                    <a:pt x="2874" y="73"/>
                    <a:pt x="2803" y="53"/>
                    <a:pt x="2724" y="53"/>
                  </a:cubicBezTo>
                  <a:lnTo>
                    <a:pt x="1098" y="53"/>
                  </a:lnTo>
                  <a:cubicBezTo>
                    <a:pt x="822" y="53"/>
                    <a:pt x="600" y="278"/>
                    <a:pt x="600" y="552"/>
                  </a:cubicBezTo>
                  <a:cubicBezTo>
                    <a:pt x="600" y="724"/>
                    <a:pt x="690" y="876"/>
                    <a:pt x="822" y="964"/>
                  </a:cubicBezTo>
                  <a:cubicBezTo>
                    <a:pt x="583" y="1002"/>
                    <a:pt x="400" y="1206"/>
                    <a:pt x="400" y="1454"/>
                  </a:cubicBezTo>
                  <a:cubicBezTo>
                    <a:pt x="400" y="1627"/>
                    <a:pt x="489" y="1778"/>
                    <a:pt x="622" y="1867"/>
                  </a:cubicBezTo>
                  <a:cubicBezTo>
                    <a:pt x="383" y="1904"/>
                    <a:pt x="199" y="2109"/>
                    <a:pt x="199" y="2356"/>
                  </a:cubicBezTo>
                  <a:cubicBezTo>
                    <a:pt x="199" y="2528"/>
                    <a:pt x="288" y="2681"/>
                    <a:pt x="422" y="2772"/>
                  </a:cubicBezTo>
                  <a:cubicBezTo>
                    <a:pt x="183" y="2807"/>
                    <a:pt x="1" y="3010"/>
                    <a:pt x="1" y="3259"/>
                  </a:cubicBezTo>
                  <a:cubicBezTo>
                    <a:pt x="1" y="3534"/>
                    <a:pt x="223" y="3757"/>
                    <a:pt x="497" y="3757"/>
                  </a:cubicBezTo>
                  <a:lnTo>
                    <a:pt x="2125" y="3757"/>
                  </a:lnTo>
                  <a:cubicBezTo>
                    <a:pt x="2202" y="3757"/>
                    <a:pt x="2273" y="3740"/>
                    <a:pt x="2339" y="3707"/>
                  </a:cubicBezTo>
                  <a:lnTo>
                    <a:pt x="2672" y="3707"/>
                  </a:lnTo>
                  <a:cubicBezTo>
                    <a:pt x="2442" y="4377"/>
                    <a:pt x="2577" y="5624"/>
                    <a:pt x="2577" y="5624"/>
                  </a:cubicBezTo>
                  <a:cubicBezTo>
                    <a:pt x="2577" y="5864"/>
                    <a:pt x="2791" y="6060"/>
                    <a:pt x="3055" y="6060"/>
                  </a:cubicBezTo>
                  <a:cubicBezTo>
                    <a:pt x="3317" y="6060"/>
                    <a:pt x="3529" y="5864"/>
                    <a:pt x="3529" y="5624"/>
                  </a:cubicBezTo>
                  <a:lnTo>
                    <a:pt x="3529" y="5163"/>
                  </a:lnTo>
                  <a:cubicBezTo>
                    <a:pt x="3652" y="3630"/>
                    <a:pt x="4816" y="3231"/>
                    <a:pt x="4816" y="3231"/>
                  </a:cubicBezTo>
                  <a:lnTo>
                    <a:pt x="4816" y="3663"/>
                  </a:lnTo>
                  <a:lnTo>
                    <a:pt x="6957" y="3663"/>
                  </a:lnTo>
                  <a:lnTo>
                    <a:pt x="695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1" name="Google Shape;1581;p56"/>
          <p:cNvGrpSpPr/>
          <p:nvPr/>
        </p:nvGrpSpPr>
        <p:grpSpPr>
          <a:xfrm>
            <a:off x="5480378" y="1720855"/>
            <a:ext cx="210594" cy="287042"/>
            <a:chOff x="3215125" y="2443825"/>
            <a:chExt cx="202475" cy="275975"/>
          </a:xfrm>
        </p:grpSpPr>
        <p:sp>
          <p:nvSpPr>
            <p:cNvPr id="1582" name="Google Shape;1582;p56"/>
            <p:cNvSpPr/>
            <p:nvPr/>
          </p:nvSpPr>
          <p:spPr>
            <a:xfrm>
              <a:off x="3215125" y="2443825"/>
              <a:ext cx="202475" cy="275975"/>
            </a:xfrm>
            <a:custGeom>
              <a:avLst/>
              <a:gdLst/>
              <a:ahLst/>
              <a:cxnLst/>
              <a:rect l="l" t="t" r="r" b="b"/>
              <a:pathLst>
                <a:path w="8099" h="11039" extrusionOk="0">
                  <a:moveTo>
                    <a:pt x="7603" y="1658"/>
                  </a:moveTo>
                  <a:cubicBezTo>
                    <a:pt x="7704" y="1702"/>
                    <a:pt x="7776" y="1802"/>
                    <a:pt x="7776" y="1919"/>
                  </a:cubicBezTo>
                  <a:lnTo>
                    <a:pt x="7776" y="3516"/>
                  </a:lnTo>
                  <a:cubicBezTo>
                    <a:pt x="7776" y="3632"/>
                    <a:pt x="7705" y="3733"/>
                    <a:pt x="7603" y="3777"/>
                  </a:cubicBezTo>
                  <a:lnTo>
                    <a:pt x="7603" y="1658"/>
                  </a:lnTo>
                  <a:close/>
                  <a:moveTo>
                    <a:pt x="918" y="1"/>
                  </a:moveTo>
                  <a:cubicBezTo>
                    <a:pt x="411" y="1"/>
                    <a:pt x="0" y="413"/>
                    <a:pt x="0" y="919"/>
                  </a:cubicBezTo>
                  <a:lnTo>
                    <a:pt x="0" y="10120"/>
                  </a:lnTo>
                  <a:cubicBezTo>
                    <a:pt x="0" y="10627"/>
                    <a:pt x="411" y="11038"/>
                    <a:pt x="918" y="11038"/>
                  </a:cubicBezTo>
                  <a:lnTo>
                    <a:pt x="6684" y="11038"/>
                  </a:lnTo>
                  <a:cubicBezTo>
                    <a:pt x="7191" y="11038"/>
                    <a:pt x="7603" y="10627"/>
                    <a:pt x="7603" y="10120"/>
                  </a:cubicBezTo>
                  <a:lnTo>
                    <a:pt x="7603" y="4099"/>
                  </a:lnTo>
                  <a:cubicBezTo>
                    <a:pt x="7884" y="4046"/>
                    <a:pt x="8099" y="3796"/>
                    <a:pt x="8099" y="3497"/>
                  </a:cubicBezTo>
                  <a:lnTo>
                    <a:pt x="8099" y="1872"/>
                  </a:lnTo>
                  <a:cubicBezTo>
                    <a:pt x="8099" y="1573"/>
                    <a:pt x="7884" y="1324"/>
                    <a:pt x="7603" y="1270"/>
                  </a:cubicBezTo>
                  <a:lnTo>
                    <a:pt x="7603" y="172"/>
                  </a:lnTo>
                  <a:cubicBezTo>
                    <a:pt x="7603" y="77"/>
                    <a:pt x="7526" y="1"/>
                    <a:pt x="7432" y="1"/>
                  </a:cubicBezTo>
                  <a:lnTo>
                    <a:pt x="6142" y="1"/>
                  </a:lnTo>
                  <a:cubicBezTo>
                    <a:pt x="6134" y="1"/>
                    <a:pt x="6126" y="4"/>
                    <a:pt x="6120" y="9"/>
                  </a:cubicBezTo>
                  <a:cubicBezTo>
                    <a:pt x="5971" y="151"/>
                    <a:pt x="6069" y="325"/>
                    <a:pt x="6206" y="325"/>
                  </a:cubicBezTo>
                  <a:lnTo>
                    <a:pt x="6687" y="325"/>
                  </a:lnTo>
                  <a:cubicBezTo>
                    <a:pt x="7013" y="325"/>
                    <a:pt x="7278" y="589"/>
                    <a:pt x="7278" y="916"/>
                  </a:cubicBezTo>
                  <a:lnTo>
                    <a:pt x="7278" y="10124"/>
                  </a:lnTo>
                  <a:cubicBezTo>
                    <a:pt x="7278" y="10450"/>
                    <a:pt x="7013" y="10715"/>
                    <a:pt x="6687" y="10715"/>
                  </a:cubicBezTo>
                  <a:lnTo>
                    <a:pt x="913" y="10715"/>
                  </a:lnTo>
                  <a:cubicBezTo>
                    <a:pt x="587" y="10715"/>
                    <a:pt x="322" y="10450"/>
                    <a:pt x="322" y="10124"/>
                  </a:cubicBezTo>
                  <a:lnTo>
                    <a:pt x="322" y="494"/>
                  </a:lnTo>
                  <a:cubicBezTo>
                    <a:pt x="322" y="400"/>
                    <a:pt x="398" y="325"/>
                    <a:pt x="493" y="325"/>
                  </a:cubicBezTo>
                  <a:lnTo>
                    <a:pt x="5521" y="325"/>
                  </a:lnTo>
                  <a:cubicBezTo>
                    <a:pt x="5534" y="325"/>
                    <a:pt x="5547" y="320"/>
                    <a:pt x="5556" y="311"/>
                  </a:cubicBezTo>
                  <a:cubicBezTo>
                    <a:pt x="5698" y="172"/>
                    <a:pt x="5600" y="1"/>
                    <a:pt x="54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p:cNvSpPr/>
            <p:nvPr/>
          </p:nvSpPr>
          <p:spPr>
            <a:xfrm>
              <a:off x="3297775" y="2683925"/>
              <a:ext cx="24575" cy="24575"/>
            </a:xfrm>
            <a:custGeom>
              <a:avLst/>
              <a:gdLst/>
              <a:ahLst/>
              <a:cxnLst/>
              <a:rect l="l" t="t" r="r" b="b"/>
              <a:pathLst>
                <a:path w="983" h="983" extrusionOk="0">
                  <a:moveTo>
                    <a:pt x="495" y="327"/>
                  </a:moveTo>
                  <a:cubicBezTo>
                    <a:pt x="584" y="327"/>
                    <a:pt x="657" y="400"/>
                    <a:pt x="657" y="491"/>
                  </a:cubicBezTo>
                  <a:cubicBezTo>
                    <a:pt x="657" y="581"/>
                    <a:pt x="584" y="655"/>
                    <a:pt x="493" y="655"/>
                  </a:cubicBezTo>
                  <a:cubicBezTo>
                    <a:pt x="403" y="655"/>
                    <a:pt x="330" y="581"/>
                    <a:pt x="330" y="491"/>
                  </a:cubicBezTo>
                  <a:cubicBezTo>
                    <a:pt x="330" y="401"/>
                    <a:pt x="403" y="327"/>
                    <a:pt x="493" y="327"/>
                  </a:cubicBezTo>
                  <a:cubicBezTo>
                    <a:pt x="494" y="327"/>
                    <a:pt x="495" y="327"/>
                    <a:pt x="495" y="327"/>
                  </a:cubicBezTo>
                  <a:close/>
                  <a:moveTo>
                    <a:pt x="489" y="0"/>
                  </a:moveTo>
                  <a:cubicBezTo>
                    <a:pt x="219" y="0"/>
                    <a:pt x="1" y="222"/>
                    <a:pt x="1" y="491"/>
                  </a:cubicBezTo>
                  <a:cubicBezTo>
                    <a:pt x="1" y="762"/>
                    <a:pt x="221" y="982"/>
                    <a:pt x="492" y="982"/>
                  </a:cubicBezTo>
                  <a:cubicBezTo>
                    <a:pt x="763" y="982"/>
                    <a:pt x="983" y="762"/>
                    <a:pt x="983" y="491"/>
                  </a:cubicBezTo>
                  <a:cubicBezTo>
                    <a:pt x="983" y="221"/>
                    <a:pt x="763" y="0"/>
                    <a:pt x="492" y="0"/>
                  </a:cubicBezTo>
                  <a:cubicBezTo>
                    <a:pt x="491" y="0"/>
                    <a:pt x="490" y="0"/>
                    <a:pt x="4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p:cNvSpPr/>
            <p:nvPr/>
          </p:nvSpPr>
          <p:spPr>
            <a:xfrm>
              <a:off x="3284700" y="2463300"/>
              <a:ext cx="50750" cy="8100"/>
            </a:xfrm>
            <a:custGeom>
              <a:avLst/>
              <a:gdLst/>
              <a:ahLst/>
              <a:cxnLst/>
              <a:rect l="l" t="t" r="r" b="b"/>
              <a:pathLst>
                <a:path w="2030" h="324" extrusionOk="0">
                  <a:moveTo>
                    <a:pt x="180" y="0"/>
                  </a:moveTo>
                  <a:cubicBezTo>
                    <a:pt x="98" y="0"/>
                    <a:pt x="23" y="59"/>
                    <a:pt x="12" y="142"/>
                  </a:cubicBezTo>
                  <a:cubicBezTo>
                    <a:pt x="1" y="239"/>
                    <a:pt x="77" y="323"/>
                    <a:pt x="174" y="323"/>
                  </a:cubicBezTo>
                  <a:lnTo>
                    <a:pt x="1857" y="323"/>
                  </a:lnTo>
                  <a:cubicBezTo>
                    <a:pt x="1953" y="323"/>
                    <a:pt x="2030" y="239"/>
                    <a:pt x="2018" y="142"/>
                  </a:cubicBezTo>
                  <a:cubicBezTo>
                    <a:pt x="2008" y="59"/>
                    <a:pt x="1934" y="0"/>
                    <a:pt x="18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p:cNvSpPr/>
            <p:nvPr/>
          </p:nvSpPr>
          <p:spPr>
            <a:xfrm>
              <a:off x="3268750" y="2463400"/>
              <a:ext cx="8675" cy="8225"/>
            </a:xfrm>
            <a:custGeom>
              <a:avLst/>
              <a:gdLst/>
              <a:ahLst/>
              <a:cxnLst/>
              <a:rect l="l" t="t" r="r" b="b"/>
              <a:pathLst>
                <a:path w="347" h="329" extrusionOk="0">
                  <a:moveTo>
                    <a:pt x="177" y="1"/>
                  </a:moveTo>
                  <a:cubicBezTo>
                    <a:pt x="133" y="1"/>
                    <a:pt x="89" y="18"/>
                    <a:pt x="57" y="51"/>
                  </a:cubicBezTo>
                  <a:cubicBezTo>
                    <a:pt x="8" y="106"/>
                    <a:pt x="1" y="192"/>
                    <a:pt x="41" y="255"/>
                  </a:cubicBezTo>
                  <a:cubicBezTo>
                    <a:pt x="72" y="301"/>
                    <a:pt x="126" y="328"/>
                    <a:pt x="179" y="328"/>
                  </a:cubicBezTo>
                  <a:cubicBezTo>
                    <a:pt x="195" y="328"/>
                    <a:pt x="210" y="326"/>
                    <a:pt x="225" y="321"/>
                  </a:cubicBezTo>
                  <a:cubicBezTo>
                    <a:pt x="288" y="301"/>
                    <a:pt x="334" y="245"/>
                    <a:pt x="340" y="180"/>
                  </a:cubicBezTo>
                  <a:cubicBezTo>
                    <a:pt x="346" y="114"/>
                    <a:pt x="312" y="50"/>
                    <a:pt x="254" y="20"/>
                  </a:cubicBezTo>
                  <a:cubicBezTo>
                    <a:pt x="230" y="7"/>
                    <a:pt x="204" y="1"/>
                    <a:pt x="1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p:cNvSpPr/>
            <p:nvPr/>
          </p:nvSpPr>
          <p:spPr>
            <a:xfrm>
              <a:off x="3230725" y="2487050"/>
              <a:ext cx="158275" cy="191700"/>
            </a:xfrm>
            <a:custGeom>
              <a:avLst/>
              <a:gdLst/>
              <a:ahLst/>
              <a:cxnLst/>
              <a:rect l="l" t="t" r="r" b="b"/>
              <a:pathLst>
                <a:path w="6331" h="7668" extrusionOk="0">
                  <a:moveTo>
                    <a:pt x="5607" y="325"/>
                  </a:moveTo>
                  <a:cubicBezTo>
                    <a:pt x="5827" y="325"/>
                    <a:pt x="6006" y="503"/>
                    <a:pt x="6006" y="724"/>
                  </a:cubicBezTo>
                  <a:lnTo>
                    <a:pt x="6006" y="6946"/>
                  </a:lnTo>
                  <a:cubicBezTo>
                    <a:pt x="6006" y="7166"/>
                    <a:pt x="5828" y="7346"/>
                    <a:pt x="5607" y="7346"/>
                  </a:cubicBezTo>
                  <a:lnTo>
                    <a:pt x="724" y="7346"/>
                  </a:lnTo>
                  <a:cubicBezTo>
                    <a:pt x="504" y="7346"/>
                    <a:pt x="325" y="7166"/>
                    <a:pt x="325" y="6946"/>
                  </a:cubicBezTo>
                  <a:lnTo>
                    <a:pt x="325" y="724"/>
                  </a:lnTo>
                  <a:cubicBezTo>
                    <a:pt x="325" y="504"/>
                    <a:pt x="503" y="325"/>
                    <a:pt x="724" y="325"/>
                  </a:cubicBezTo>
                  <a:close/>
                  <a:moveTo>
                    <a:pt x="728" y="0"/>
                  </a:moveTo>
                  <a:cubicBezTo>
                    <a:pt x="327" y="0"/>
                    <a:pt x="1" y="325"/>
                    <a:pt x="1" y="727"/>
                  </a:cubicBezTo>
                  <a:lnTo>
                    <a:pt x="1" y="6941"/>
                  </a:lnTo>
                  <a:cubicBezTo>
                    <a:pt x="1" y="7342"/>
                    <a:pt x="326" y="7668"/>
                    <a:pt x="728" y="7668"/>
                  </a:cubicBezTo>
                  <a:lnTo>
                    <a:pt x="5603" y="7668"/>
                  </a:lnTo>
                  <a:cubicBezTo>
                    <a:pt x="5604" y="7668"/>
                    <a:pt x="5604" y="7668"/>
                    <a:pt x="5605" y="7668"/>
                  </a:cubicBezTo>
                  <a:cubicBezTo>
                    <a:pt x="6005" y="7668"/>
                    <a:pt x="6330" y="7342"/>
                    <a:pt x="6330" y="6943"/>
                  </a:cubicBezTo>
                  <a:lnTo>
                    <a:pt x="6330" y="727"/>
                  </a:lnTo>
                  <a:cubicBezTo>
                    <a:pt x="6330" y="325"/>
                    <a:pt x="6005" y="0"/>
                    <a:pt x="56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p:cNvSpPr/>
            <p:nvPr/>
          </p:nvSpPr>
          <p:spPr>
            <a:xfrm>
              <a:off x="3255600" y="2507025"/>
              <a:ext cx="109075" cy="144250"/>
            </a:xfrm>
            <a:custGeom>
              <a:avLst/>
              <a:gdLst/>
              <a:ahLst/>
              <a:cxnLst/>
              <a:rect l="l" t="t" r="r" b="b"/>
              <a:pathLst>
                <a:path w="4363" h="5770" extrusionOk="0">
                  <a:moveTo>
                    <a:pt x="2180" y="320"/>
                  </a:moveTo>
                  <a:cubicBezTo>
                    <a:pt x="3003" y="320"/>
                    <a:pt x="3671" y="987"/>
                    <a:pt x="3671" y="1807"/>
                  </a:cubicBezTo>
                  <a:lnTo>
                    <a:pt x="3671" y="2677"/>
                  </a:lnTo>
                  <a:lnTo>
                    <a:pt x="3110" y="2677"/>
                  </a:lnTo>
                  <a:lnTo>
                    <a:pt x="3110" y="1823"/>
                  </a:lnTo>
                  <a:cubicBezTo>
                    <a:pt x="3110" y="1334"/>
                    <a:pt x="2712" y="896"/>
                    <a:pt x="2222" y="870"/>
                  </a:cubicBezTo>
                  <a:cubicBezTo>
                    <a:pt x="2206" y="869"/>
                    <a:pt x="2189" y="868"/>
                    <a:pt x="2172" y="868"/>
                  </a:cubicBezTo>
                  <a:cubicBezTo>
                    <a:pt x="1654" y="868"/>
                    <a:pt x="1231" y="1289"/>
                    <a:pt x="1231" y="1808"/>
                  </a:cubicBezTo>
                  <a:lnTo>
                    <a:pt x="1231" y="2678"/>
                  </a:lnTo>
                  <a:lnTo>
                    <a:pt x="691" y="2678"/>
                  </a:lnTo>
                  <a:lnTo>
                    <a:pt x="691" y="1828"/>
                  </a:lnTo>
                  <a:cubicBezTo>
                    <a:pt x="691" y="1068"/>
                    <a:pt x="1254" y="416"/>
                    <a:pt x="2009" y="330"/>
                  </a:cubicBezTo>
                  <a:cubicBezTo>
                    <a:pt x="2066" y="323"/>
                    <a:pt x="2124" y="320"/>
                    <a:pt x="2180" y="320"/>
                  </a:cubicBezTo>
                  <a:close/>
                  <a:moveTo>
                    <a:pt x="2169" y="1196"/>
                  </a:moveTo>
                  <a:cubicBezTo>
                    <a:pt x="2509" y="1196"/>
                    <a:pt x="2785" y="1470"/>
                    <a:pt x="2785" y="1808"/>
                  </a:cubicBezTo>
                  <a:lnTo>
                    <a:pt x="2785" y="2680"/>
                  </a:lnTo>
                  <a:lnTo>
                    <a:pt x="1554" y="2680"/>
                  </a:lnTo>
                  <a:lnTo>
                    <a:pt x="1554" y="1820"/>
                  </a:lnTo>
                  <a:cubicBezTo>
                    <a:pt x="1554" y="1519"/>
                    <a:pt x="1766" y="1255"/>
                    <a:pt x="2062" y="1205"/>
                  </a:cubicBezTo>
                  <a:cubicBezTo>
                    <a:pt x="2098" y="1199"/>
                    <a:pt x="2134" y="1196"/>
                    <a:pt x="2169" y="1196"/>
                  </a:cubicBezTo>
                  <a:close/>
                  <a:moveTo>
                    <a:pt x="2180" y="0"/>
                  </a:moveTo>
                  <a:cubicBezTo>
                    <a:pt x="1180" y="0"/>
                    <a:pt x="367" y="814"/>
                    <a:pt x="367" y="1814"/>
                  </a:cubicBezTo>
                  <a:lnTo>
                    <a:pt x="367" y="2724"/>
                  </a:lnTo>
                  <a:cubicBezTo>
                    <a:pt x="162" y="2739"/>
                    <a:pt x="0" y="2906"/>
                    <a:pt x="0" y="3108"/>
                  </a:cubicBezTo>
                  <a:lnTo>
                    <a:pt x="0" y="5598"/>
                  </a:lnTo>
                  <a:cubicBezTo>
                    <a:pt x="0" y="5692"/>
                    <a:pt x="76" y="5768"/>
                    <a:pt x="170" y="5768"/>
                  </a:cubicBezTo>
                  <a:lnTo>
                    <a:pt x="848" y="5768"/>
                  </a:lnTo>
                  <a:cubicBezTo>
                    <a:pt x="867" y="5768"/>
                    <a:pt x="887" y="5760"/>
                    <a:pt x="902" y="5746"/>
                  </a:cubicBezTo>
                  <a:cubicBezTo>
                    <a:pt x="1034" y="5607"/>
                    <a:pt x="934" y="5445"/>
                    <a:pt x="797" y="5445"/>
                  </a:cubicBezTo>
                  <a:lnTo>
                    <a:pt x="388" y="5445"/>
                  </a:lnTo>
                  <a:cubicBezTo>
                    <a:pt x="353" y="5445"/>
                    <a:pt x="325" y="5416"/>
                    <a:pt x="325" y="5382"/>
                  </a:cubicBezTo>
                  <a:lnTo>
                    <a:pt x="325" y="3089"/>
                  </a:lnTo>
                  <a:cubicBezTo>
                    <a:pt x="325" y="3054"/>
                    <a:pt x="354" y="3027"/>
                    <a:pt x="388" y="3027"/>
                  </a:cubicBezTo>
                  <a:lnTo>
                    <a:pt x="3956" y="3027"/>
                  </a:lnTo>
                  <a:cubicBezTo>
                    <a:pt x="3991" y="3027"/>
                    <a:pt x="4019" y="3055"/>
                    <a:pt x="4019" y="3089"/>
                  </a:cubicBezTo>
                  <a:lnTo>
                    <a:pt x="4019" y="5382"/>
                  </a:lnTo>
                  <a:cubicBezTo>
                    <a:pt x="4019" y="5417"/>
                    <a:pt x="3989" y="5445"/>
                    <a:pt x="3956" y="5445"/>
                  </a:cubicBezTo>
                  <a:lnTo>
                    <a:pt x="1406" y="5445"/>
                  </a:lnTo>
                  <a:cubicBezTo>
                    <a:pt x="1322" y="5445"/>
                    <a:pt x="1248" y="5505"/>
                    <a:pt x="1237" y="5587"/>
                  </a:cubicBezTo>
                  <a:cubicBezTo>
                    <a:pt x="1226" y="5686"/>
                    <a:pt x="1304" y="5769"/>
                    <a:pt x="1402" y="5769"/>
                  </a:cubicBezTo>
                  <a:lnTo>
                    <a:pt x="3972" y="5769"/>
                  </a:lnTo>
                  <a:cubicBezTo>
                    <a:pt x="4188" y="5769"/>
                    <a:pt x="4363" y="5594"/>
                    <a:pt x="4363" y="5377"/>
                  </a:cubicBezTo>
                  <a:lnTo>
                    <a:pt x="4363" y="3110"/>
                  </a:lnTo>
                  <a:cubicBezTo>
                    <a:pt x="4363" y="2906"/>
                    <a:pt x="4200" y="2739"/>
                    <a:pt x="3996" y="2724"/>
                  </a:cubicBezTo>
                  <a:lnTo>
                    <a:pt x="3996" y="1836"/>
                  </a:lnTo>
                  <a:cubicBezTo>
                    <a:pt x="3996" y="875"/>
                    <a:pt x="3257" y="65"/>
                    <a:pt x="2298" y="4"/>
                  </a:cubicBezTo>
                  <a:cubicBezTo>
                    <a:pt x="2258" y="1"/>
                    <a:pt x="2219" y="0"/>
                    <a:pt x="21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p:cNvSpPr/>
            <p:nvPr/>
          </p:nvSpPr>
          <p:spPr>
            <a:xfrm>
              <a:off x="3290350" y="2589150"/>
              <a:ext cx="39425" cy="47000"/>
            </a:xfrm>
            <a:custGeom>
              <a:avLst/>
              <a:gdLst/>
              <a:ahLst/>
              <a:cxnLst/>
              <a:rect l="l" t="t" r="r" b="b"/>
              <a:pathLst>
                <a:path w="1577" h="1880" extrusionOk="0">
                  <a:moveTo>
                    <a:pt x="790" y="331"/>
                  </a:moveTo>
                  <a:cubicBezTo>
                    <a:pt x="964" y="331"/>
                    <a:pt x="1107" y="474"/>
                    <a:pt x="1107" y="648"/>
                  </a:cubicBezTo>
                  <a:cubicBezTo>
                    <a:pt x="1107" y="760"/>
                    <a:pt x="1047" y="865"/>
                    <a:pt x="949" y="923"/>
                  </a:cubicBezTo>
                  <a:cubicBezTo>
                    <a:pt x="870" y="969"/>
                    <a:pt x="844" y="1068"/>
                    <a:pt x="888" y="1147"/>
                  </a:cubicBezTo>
                  <a:lnTo>
                    <a:pt x="1124" y="1556"/>
                  </a:lnTo>
                  <a:lnTo>
                    <a:pt x="456" y="1556"/>
                  </a:lnTo>
                  <a:lnTo>
                    <a:pt x="692" y="1147"/>
                  </a:lnTo>
                  <a:cubicBezTo>
                    <a:pt x="737" y="1068"/>
                    <a:pt x="709" y="968"/>
                    <a:pt x="632" y="923"/>
                  </a:cubicBezTo>
                  <a:cubicBezTo>
                    <a:pt x="534" y="867"/>
                    <a:pt x="473" y="760"/>
                    <a:pt x="473" y="648"/>
                  </a:cubicBezTo>
                  <a:cubicBezTo>
                    <a:pt x="473" y="474"/>
                    <a:pt x="615" y="331"/>
                    <a:pt x="790" y="331"/>
                  </a:cubicBezTo>
                  <a:close/>
                  <a:moveTo>
                    <a:pt x="787" y="0"/>
                  </a:moveTo>
                  <a:cubicBezTo>
                    <a:pt x="433" y="0"/>
                    <a:pt x="143" y="291"/>
                    <a:pt x="143" y="645"/>
                  </a:cubicBezTo>
                  <a:cubicBezTo>
                    <a:pt x="143" y="818"/>
                    <a:pt x="214" y="984"/>
                    <a:pt x="335" y="1103"/>
                  </a:cubicBezTo>
                  <a:lnTo>
                    <a:pt x="27" y="1633"/>
                  </a:lnTo>
                  <a:cubicBezTo>
                    <a:pt x="0" y="1683"/>
                    <a:pt x="0" y="1746"/>
                    <a:pt x="30" y="1797"/>
                  </a:cubicBezTo>
                  <a:cubicBezTo>
                    <a:pt x="58" y="1848"/>
                    <a:pt x="113" y="1880"/>
                    <a:pt x="171" y="1880"/>
                  </a:cubicBezTo>
                  <a:lnTo>
                    <a:pt x="1406" y="1880"/>
                  </a:lnTo>
                  <a:cubicBezTo>
                    <a:pt x="1465" y="1880"/>
                    <a:pt x="1519" y="1848"/>
                    <a:pt x="1547" y="1797"/>
                  </a:cubicBezTo>
                  <a:cubicBezTo>
                    <a:pt x="1577" y="1746"/>
                    <a:pt x="1577" y="1685"/>
                    <a:pt x="1547" y="1633"/>
                  </a:cubicBezTo>
                  <a:lnTo>
                    <a:pt x="1241" y="1103"/>
                  </a:lnTo>
                  <a:cubicBezTo>
                    <a:pt x="1362" y="984"/>
                    <a:pt x="1432" y="818"/>
                    <a:pt x="1432" y="645"/>
                  </a:cubicBezTo>
                  <a:cubicBezTo>
                    <a:pt x="1432" y="291"/>
                    <a:pt x="1143" y="0"/>
                    <a:pt x="7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5"/>
                                        </p:tgtEl>
                                        <p:attrNameLst>
                                          <p:attrName>style.visibility</p:attrName>
                                        </p:attrNameLst>
                                      </p:cBhvr>
                                      <p:to>
                                        <p:strVal val="visible"/>
                                      </p:to>
                                    </p:set>
                                    <p:animEffect transition="in" filter="fade">
                                      <p:cBhvr>
                                        <p:cTn id="7" dur="1000"/>
                                        <p:tgtEl>
                                          <p:spTgt spid="1535"/>
                                        </p:tgtEl>
                                      </p:cBhvr>
                                    </p:animEffect>
                                  </p:childTnLst>
                                </p:cTn>
                              </p:par>
                              <p:par>
                                <p:cTn id="8" presetID="10" presetClass="entr" presetSubtype="0" fill="hold" nodeType="withEffect">
                                  <p:stCondLst>
                                    <p:cond delay="0"/>
                                  </p:stCondLst>
                                  <p:childTnLst>
                                    <p:set>
                                      <p:cBhvr>
                                        <p:cTn id="9" dur="1" fill="hold">
                                          <p:stCondLst>
                                            <p:cond delay="0"/>
                                          </p:stCondLst>
                                        </p:cTn>
                                        <p:tgtEl>
                                          <p:spTgt spid="1536"/>
                                        </p:tgtEl>
                                        <p:attrNameLst>
                                          <p:attrName>style.visibility</p:attrName>
                                        </p:attrNameLst>
                                      </p:cBhvr>
                                      <p:to>
                                        <p:strVal val="visible"/>
                                      </p:to>
                                    </p:set>
                                    <p:animEffect transition="in" filter="fade">
                                      <p:cBhvr>
                                        <p:cTn id="10" dur="1000"/>
                                        <p:tgtEl>
                                          <p:spTgt spid="1536"/>
                                        </p:tgtEl>
                                      </p:cBhvr>
                                    </p:animEffect>
                                  </p:childTnLst>
                                </p:cTn>
                              </p:par>
                              <p:par>
                                <p:cTn id="11" presetID="10" presetClass="entr" presetSubtype="0" fill="hold" nodeType="withEffect">
                                  <p:stCondLst>
                                    <p:cond delay="0"/>
                                  </p:stCondLst>
                                  <p:childTnLst>
                                    <p:set>
                                      <p:cBhvr>
                                        <p:cTn id="12" dur="1" fill="hold">
                                          <p:stCondLst>
                                            <p:cond delay="0"/>
                                          </p:stCondLst>
                                        </p:cTn>
                                        <p:tgtEl>
                                          <p:spTgt spid="1543"/>
                                        </p:tgtEl>
                                        <p:attrNameLst>
                                          <p:attrName>style.visibility</p:attrName>
                                        </p:attrNameLst>
                                      </p:cBhvr>
                                      <p:to>
                                        <p:strVal val="visible"/>
                                      </p:to>
                                    </p:set>
                                    <p:animEffect transition="in" filter="fade">
                                      <p:cBhvr>
                                        <p:cTn id="13" dur="1000"/>
                                        <p:tgtEl>
                                          <p:spTgt spid="1543"/>
                                        </p:tgtEl>
                                      </p:cBhvr>
                                    </p:animEffect>
                                  </p:childTnLst>
                                </p:cTn>
                              </p:par>
                              <p:par>
                                <p:cTn id="14" presetID="10" presetClass="entr" presetSubtype="0" fill="hold" nodeType="withEffect">
                                  <p:stCondLst>
                                    <p:cond delay="0"/>
                                  </p:stCondLst>
                                  <p:childTnLst>
                                    <p:set>
                                      <p:cBhvr>
                                        <p:cTn id="15" dur="1" fill="hold">
                                          <p:stCondLst>
                                            <p:cond delay="0"/>
                                          </p:stCondLst>
                                        </p:cTn>
                                        <p:tgtEl>
                                          <p:spTgt spid="1549"/>
                                        </p:tgtEl>
                                        <p:attrNameLst>
                                          <p:attrName>style.visibility</p:attrName>
                                        </p:attrNameLst>
                                      </p:cBhvr>
                                      <p:to>
                                        <p:strVal val="visible"/>
                                      </p:to>
                                    </p:set>
                                    <p:animEffect transition="in" filter="fade">
                                      <p:cBhvr>
                                        <p:cTn id="16" dur="1000"/>
                                        <p:tgtEl>
                                          <p:spTgt spid="1549"/>
                                        </p:tgtEl>
                                      </p:cBhvr>
                                    </p:animEffect>
                                  </p:childTnLst>
                                </p:cTn>
                              </p:par>
                              <p:par>
                                <p:cTn id="17" presetID="10" presetClass="entr" presetSubtype="0" fill="hold" nodeType="withEffect">
                                  <p:stCondLst>
                                    <p:cond delay="0"/>
                                  </p:stCondLst>
                                  <p:childTnLst>
                                    <p:set>
                                      <p:cBhvr>
                                        <p:cTn id="18" dur="1" fill="hold">
                                          <p:stCondLst>
                                            <p:cond delay="0"/>
                                          </p:stCondLst>
                                        </p:cTn>
                                        <p:tgtEl>
                                          <p:spTgt spid="1559"/>
                                        </p:tgtEl>
                                        <p:attrNameLst>
                                          <p:attrName>style.visibility</p:attrName>
                                        </p:attrNameLst>
                                      </p:cBhvr>
                                      <p:to>
                                        <p:strVal val="visible"/>
                                      </p:to>
                                    </p:set>
                                    <p:animEffect transition="in" filter="fade">
                                      <p:cBhvr>
                                        <p:cTn id="19" dur="1000"/>
                                        <p:tgtEl>
                                          <p:spTgt spid="155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537"/>
                                        </p:tgtEl>
                                        <p:attrNameLst>
                                          <p:attrName>style.visibility</p:attrName>
                                        </p:attrNameLst>
                                      </p:cBhvr>
                                      <p:to>
                                        <p:strVal val="visible"/>
                                      </p:to>
                                    </p:set>
                                    <p:animEffect transition="in" filter="fade">
                                      <p:cBhvr>
                                        <p:cTn id="24" dur="1000"/>
                                        <p:tgtEl>
                                          <p:spTgt spid="1537"/>
                                        </p:tgtEl>
                                      </p:cBhvr>
                                    </p:animEffect>
                                  </p:childTnLst>
                                </p:cTn>
                              </p:par>
                              <p:par>
                                <p:cTn id="25" presetID="10" presetClass="entr" presetSubtype="0" fill="hold" nodeType="withEffect">
                                  <p:stCondLst>
                                    <p:cond delay="0"/>
                                  </p:stCondLst>
                                  <p:childTnLst>
                                    <p:set>
                                      <p:cBhvr>
                                        <p:cTn id="26" dur="1" fill="hold">
                                          <p:stCondLst>
                                            <p:cond delay="0"/>
                                          </p:stCondLst>
                                        </p:cTn>
                                        <p:tgtEl>
                                          <p:spTgt spid="1538"/>
                                        </p:tgtEl>
                                        <p:attrNameLst>
                                          <p:attrName>style.visibility</p:attrName>
                                        </p:attrNameLst>
                                      </p:cBhvr>
                                      <p:to>
                                        <p:strVal val="visible"/>
                                      </p:to>
                                    </p:set>
                                    <p:animEffect transition="in" filter="fade">
                                      <p:cBhvr>
                                        <p:cTn id="27" dur="1000"/>
                                        <p:tgtEl>
                                          <p:spTgt spid="1538"/>
                                        </p:tgtEl>
                                      </p:cBhvr>
                                    </p:animEffect>
                                  </p:childTnLst>
                                </p:cTn>
                              </p:par>
                              <p:par>
                                <p:cTn id="28" presetID="10" presetClass="entr" presetSubtype="0" fill="hold" nodeType="withEffect">
                                  <p:stCondLst>
                                    <p:cond delay="0"/>
                                  </p:stCondLst>
                                  <p:childTnLst>
                                    <p:set>
                                      <p:cBhvr>
                                        <p:cTn id="29" dur="1" fill="hold">
                                          <p:stCondLst>
                                            <p:cond delay="0"/>
                                          </p:stCondLst>
                                        </p:cTn>
                                        <p:tgtEl>
                                          <p:spTgt spid="1545"/>
                                        </p:tgtEl>
                                        <p:attrNameLst>
                                          <p:attrName>style.visibility</p:attrName>
                                        </p:attrNameLst>
                                      </p:cBhvr>
                                      <p:to>
                                        <p:strVal val="visible"/>
                                      </p:to>
                                    </p:set>
                                    <p:animEffect transition="in" filter="fade">
                                      <p:cBhvr>
                                        <p:cTn id="30" dur="1000"/>
                                        <p:tgtEl>
                                          <p:spTgt spid="1545"/>
                                        </p:tgtEl>
                                      </p:cBhvr>
                                    </p:animEffect>
                                  </p:childTnLst>
                                </p:cTn>
                              </p:par>
                              <p:par>
                                <p:cTn id="31" presetID="10" presetClass="entr" presetSubtype="0" fill="hold" nodeType="withEffect">
                                  <p:stCondLst>
                                    <p:cond delay="0"/>
                                  </p:stCondLst>
                                  <p:childTnLst>
                                    <p:set>
                                      <p:cBhvr>
                                        <p:cTn id="32" dur="1" fill="hold">
                                          <p:stCondLst>
                                            <p:cond delay="0"/>
                                          </p:stCondLst>
                                        </p:cTn>
                                        <p:tgtEl>
                                          <p:spTgt spid="1546"/>
                                        </p:tgtEl>
                                        <p:attrNameLst>
                                          <p:attrName>style.visibility</p:attrName>
                                        </p:attrNameLst>
                                      </p:cBhvr>
                                      <p:to>
                                        <p:strVal val="visible"/>
                                      </p:to>
                                    </p:set>
                                    <p:animEffect transition="in" filter="fade">
                                      <p:cBhvr>
                                        <p:cTn id="33" dur="1000"/>
                                        <p:tgtEl>
                                          <p:spTgt spid="1546"/>
                                        </p:tgtEl>
                                      </p:cBhvr>
                                    </p:animEffect>
                                  </p:childTnLst>
                                </p:cTn>
                              </p:par>
                              <p:par>
                                <p:cTn id="34" presetID="10" presetClass="entr" presetSubtype="0" fill="hold" nodeType="withEffect">
                                  <p:stCondLst>
                                    <p:cond delay="0"/>
                                  </p:stCondLst>
                                  <p:childTnLst>
                                    <p:set>
                                      <p:cBhvr>
                                        <p:cTn id="35" dur="1" fill="hold">
                                          <p:stCondLst>
                                            <p:cond delay="0"/>
                                          </p:stCondLst>
                                        </p:cTn>
                                        <p:tgtEl>
                                          <p:spTgt spid="1556"/>
                                        </p:tgtEl>
                                        <p:attrNameLst>
                                          <p:attrName>style.visibility</p:attrName>
                                        </p:attrNameLst>
                                      </p:cBhvr>
                                      <p:to>
                                        <p:strVal val="visible"/>
                                      </p:to>
                                    </p:set>
                                    <p:animEffect transition="in" filter="fade">
                                      <p:cBhvr>
                                        <p:cTn id="36" dur="1000"/>
                                        <p:tgtEl>
                                          <p:spTgt spid="1556"/>
                                        </p:tgtEl>
                                      </p:cBhvr>
                                    </p:animEffect>
                                  </p:childTnLst>
                                </p:cTn>
                              </p:par>
                              <p:par>
                                <p:cTn id="37" presetID="10" presetClass="entr" presetSubtype="0" fill="hold" nodeType="withEffect">
                                  <p:stCondLst>
                                    <p:cond delay="0"/>
                                  </p:stCondLst>
                                  <p:childTnLst>
                                    <p:set>
                                      <p:cBhvr>
                                        <p:cTn id="38" dur="1" fill="hold">
                                          <p:stCondLst>
                                            <p:cond delay="0"/>
                                          </p:stCondLst>
                                        </p:cTn>
                                        <p:tgtEl>
                                          <p:spTgt spid="1560"/>
                                        </p:tgtEl>
                                        <p:attrNameLst>
                                          <p:attrName>style.visibility</p:attrName>
                                        </p:attrNameLst>
                                      </p:cBhvr>
                                      <p:to>
                                        <p:strVal val="visible"/>
                                      </p:to>
                                    </p:set>
                                    <p:animEffect transition="in" filter="fade">
                                      <p:cBhvr>
                                        <p:cTn id="39" dur="1000"/>
                                        <p:tgtEl>
                                          <p:spTgt spid="156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539"/>
                                        </p:tgtEl>
                                        <p:attrNameLst>
                                          <p:attrName>style.visibility</p:attrName>
                                        </p:attrNameLst>
                                      </p:cBhvr>
                                      <p:to>
                                        <p:strVal val="visible"/>
                                      </p:to>
                                    </p:set>
                                    <p:animEffect transition="in" filter="fade">
                                      <p:cBhvr>
                                        <p:cTn id="44" dur="1000"/>
                                        <p:tgtEl>
                                          <p:spTgt spid="1539"/>
                                        </p:tgtEl>
                                      </p:cBhvr>
                                    </p:animEffect>
                                  </p:childTnLst>
                                </p:cTn>
                              </p:par>
                              <p:par>
                                <p:cTn id="45" presetID="10" presetClass="entr" presetSubtype="0" fill="hold" nodeType="withEffect">
                                  <p:stCondLst>
                                    <p:cond delay="0"/>
                                  </p:stCondLst>
                                  <p:childTnLst>
                                    <p:set>
                                      <p:cBhvr>
                                        <p:cTn id="46" dur="1" fill="hold">
                                          <p:stCondLst>
                                            <p:cond delay="0"/>
                                          </p:stCondLst>
                                        </p:cTn>
                                        <p:tgtEl>
                                          <p:spTgt spid="1540"/>
                                        </p:tgtEl>
                                        <p:attrNameLst>
                                          <p:attrName>style.visibility</p:attrName>
                                        </p:attrNameLst>
                                      </p:cBhvr>
                                      <p:to>
                                        <p:strVal val="visible"/>
                                      </p:to>
                                    </p:set>
                                    <p:animEffect transition="in" filter="fade">
                                      <p:cBhvr>
                                        <p:cTn id="47" dur="1000"/>
                                        <p:tgtEl>
                                          <p:spTgt spid="1540"/>
                                        </p:tgtEl>
                                      </p:cBhvr>
                                    </p:animEffect>
                                  </p:childTnLst>
                                </p:cTn>
                              </p:par>
                              <p:par>
                                <p:cTn id="48" presetID="10" presetClass="entr" presetSubtype="0" fill="hold" nodeType="withEffect">
                                  <p:stCondLst>
                                    <p:cond delay="0"/>
                                  </p:stCondLst>
                                  <p:childTnLst>
                                    <p:set>
                                      <p:cBhvr>
                                        <p:cTn id="49" dur="1" fill="hold">
                                          <p:stCondLst>
                                            <p:cond delay="0"/>
                                          </p:stCondLst>
                                        </p:cTn>
                                        <p:tgtEl>
                                          <p:spTgt spid="1544"/>
                                        </p:tgtEl>
                                        <p:attrNameLst>
                                          <p:attrName>style.visibility</p:attrName>
                                        </p:attrNameLst>
                                      </p:cBhvr>
                                      <p:to>
                                        <p:strVal val="visible"/>
                                      </p:to>
                                    </p:set>
                                    <p:animEffect transition="in" filter="fade">
                                      <p:cBhvr>
                                        <p:cTn id="50" dur="1000"/>
                                        <p:tgtEl>
                                          <p:spTgt spid="1544"/>
                                        </p:tgtEl>
                                      </p:cBhvr>
                                    </p:animEffect>
                                  </p:childTnLst>
                                </p:cTn>
                              </p:par>
                              <p:par>
                                <p:cTn id="51" presetID="10" presetClass="entr" presetSubtype="0" fill="hold" nodeType="withEffect">
                                  <p:stCondLst>
                                    <p:cond delay="0"/>
                                  </p:stCondLst>
                                  <p:childTnLst>
                                    <p:set>
                                      <p:cBhvr>
                                        <p:cTn id="52" dur="1" fill="hold">
                                          <p:stCondLst>
                                            <p:cond delay="0"/>
                                          </p:stCondLst>
                                        </p:cTn>
                                        <p:tgtEl>
                                          <p:spTgt spid="1557"/>
                                        </p:tgtEl>
                                        <p:attrNameLst>
                                          <p:attrName>style.visibility</p:attrName>
                                        </p:attrNameLst>
                                      </p:cBhvr>
                                      <p:to>
                                        <p:strVal val="visible"/>
                                      </p:to>
                                    </p:set>
                                    <p:animEffect transition="in" filter="fade">
                                      <p:cBhvr>
                                        <p:cTn id="53" dur="1000"/>
                                        <p:tgtEl>
                                          <p:spTgt spid="1557"/>
                                        </p:tgtEl>
                                      </p:cBhvr>
                                    </p:animEffect>
                                  </p:childTnLst>
                                </p:cTn>
                              </p:par>
                              <p:par>
                                <p:cTn id="54" presetID="10" presetClass="entr" presetSubtype="0" fill="hold" nodeType="withEffect">
                                  <p:stCondLst>
                                    <p:cond delay="0"/>
                                  </p:stCondLst>
                                  <p:childTnLst>
                                    <p:set>
                                      <p:cBhvr>
                                        <p:cTn id="55" dur="1" fill="hold">
                                          <p:stCondLst>
                                            <p:cond delay="0"/>
                                          </p:stCondLst>
                                        </p:cTn>
                                        <p:tgtEl>
                                          <p:spTgt spid="1581"/>
                                        </p:tgtEl>
                                        <p:attrNameLst>
                                          <p:attrName>style.visibility</p:attrName>
                                        </p:attrNameLst>
                                      </p:cBhvr>
                                      <p:to>
                                        <p:strVal val="visible"/>
                                      </p:to>
                                    </p:set>
                                    <p:animEffect transition="in" filter="fade">
                                      <p:cBhvr>
                                        <p:cTn id="56" dur="1000"/>
                                        <p:tgtEl>
                                          <p:spTgt spid="1581"/>
                                        </p:tgtEl>
                                      </p:cBhvr>
                                    </p:animEffect>
                                  </p:childTnLst>
                                </p:cTn>
                              </p:par>
                              <p:par>
                                <p:cTn id="57" presetID="10" presetClass="entr" presetSubtype="0" fill="hold" nodeType="withEffect">
                                  <p:stCondLst>
                                    <p:cond delay="0"/>
                                  </p:stCondLst>
                                  <p:childTnLst>
                                    <p:set>
                                      <p:cBhvr>
                                        <p:cTn id="58" dur="1" fill="hold">
                                          <p:stCondLst>
                                            <p:cond delay="0"/>
                                          </p:stCondLst>
                                        </p:cTn>
                                        <p:tgtEl>
                                          <p:spTgt spid="1561"/>
                                        </p:tgtEl>
                                        <p:attrNameLst>
                                          <p:attrName>style.visibility</p:attrName>
                                        </p:attrNameLst>
                                      </p:cBhvr>
                                      <p:to>
                                        <p:strVal val="visible"/>
                                      </p:to>
                                    </p:set>
                                    <p:animEffect transition="in" filter="fade">
                                      <p:cBhvr>
                                        <p:cTn id="59" dur="1000"/>
                                        <p:tgtEl>
                                          <p:spTgt spid="156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519"/>
                                        </p:tgtEl>
                                        <p:attrNameLst>
                                          <p:attrName>style.visibility</p:attrName>
                                        </p:attrNameLst>
                                      </p:cBhvr>
                                      <p:to>
                                        <p:strVal val="visible"/>
                                      </p:to>
                                    </p:set>
                                    <p:animEffect transition="in" filter="fade">
                                      <p:cBhvr>
                                        <p:cTn id="64" dur="1300"/>
                                        <p:tgtEl>
                                          <p:spTgt spid="1519"/>
                                        </p:tgtEl>
                                      </p:cBhvr>
                                    </p:animEffect>
                                  </p:childTnLst>
                                </p:cTn>
                              </p:par>
                              <p:par>
                                <p:cTn id="65" presetID="10" presetClass="entr" presetSubtype="0" fill="hold" nodeType="withEffect">
                                  <p:stCondLst>
                                    <p:cond delay="0"/>
                                  </p:stCondLst>
                                  <p:childTnLst>
                                    <p:set>
                                      <p:cBhvr>
                                        <p:cTn id="66" dur="1" fill="hold">
                                          <p:stCondLst>
                                            <p:cond delay="0"/>
                                          </p:stCondLst>
                                        </p:cTn>
                                        <p:tgtEl>
                                          <p:spTgt spid="1520"/>
                                        </p:tgtEl>
                                        <p:attrNameLst>
                                          <p:attrName>style.visibility</p:attrName>
                                        </p:attrNameLst>
                                      </p:cBhvr>
                                      <p:to>
                                        <p:strVal val="visible"/>
                                      </p:to>
                                    </p:set>
                                    <p:animEffect transition="in" filter="fade">
                                      <p:cBhvr>
                                        <p:cTn id="67" dur="1000"/>
                                        <p:tgtEl>
                                          <p:spTgt spid="1520"/>
                                        </p:tgtEl>
                                      </p:cBhvr>
                                    </p:animEffect>
                                  </p:childTnLst>
                                </p:cTn>
                              </p:par>
                              <p:par>
                                <p:cTn id="68" presetID="10" presetClass="entr" presetSubtype="0" fill="hold" nodeType="withEffect">
                                  <p:stCondLst>
                                    <p:cond delay="0"/>
                                  </p:stCondLst>
                                  <p:childTnLst>
                                    <p:set>
                                      <p:cBhvr>
                                        <p:cTn id="69" dur="1" fill="hold">
                                          <p:stCondLst>
                                            <p:cond delay="0"/>
                                          </p:stCondLst>
                                        </p:cTn>
                                        <p:tgtEl>
                                          <p:spTgt spid="1541"/>
                                        </p:tgtEl>
                                        <p:attrNameLst>
                                          <p:attrName>style.visibility</p:attrName>
                                        </p:attrNameLst>
                                      </p:cBhvr>
                                      <p:to>
                                        <p:strVal val="visible"/>
                                      </p:to>
                                    </p:set>
                                    <p:animEffect transition="in" filter="fade">
                                      <p:cBhvr>
                                        <p:cTn id="70" dur="1000"/>
                                        <p:tgtEl>
                                          <p:spTgt spid="1541"/>
                                        </p:tgtEl>
                                      </p:cBhvr>
                                    </p:animEffect>
                                  </p:childTnLst>
                                </p:cTn>
                              </p:par>
                              <p:par>
                                <p:cTn id="71" presetID="10" presetClass="entr" presetSubtype="0" fill="hold" nodeType="withEffect">
                                  <p:stCondLst>
                                    <p:cond delay="0"/>
                                  </p:stCondLst>
                                  <p:childTnLst>
                                    <p:set>
                                      <p:cBhvr>
                                        <p:cTn id="72" dur="1" fill="hold">
                                          <p:stCondLst>
                                            <p:cond delay="0"/>
                                          </p:stCondLst>
                                        </p:cTn>
                                        <p:tgtEl>
                                          <p:spTgt spid="1542"/>
                                        </p:tgtEl>
                                        <p:attrNameLst>
                                          <p:attrName>style.visibility</p:attrName>
                                        </p:attrNameLst>
                                      </p:cBhvr>
                                      <p:to>
                                        <p:strVal val="visible"/>
                                      </p:to>
                                    </p:set>
                                    <p:animEffect transition="in" filter="fade">
                                      <p:cBhvr>
                                        <p:cTn id="73" dur="1000"/>
                                        <p:tgtEl>
                                          <p:spTgt spid="1542"/>
                                        </p:tgtEl>
                                      </p:cBhvr>
                                    </p:animEffect>
                                  </p:childTnLst>
                                </p:cTn>
                              </p:par>
                              <p:par>
                                <p:cTn id="74" presetID="10" presetClass="entr" presetSubtype="0" fill="hold" nodeType="withEffect">
                                  <p:stCondLst>
                                    <p:cond delay="0"/>
                                  </p:stCondLst>
                                  <p:childTnLst>
                                    <p:set>
                                      <p:cBhvr>
                                        <p:cTn id="75" dur="1" fill="hold">
                                          <p:stCondLst>
                                            <p:cond delay="0"/>
                                          </p:stCondLst>
                                        </p:cTn>
                                        <p:tgtEl>
                                          <p:spTgt spid="1558"/>
                                        </p:tgtEl>
                                        <p:attrNameLst>
                                          <p:attrName>style.visibility</p:attrName>
                                        </p:attrNameLst>
                                      </p:cBhvr>
                                      <p:to>
                                        <p:strVal val="visible"/>
                                      </p:to>
                                    </p:set>
                                    <p:animEffect transition="in" filter="fade">
                                      <p:cBhvr>
                                        <p:cTn id="76" dur="1000"/>
                                        <p:tgtEl>
                                          <p:spTgt spid="1558"/>
                                        </p:tgtEl>
                                      </p:cBhvr>
                                    </p:animEffect>
                                  </p:childTnLst>
                                </p:cTn>
                              </p:par>
                              <p:par>
                                <p:cTn id="77" presetID="10" presetClass="entr" presetSubtype="0" fill="hold" nodeType="withEffect">
                                  <p:stCondLst>
                                    <p:cond delay="0"/>
                                  </p:stCondLst>
                                  <p:childTnLst>
                                    <p:set>
                                      <p:cBhvr>
                                        <p:cTn id="78" dur="1" fill="hold">
                                          <p:stCondLst>
                                            <p:cond delay="0"/>
                                          </p:stCondLst>
                                        </p:cTn>
                                        <p:tgtEl>
                                          <p:spTgt spid="1562"/>
                                        </p:tgtEl>
                                        <p:attrNameLst>
                                          <p:attrName>style.visibility</p:attrName>
                                        </p:attrNameLst>
                                      </p:cBhvr>
                                      <p:to>
                                        <p:strVal val="visible"/>
                                      </p:to>
                                    </p:set>
                                    <p:animEffect transition="in" filter="fade">
                                      <p:cBhvr>
                                        <p:cTn id="79" dur="1000"/>
                                        <p:tgtEl>
                                          <p:spTgt spid="1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92"/>
        <p:cNvGrpSpPr/>
        <p:nvPr/>
      </p:nvGrpSpPr>
      <p:grpSpPr>
        <a:xfrm>
          <a:off x="0" y="0"/>
          <a:ext cx="0" cy="0"/>
          <a:chOff x="0" y="0"/>
          <a:chExt cx="0" cy="0"/>
        </a:xfrm>
      </p:grpSpPr>
      <p:grpSp>
        <p:nvGrpSpPr>
          <p:cNvPr id="1593" name="Google Shape;1593;p57"/>
          <p:cNvGrpSpPr/>
          <p:nvPr/>
        </p:nvGrpSpPr>
        <p:grpSpPr>
          <a:xfrm>
            <a:off x="7705052" y="2839312"/>
            <a:ext cx="856075" cy="1220866"/>
            <a:chOff x="7738127" y="2847587"/>
            <a:chExt cx="856075" cy="1220866"/>
          </a:xfrm>
        </p:grpSpPr>
        <p:grpSp>
          <p:nvGrpSpPr>
            <p:cNvPr id="1594" name="Google Shape;1594;p57"/>
            <p:cNvGrpSpPr/>
            <p:nvPr/>
          </p:nvGrpSpPr>
          <p:grpSpPr>
            <a:xfrm>
              <a:off x="7738127" y="2847587"/>
              <a:ext cx="856075" cy="789641"/>
              <a:chOff x="7738127" y="2847587"/>
              <a:chExt cx="856075" cy="789641"/>
            </a:xfrm>
          </p:grpSpPr>
          <p:sp>
            <p:nvSpPr>
              <p:cNvPr id="1595" name="Google Shape;1595;p57"/>
              <p:cNvSpPr/>
              <p:nvPr/>
            </p:nvSpPr>
            <p:spPr>
              <a:xfrm>
                <a:off x="8346481" y="2947488"/>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7"/>
              <p:cNvSpPr/>
              <p:nvPr/>
            </p:nvSpPr>
            <p:spPr>
              <a:xfrm>
                <a:off x="7738127" y="3497190"/>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7"/>
              <p:cNvSpPr/>
              <p:nvPr/>
            </p:nvSpPr>
            <p:spPr>
              <a:xfrm>
                <a:off x="7878229" y="2847587"/>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8" name="Google Shape;1598;p57"/>
            <p:cNvGrpSpPr/>
            <p:nvPr/>
          </p:nvGrpSpPr>
          <p:grpSpPr>
            <a:xfrm>
              <a:off x="8116913" y="3682811"/>
              <a:ext cx="385668" cy="385642"/>
              <a:chOff x="6067621" y="1137730"/>
              <a:chExt cx="452503" cy="452472"/>
            </a:xfrm>
          </p:grpSpPr>
          <p:grpSp>
            <p:nvGrpSpPr>
              <p:cNvPr id="1599" name="Google Shape;1599;p57"/>
              <p:cNvGrpSpPr/>
              <p:nvPr/>
            </p:nvGrpSpPr>
            <p:grpSpPr>
              <a:xfrm>
                <a:off x="6067621" y="1137730"/>
                <a:ext cx="452503" cy="452472"/>
                <a:chOff x="7260446" y="1803430"/>
                <a:chExt cx="452503" cy="452472"/>
              </a:xfrm>
            </p:grpSpPr>
            <p:sp>
              <p:nvSpPr>
                <p:cNvPr id="1600" name="Google Shape;1600;p57"/>
                <p:cNvSpPr/>
                <p:nvPr/>
              </p:nvSpPr>
              <p:spPr>
                <a:xfrm>
                  <a:off x="7260446" y="1803430"/>
                  <a:ext cx="452503" cy="452472"/>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7"/>
                <p:cNvSpPr/>
                <p:nvPr/>
              </p:nvSpPr>
              <p:spPr>
                <a:xfrm>
                  <a:off x="7345852" y="1925714"/>
                  <a:ext cx="90457" cy="85987"/>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7"/>
                <p:cNvSpPr/>
                <p:nvPr/>
              </p:nvSpPr>
              <p:spPr>
                <a:xfrm>
                  <a:off x="7537231" y="1925714"/>
                  <a:ext cx="90383" cy="85987"/>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3" name="Google Shape;1603;p57"/>
              <p:cNvSpPr/>
              <p:nvPr/>
            </p:nvSpPr>
            <p:spPr>
              <a:xfrm rot="10800000">
                <a:off x="6168113" y="1329405"/>
                <a:ext cx="251524" cy="131850"/>
              </a:xfrm>
              <a:custGeom>
                <a:avLst/>
                <a:gdLst/>
                <a:ahLst/>
                <a:cxnLst/>
                <a:rect l="l" t="t" r="r" b="b"/>
                <a:pathLst>
                  <a:path w="723" h="379" fill="none" extrusionOk="0">
                    <a:moveTo>
                      <a:pt x="1" y="0"/>
                    </a:moveTo>
                    <a:cubicBezTo>
                      <a:pt x="1" y="0"/>
                      <a:pt x="254" y="378"/>
                      <a:pt x="723" y="0"/>
                    </a:cubicBez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04" name="Google Shape;1604;p57"/>
          <p:cNvGrpSpPr/>
          <p:nvPr/>
        </p:nvGrpSpPr>
        <p:grpSpPr>
          <a:xfrm>
            <a:off x="5183818" y="879007"/>
            <a:ext cx="3080794" cy="5820791"/>
            <a:chOff x="9413318" y="879007"/>
            <a:chExt cx="3080794" cy="5820791"/>
          </a:xfrm>
        </p:grpSpPr>
        <p:sp>
          <p:nvSpPr>
            <p:cNvPr id="1605" name="Google Shape;1605;p57"/>
            <p:cNvSpPr/>
            <p:nvPr/>
          </p:nvSpPr>
          <p:spPr>
            <a:xfrm>
              <a:off x="11427421" y="1951992"/>
              <a:ext cx="392441" cy="349976"/>
            </a:xfrm>
            <a:custGeom>
              <a:avLst/>
              <a:gdLst/>
              <a:ahLst/>
              <a:cxnLst/>
              <a:rect l="l" t="t" r="r" b="b"/>
              <a:pathLst>
                <a:path w="3595" h="3206" extrusionOk="0">
                  <a:moveTo>
                    <a:pt x="2827" y="0"/>
                  </a:moveTo>
                  <a:cubicBezTo>
                    <a:pt x="0" y="0"/>
                    <a:pt x="178" y="3206"/>
                    <a:pt x="178" y="3206"/>
                  </a:cubicBezTo>
                  <a:cubicBezTo>
                    <a:pt x="3595" y="1602"/>
                    <a:pt x="3424" y="44"/>
                    <a:pt x="3424" y="44"/>
                  </a:cubicBezTo>
                  <a:cubicBezTo>
                    <a:pt x="3211" y="14"/>
                    <a:pt x="3013" y="0"/>
                    <a:pt x="28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6" name="Google Shape;1606;p57"/>
            <p:cNvGrpSpPr/>
            <p:nvPr/>
          </p:nvGrpSpPr>
          <p:grpSpPr>
            <a:xfrm>
              <a:off x="11423871" y="1098204"/>
              <a:ext cx="1070241" cy="1603574"/>
              <a:chOff x="-3446639" y="1098204"/>
              <a:chExt cx="1070241" cy="1603574"/>
            </a:xfrm>
          </p:grpSpPr>
          <p:sp>
            <p:nvSpPr>
              <p:cNvPr id="1607" name="Google Shape;1607;p57"/>
              <p:cNvSpPr/>
              <p:nvPr/>
            </p:nvSpPr>
            <p:spPr>
              <a:xfrm>
                <a:off x="-3183266" y="1752778"/>
                <a:ext cx="762449" cy="945136"/>
              </a:xfrm>
              <a:custGeom>
                <a:avLst/>
                <a:gdLst/>
                <a:ahLst/>
                <a:cxnLst/>
                <a:rect l="l" t="t" r="r" b="b"/>
                <a:pathLst>
                  <a:path w="7113" h="8817" extrusionOk="0">
                    <a:moveTo>
                      <a:pt x="5823" y="0"/>
                    </a:moveTo>
                    <a:cubicBezTo>
                      <a:pt x="5823" y="0"/>
                      <a:pt x="2479" y="4974"/>
                      <a:pt x="1394" y="5626"/>
                    </a:cubicBezTo>
                    <a:cubicBezTo>
                      <a:pt x="418" y="6213"/>
                      <a:pt x="0" y="8434"/>
                      <a:pt x="1392" y="8787"/>
                    </a:cubicBezTo>
                    <a:cubicBezTo>
                      <a:pt x="1472" y="8807"/>
                      <a:pt x="1553" y="8817"/>
                      <a:pt x="1634" y="8817"/>
                    </a:cubicBezTo>
                    <a:cubicBezTo>
                      <a:pt x="4014" y="8817"/>
                      <a:pt x="7113" y="526"/>
                      <a:pt x="7113" y="526"/>
                    </a:cubicBezTo>
                    <a:lnTo>
                      <a:pt x="5823" y="0"/>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7"/>
              <p:cNvSpPr/>
              <p:nvPr/>
            </p:nvSpPr>
            <p:spPr>
              <a:xfrm>
                <a:off x="-3446639" y="2022913"/>
                <a:ext cx="543351" cy="678865"/>
              </a:xfrm>
              <a:custGeom>
                <a:avLst/>
                <a:gdLst/>
                <a:ahLst/>
                <a:cxnLst/>
                <a:rect l="l" t="t" r="r" b="b"/>
                <a:pathLst>
                  <a:path w="5069" h="6333" extrusionOk="0">
                    <a:moveTo>
                      <a:pt x="2060" y="0"/>
                    </a:moveTo>
                    <a:cubicBezTo>
                      <a:pt x="2060" y="0"/>
                      <a:pt x="229" y="691"/>
                      <a:pt x="21" y="1892"/>
                    </a:cubicBezTo>
                    <a:cubicBezTo>
                      <a:pt x="1" y="2012"/>
                      <a:pt x="2553" y="5656"/>
                      <a:pt x="3814" y="6262"/>
                    </a:cubicBezTo>
                    <a:cubicBezTo>
                      <a:pt x="3913" y="6310"/>
                      <a:pt x="4005" y="6333"/>
                      <a:pt x="4089" y="6333"/>
                    </a:cubicBezTo>
                    <a:cubicBezTo>
                      <a:pt x="5069" y="6333"/>
                      <a:pt x="5011" y="3299"/>
                      <a:pt x="4279" y="2435"/>
                    </a:cubicBezTo>
                    <a:cubicBezTo>
                      <a:pt x="3484" y="1498"/>
                      <a:pt x="2060" y="0"/>
                      <a:pt x="2060"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7"/>
              <p:cNvSpPr/>
              <p:nvPr/>
            </p:nvSpPr>
            <p:spPr>
              <a:xfrm>
                <a:off x="-3109625" y="2265605"/>
                <a:ext cx="106012" cy="96690"/>
              </a:xfrm>
              <a:custGeom>
                <a:avLst/>
                <a:gdLst/>
                <a:ahLst/>
                <a:cxnLst/>
                <a:rect l="l" t="t" r="r" b="b"/>
                <a:pathLst>
                  <a:path w="989" h="902" fill="none" extrusionOk="0">
                    <a:moveTo>
                      <a:pt x="988" y="0"/>
                    </a:moveTo>
                    <a:cubicBezTo>
                      <a:pt x="988" y="0"/>
                      <a:pt x="385" y="307"/>
                      <a:pt x="1" y="901"/>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7"/>
              <p:cNvSpPr/>
              <p:nvPr/>
            </p:nvSpPr>
            <p:spPr>
              <a:xfrm>
                <a:off x="-2754783" y="1098204"/>
                <a:ext cx="260581" cy="497920"/>
              </a:xfrm>
              <a:custGeom>
                <a:avLst/>
                <a:gdLst/>
                <a:ahLst/>
                <a:cxnLst/>
                <a:rect l="l" t="t" r="r" b="b"/>
                <a:pathLst>
                  <a:path w="2431" h="4645" extrusionOk="0">
                    <a:moveTo>
                      <a:pt x="1" y="0"/>
                    </a:moveTo>
                    <a:lnTo>
                      <a:pt x="63" y="4645"/>
                    </a:lnTo>
                    <a:lnTo>
                      <a:pt x="2431" y="4645"/>
                    </a:lnTo>
                    <a:lnTo>
                      <a:pt x="24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7"/>
              <p:cNvSpPr/>
              <p:nvPr/>
            </p:nvSpPr>
            <p:spPr>
              <a:xfrm>
                <a:off x="-2711370" y="1144405"/>
                <a:ext cx="36231" cy="36339"/>
              </a:xfrm>
              <a:custGeom>
                <a:avLst/>
                <a:gdLst/>
                <a:ahLst/>
                <a:cxnLst/>
                <a:rect l="l" t="t" r="r" b="b"/>
                <a:pathLst>
                  <a:path w="338" h="339" extrusionOk="0">
                    <a:moveTo>
                      <a:pt x="170" y="1"/>
                    </a:moveTo>
                    <a:cubicBezTo>
                      <a:pt x="76" y="1"/>
                      <a:pt x="1" y="76"/>
                      <a:pt x="1" y="170"/>
                    </a:cubicBezTo>
                    <a:cubicBezTo>
                      <a:pt x="1" y="262"/>
                      <a:pt x="76" y="339"/>
                      <a:pt x="170" y="339"/>
                    </a:cubicBezTo>
                    <a:cubicBezTo>
                      <a:pt x="262" y="339"/>
                      <a:pt x="337" y="262"/>
                      <a:pt x="337" y="170"/>
                    </a:cubicBezTo>
                    <a:cubicBezTo>
                      <a:pt x="337" y="76"/>
                      <a:pt x="262"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7"/>
              <p:cNvSpPr/>
              <p:nvPr/>
            </p:nvSpPr>
            <p:spPr>
              <a:xfrm>
                <a:off x="-2711370" y="1207330"/>
                <a:ext cx="36231" cy="36339"/>
              </a:xfrm>
              <a:custGeom>
                <a:avLst/>
                <a:gdLst/>
                <a:ahLst/>
                <a:cxnLst/>
                <a:rect l="l" t="t" r="r" b="b"/>
                <a:pathLst>
                  <a:path w="338" h="339" extrusionOk="0">
                    <a:moveTo>
                      <a:pt x="170" y="1"/>
                    </a:moveTo>
                    <a:cubicBezTo>
                      <a:pt x="76" y="1"/>
                      <a:pt x="1" y="78"/>
                      <a:pt x="1" y="170"/>
                    </a:cubicBezTo>
                    <a:cubicBezTo>
                      <a:pt x="1" y="263"/>
                      <a:pt x="76" y="339"/>
                      <a:pt x="170" y="339"/>
                    </a:cubicBezTo>
                    <a:cubicBezTo>
                      <a:pt x="262" y="339"/>
                      <a:pt x="337" y="263"/>
                      <a:pt x="337" y="170"/>
                    </a:cubicBezTo>
                    <a:cubicBezTo>
                      <a:pt x="337" y="75"/>
                      <a:pt x="262"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7"/>
              <p:cNvSpPr/>
              <p:nvPr/>
            </p:nvSpPr>
            <p:spPr>
              <a:xfrm rot="-181697">
                <a:off x="-2751917" y="1328008"/>
                <a:ext cx="362623" cy="497887"/>
              </a:xfrm>
              <a:custGeom>
                <a:avLst/>
                <a:gdLst/>
                <a:ahLst/>
                <a:cxnLst/>
                <a:rect l="l" t="t" r="r" b="b"/>
                <a:pathLst>
                  <a:path w="3386" h="4455" extrusionOk="0">
                    <a:moveTo>
                      <a:pt x="1471" y="1"/>
                    </a:moveTo>
                    <a:cubicBezTo>
                      <a:pt x="1345" y="1"/>
                      <a:pt x="1125" y="800"/>
                      <a:pt x="1812" y="1460"/>
                    </a:cubicBezTo>
                    <a:cubicBezTo>
                      <a:pt x="1812" y="1460"/>
                      <a:pt x="1032" y="844"/>
                      <a:pt x="575" y="422"/>
                    </a:cubicBezTo>
                    <a:cubicBezTo>
                      <a:pt x="563" y="411"/>
                      <a:pt x="554" y="406"/>
                      <a:pt x="546" y="406"/>
                    </a:cubicBezTo>
                    <a:cubicBezTo>
                      <a:pt x="426" y="406"/>
                      <a:pt x="796" y="1657"/>
                      <a:pt x="1546" y="1769"/>
                    </a:cubicBezTo>
                    <a:cubicBezTo>
                      <a:pt x="1546" y="1769"/>
                      <a:pt x="640" y="1766"/>
                      <a:pt x="285" y="1664"/>
                    </a:cubicBezTo>
                    <a:cubicBezTo>
                      <a:pt x="262" y="1658"/>
                      <a:pt x="242" y="1655"/>
                      <a:pt x="226" y="1655"/>
                    </a:cubicBezTo>
                    <a:cubicBezTo>
                      <a:pt x="0" y="1655"/>
                      <a:pt x="324" y="2210"/>
                      <a:pt x="1204" y="2210"/>
                    </a:cubicBezTo>
                    <a:cubicBezTo>
                      <a:pt x="1281" y="2210"/>
                      <a:pt x="1363" y="2206"/>
                      <a:pt x="1448" y="2196"/>
                    </a:cubicBezTo>
                    <a:lnTo>
                      <a:pt x="1448" y="2196"/>
                    </a:lnTo>
                    <a:cubicBezTo>
                      <a:pt x="1448" y="2196"/>
                      <a:pt x="1311" y="2905"/>
                      <a:pt x="1773" y="3353"/>
                    </a:cubicBezTo>
                    <a:lnTo>
                      <a:pt x="1620" y="4229"/>
                    </a:lnTo>
                    <a:cubicBezTo>
                      <a:pt x="1619" y="4229"/>
                      <a:pt x="1997" y="4455"/>
                      <a:pt x="2504" y="4455"/>
                    </a:cubicBezTo>
                    <a:cubicBezTo>
                      <a:pt x="2652" y="4455"/>
                      <a:pt x="2810" y="4435"/>
                      <a:pt x="2974" y="4386"/>
                    </a:cubicBezTo>
                    <a:cubicBezTo>
                      <a:pt x="2974" y="4386"/>
                      <a:pt x="3131" y="3391"/>
                      <a:pt x="3258" y="2902"/>
                    </a:cubicBezTo>
                    <a:cubicBezTo>
                      <a:pt x="3386" y="2413"/>
                      <a:pt x="2840" y="2026"/>
                      <a:pt x="2517" y="477"/>
                    </a:cubicBezTo>
                    <a:cubicBezTo>
                      <a:pt x="2498" y="385"/>
                      <a:pt x="2468" y="346"/>
                      <a:pt x="2434" y="346"/>
                    </a:cubicBezTo>
                    <a:cubicBezTo>
                      <a:pt x="2314" y="346"/>
                      <a:pt x="2155" y="844"/>
                      <a:pt x="2348" y="1295"/>
                    </a:cubicBezTo>
                    <a:cubicBezTo>
                      <a:pt x="2348" y="1295"/>
                      <a:pt x="1640" y="447"/>
                      <a:pt x="1517" y="54"/>
                    </a:cubicBezTo>
                    <a:cubicBezTo>
                      <a:pt x="1505" y="18"/>
                      <a:pt x="1489" y="1"/>
                      <a:pt x="1471"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4" name="Google Shape;1614;p57"/>
            <p:cNvSpPr/>
            <p:nvPr/>
          </p:nvSpPr>
          <p:spPr>
            <a:xfrm>
              <a:off x="10462289" y="879007"/>
              <a:ext cx="878544" cy="686089"/>
            </a:xfrm>
            <a:custGeom>
              <a:avLst/>
              <a:gdLst/>
              <a:ahLst/>
              <a:cxnLst/>
              <a:rect l="l" t="t" r="r" b="b"/>
              <a:pathLst>
                <a:path w="8048" h="6285" extrusionOk="0">
                  <a:moveTo>
                    <a:pt x="3305" y="0"/>
                  </a:moveTo>
                  <a:cubicBezTo>
                    <a:pt x="3290" y="0"/>
                    <a:pt x="3276" y="1"/>
                    <a:pt x="3261" y="1"/>
                  </a:cubicBezTo>
                  <a:cubicBezTo>
                    <a:pt x="2407" y="16"/>
                    <a:pt x="1615" y="2007"/>
                    <a:pt x="1249" y="3139"/>
                  </a:cubicBezTo>
                  <a:cubicBezTo>
                    <a:pt x="883" y="4270"/>
                    <a:pt x="1" y="5109"/>
                    <a:pt x="1" y="5109"/>
                  </a:cubicBezTo>
                  <a:cubicBezTo>
                    <a:pt x="1" y="5109"/>
                    <a:pt x="1920" y="6284"/>
                    <a:pt x="4227" y="6284"/>
                  </a:cubicBezTo>
                  <a:cubicBezTo>
                    <a:pt x="5197" y="6284"/>
                    <a:pt x="6235" y="6076"/>
                    <a:pt x="7228" y="5486"/>
                  </a:cubicBezTo>
                  <a:cubicBezTo>
                    <a:pt x="7120" y="5058"/>
                    <a:pt x="7124" y="4525"/>
                    <a:pt x="7124" y="4525"/>
                  </a:cubicBezTo>
                  <a:lnTo>
                    <a:pt x="7124" y="4525"/>
                  </a:lnTo>
                  <a:cubicBezTo>
                    <a:pt x="7256" y="4765"/>
                    <a:pt x="7475" y="5016"/>
                    <a:pt x="7656" y="5200"/>
                  </a:cubicBezTo>
                  <a:cubicBezTo>
                    <a:pt x="7788" y="5108"/>
                    <a:pt x="7920" y="5004"/>
                    <a:pt x="8048" y="4894"/>
                  </a:cubicBezTo>
                  <a:cubicBezTo>
                    <a:pt x="8048" y="4894"/>
                    <a:pt x="7573" y="4396"/>
                    <a:pt x="7277" y="2899"/>
                  </a:cubicBezTo>
                  <a:cubicBezTo>
                    <a:pt x="6982" y="1403"/>
                    <a:pt x="6498" y="251"/>
                    <a:pt x="5811" y="251"/>
                  </a:cubicBezTo>
                  <a:cubicBezTo>
                    <a:pt x="5120" y="251"/>
                    <a:pt x="4816" y="717"/>
                    <a:pt x="4816" y="717"/>
                  </a:cubicBezTo>
                  <a:cubicBezTo>
                    <a:pt x="4816" y="717"/>
                    <a:pt x="4420" y="0"/>
                    <a:pt x="3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7"/>
            <p:cNvSpPr/>
            <p:nvPr/>
          </p:nvSpPr>
          <p:spPr>
            <a:xfrm>
              <a:off x="10564359" y="1333134"/>
              <a:ext cx="752024" cy="569721"/>
            </a:xfrm>
            <a:custGeom>
              <a:avLst/>
              <a:gdLst/>
              <a:ahLst/>
              <a:cxnLst/>
              <a:rect l="l" t="t" r="r" b="b"/>
              <a:pathLst>
                <a:path w="6889" h="5219" extrusionOk="0">
                  <a:moveTo>
                    <a:pt x="2272" y="1"/>
                  </a:moveTo>
                  <a:lnTo>
                    <a:pt x="2145" y="2669"/>
                  </a:lnTo>
                  <a:lnTo>
                    <a:pt x="493" y="3090"/>
                  </a:lnTo>
                  <a:cubicBezTo>
                    <a:pt x="493" y="3090"/>
                    <a:pt x="0" y="5218"/>
                    <a:pt x="2928" y="5218"/>
                  </a:cubicBezTo>
                  <a:cubicBezTo>
                    <a:pt x="3072" y="5218"/>
                    <a:pt x="3224" y="5213"/>
                    <a:pt x="3384" y="5203"/>
                  </a:cubicBezTo>
                  <a:cubicBezTo>
                    <a:pt x="6889" y="4967"/>
                    <a:pt x="6116" y="2964"/>
                    <a:pt x="6115" y="2964"/>
                  </a:cubicBezTo>
                  <a:lnTo>
                    <a:pt x="4543" y="2599"/>
                  </a:lnTo>
                  <a:lnTo>
                    <a:pt x="4201" y="364"/>
                  </a:lnTo>
                  <a:lnTo>
                    <a:pt x="2272"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7"/>
            <p:cNvSpPr/>
            <p:nvPr/>
          </p:nvSpPr>
          <p:spPr>
            <a:xfrm>
              <a:off x="10860088" y="1372761"/>
              <a:ext cx="191254" cy="186123"/>
            </a:xfrm>
            <a:custGeom>
              <a:avLst/>
              <a:gdLst/>
              <a:ahLst/>
              <a:cxnLst/>
              <a:rect l="l" t="t" r="r" b="b"/>
              <a:pathLst>
                <a:path w="1752" h="1705" extrusionOk="0">
                  <a:moveTo>
                    <a:pt x="1494" y="1"/>
                  </a:moveTo>
                  <a:lnTo>
                    <a:pt x="1" y="81"/>
                  </a:lnTo>
                  <a:cubicBezTo>
                    <a:pt x="1" y="81"/>
                    <a:pt x="112" y="1705"/>
                    <a:pt x="1479" y="1705"/>
                  </a:cubicBezTo>
                  <a:cubicBezTo>
                    <a:pt x="1565" y="1705"/>
                    <a:pt x="1656" y="1698"/>
                    <a:pt x="1751" y="1685"/>
                  </a:cubicBezTo>
                  <a:lnTo>
                    <a:pt x="1494" y="1"/>
                  </a:lnTo>
                  <a:close/>
                </a:path>
              </a:pathLst>
            </a:custGeom>
            <a:solidFill>
              <a:srgbClr val="4713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7"/>
            <p:cNvSpPr/>
            <p:nvPr/>
          </p:nvSpPr>
          <p:spPr>
            <a:xfrm>
              <a:off x="10777122" y="1022996"/>
              <a:ext cx="376285" cy="473876"/>
            </a:xfrm>
            <a:custGeom>
              <a:avLst/>
              <a:gdLst/>
              <a:ahLst/>
              <a:cxnLst/>
              <a:rect l="l" t="t" r="r" b="b"/>
              <a:pathLst>
                <a:path w="3447" h="4341" extrusionOk="0">
                  <a:moveTo>
                    <a:pt x="1779" y="1"/>
                  </a:moveTo>
                  <a:cubicBezTo>
                    <a:pt x="1297" y="1"/>
                    <a:pt x="838" y="184"/>
                    <a:pt x="657" y="419"/>
                  </a:cubicBezTo>
                  <a:cubicBezTo>
                    <a:pt x="95" y="1150"/>
                    <a:pt x="0" y="2391"/>
                    <a:pt x="375" y="3218"/>
                  </a:cubicBezTo>
                  <a:cubicBezTo>
                    <a:pt x="663" y="3851"/>
                    <a:pt x="1427" y="4341"/>
                    <a:pt x="2147" y="4341"/>
                  </a:cubicBezTo>
                  <a:cubicBezTo>
                    <a:pt x="2370" y="4341"/>
                    <a:pt x="2588" y="4294"/>
                    <a:pt x="2787" y="4191"/>
                  </a:cubicBezTo>
                  <a:cubicBezTo>
                    <a:pt x="3299" y="3925"/>
                    <a:pt x="3447" y="3442"/>
                    <a:pt x="3422" y="2754"/>
                  </a:cubicBezTo>
                  <a:cubicBezTo>
                    <a:pt x="3416" y="2590"/>
                    <a:pt x="3399" y="2412"/>
                    <a:pt x="3376" y="2220"/>
                  </a:cubicBezTo>
                  <a:cubicBezTo>
                    <a:pt x="3339" y="1903"/>
                    <a:pt x="3276" y="1556"/>
                    <a:pt x="3208" y="1174"/>
                  </a:cubicBezTo>
                  <a:cubicBezTo>
                    <a:pt x="3050" y="300"/>
                    <a:pt x="2396" y="1"/>
                    <a:pt x="1779"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7"/>
            <p:cNvSpPr/>
            <p:nvPr/>
          </p:nvSpPr>
          <p:spPr>
            <a:xfrm>
              <a:off x="10691646" y="990246"/>
              <a:ext cx="308058" cy="275200"/>
            </a:xfrm>
            <a:custGeom>
              <a:avLst/>
              <a:gdLst/>
              <a:ahLst/>
              <a:cxnLst/>
              <a:rect l="l" t="t" r="r" b="b"/>
              <a:pathLst>
                <a:path w="2822" h="2521" extrusionOk="0">
                  <a:moveTo>
                    <a:pt x="1942" y="0"/>
                  </a:moveTo>
                  <a:cubicBezTo>
                    <a:pt x="1" y="0"/>
                    <a:pt x="515" y="2519"/>
                    <a:pt x="513" y="2520"/>
                  </a:cubicBezTo>
                  <a:cubicBezTo>
                    <a:pt x="2530" y="2449"/>
                    <a:pt x="2822" y="137"/>
                    <a:pt x="2822" y="137"/>
                  </a:cubicBezTo>
                  <a:cubicBezTo>
                    <a:pt x="2483" y="42"/>
                    <a:pt x="2192" y="0"/>
                    <a:pt x="19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7"/>
            <p:cNvSpPr/>
            <p:nvPr/>
          </p:nvSpPr>
          <p:spPr>
            <a:xfrm>
              <a:off x="10954079" y="1228663"/>
              <a:ext cx="23579" cy="28819"/>
            </a:xfrm>
            <a:custGeom>
              <a:avLst/>
              <a:gdLst/>
              <a:ahLst/>
              <a:cxnLst/>
              <a:rect l="l" t="t" r="r" b="b"/>
              <a:pathLst>
                <a:path w="216" h="264" extrusionOk="0">
                  <a:moveTo>
                    <a:pt x="102" y="1"/>
                  </a:moveTo>
                  <a:cubicBezTo>
                    <a:pt x="98" y="1"/>
                    <a:pt x="95" y="1"/>
                    <a:pt x="91" y="1"/>
                  </a:cubicBezTo>
                  <a:cubicBezTo>
                    <a:pt x="38" y="7"/>
                    <a:pt x="1" y="71"/>
                    <a:pt x="10" y="144"/>
                  </a:cubicBezTo>
                  <a:cubicBezTo>
                    <a:pt x="20" y="212"/>
                    <a:pt x="65" y="263"/>
                    <a:pt x="115" y="263"/>
                  </a:cubicBezTo>
                  <a:cubicBezTo>
                    <a:pt x="119" y="263"/>
                    <a:pt x="122" y="263"/>
                    <a:pt x="126" y="262"/>
                  </a:cubicBezTo>
                  <a:cubicBezTo>
                    <a:pt x="179" y="255"/>
                    <a:pt x="216" y="193"/>
                    <a:pt x="207" y="120"/>
                  </a:cubicBezTo>
                  <a:cubicBezTo>
                    <a:pt x="199" y="52"/>
                    <a:pt x="153" y="1"/>
                    <a:pt x="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7"/>
            <p:cNvSpPr/>
            <p:nvPr/>
          </p:nvSpPr>
          <p:spPr>
            <a:xfrm>
              <a:off x="11080384" y="1218183"/>
              <a:ext cx="23361" cy="28710"/>
            </a:xfrm>
            <a:custGeom>
              <a:avLst/>
              <a:gdLst/>
              <a:ahLst/>
              <a:cxnLst/>
              <a:rect l="l" t="t" r="r" b="b"/>
              <a:pathLst>
                <a:path w="214" h="263" extrusionOk="0">
                  <a:moveTo>
                    <a:pt x="99" y="0"/>
                  </a:moveTo>
                  <a:cubicBezTo>
                    <a:pt x="96" y="0"/>
                    <a:pt x="93" y="1"/>
                    <a:pt x="89" y="1"/>
                  </a:cubicBezTo>
                  <a:cubicBezTo>
                    <a:pt x="36" y="8"/>
                    <a:pt x="0" y="72"/>
                    <a:pt x="8" y="143"/>
                  </a:cubicBezTo>
                  <a:cubicBezTo>
                    <a:pt x="16" y="211"/>
                    <a:pt x="62" y="263"/>
                    <a:pt x="113" y="263"/>
                  </a:cubicBezTo>
                  <a:cubicBezTo>
                    <a:pt x="117" y="263"/>
                    <a:pt x="120" y="262"/>
                    <a:pt x="123" y="262"/>
                  </a:cubicBezTo>
                  <a:cubicBezTo>
                    <a:pt x="177" y="255"/>
                    <a:pt x="214" y="192"/>
                    <a:pt x="205" y="120"/>
                  </a:cubicBezTo>
                  <a:cubicBezTo>
                    <a:pt x="195" y="52"/>
                    <a:pt x="149" y="0"/>
                    <a:pt x="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7"/>
            <p:cNvSpPr/>
            <p:nvPr/>
          </p:nvSpPr>
          <p:spPr>
            <a:xfrm>
              <a:off x="10929080" y="1176810"/>
              <a:ext cx="45412" cy="49778"/>
            </a:xfrm>
            <a:custGeom>
              <a:avLst/>
              <a:gdLst/>
              <a:ahLst/>
              <a:cxnLst/>
              <a:rect l="l" t="t" r="r" b="b"/>
              <a:pathLst>
                <a:path w="416" h="456" fill="none" extrusionOk="0">
                  <a:moveTo>
                    <a:pt x="415" y="290"/>
                  </a:moveTo>
                  <a:cubicBezTo>
                    <a:pt x="150" y="1"/>
                    <a:pt x="0" y="456"/>
                    <a:pt x="52" y="352"/>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7"/>
            <p:cNvSpPr/>
            <p:nvPr/>
          </p:nvSpPr>
          <p:spPr>
            <a:xfrm>
              <a:off x="11056913" y="1156287"/>
              <a:ext cx="45412" cy="49887"/>
            </a:xfrm>
            <a:custGeom>
              <a:avLst/>
              <a:gdLst/>
              <a:ahLst/>
              <a:cxnLst/>
              <a:rect l="l" t="t" r="r" b="b"/>
              <a:pathLst>
                <a:path w="416" h="457" fill="none" extrusionOk="0">
                  <a:moveTo>
                    <a:pt x="415" y="289"/>
                  </a:moveTo>
                  <a:cubicBezTo>
                    <a:pt x="150" y="0"/>
                    <a:pt x="0" y="457"/>
                    <a:pt x="52" y="353"/>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7"/>
            <p:cNvSpPr/>
            <p:nvPr/>
          </p:nvSpPr>
          <p:spPr>
            <a:xfrm>
              <a:off x="10692191" y="1239252"/>
              <a:ext cx="183394" cy="139510"/>
            </a:xfrm>
            <a:custGeom>
              <a:avLst/>
              <a:gdLst/>
              <a:ahLst/>
              <a:cxnLst/>
              <a:rect l="l" t="t" r="r" b="b"/>
              <a:pathLst>
                <a:path w="1680" h="1278" extrusionOk="0">
                  <a:moveTo>
                    <a:pt x="392" y="0"/>
                  </a:moveTo>
                  <a:cubicBezTo>
                    <a:pt x="156" y="0"/>
                    <a:pt x="0" y="132"/>
                    <a:pt x="15" y="505"/>
                  </a:cubicBezTo>
                  <a:cubicBezTo>
                    <a:pt x="34" y="987"/>
                    <a:pt x="408" y="1278"/>
                    <a:pt x="794" y="1278"/>
                  </a:cubicBezTo>
                  <a:cubicBezTo>
                    <a:pt x="932" y="1278"/>
                    <a:pt x="1073" y="1240"/>
                    <a:pt x="1199" y="1160"/>
                  </a:cubicBezTo>
                  <a:cubicBezTo>
                    <a:pt x="1680" y="859"/>
                    <a:pt x="1414" y="345"/>
                    <a:pt x="1023" y="176"/>
                  </a:cubicBezTo>
                  <a:cubicBezTo>
                    <a:pt x="792" y="75"/>
                    <a:pt x="570" y="0"/>
                    <a:pt x="392"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7"/>
            <p:cNvSpPr/>
            <p:nvPr/>
          </p:nvSpPr>
          <p:spPr>
            <a:xfrm>
              <a:off x="10732255" y="1273967"/>
              <a:ext cx="62441" cy="65934"/>
            </a:xfrm>
            <a:custGeom>
              <a:avLst/>
              <a:gdLst/>
              <a:ahLst/>
              <a:cxnLst/>
              <a:rect l="l" t="t" r="r" b="b"/>
              <a:pathLst>
                <a:path w="572" h="604" fill="none" extrusionOk="0">
                  <a:moveTo>
                    <a:pt x="1" y="40"/>
                  </a:moveTo>
                  <a:cubicBezTo>
                    <a:pt x="1" y="40"/>
                    <a:pt x="571" y="0"/>
                    <a:pt x="491" y="603"/>
                  </a:cubicBezTo>
                </a:path>
              </a:pathLst>
            </a:custGeom>
            <a:noFill/>
            <a:ln w="16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7"/>
            <p:cNvSpPr/>
            <p:nvPr/>
          </p:nvSpPr>
          <p:spPr>
            <a:xfrm>
              <a:off x="10755835" y="1301804"/>
              <a:ext cx="24780" cy="15938"/>
            </a:xfrm>
            <a:custGeom>
              <a:avLst/>
              <a:gdLst/>
              <a:ahLst/>
              <a:cxnLst/>
              <a:rect l="l" t="t" r="r" b="b"/>
              <a:pathLst>
                <a:path w="227" h="146" fill="none" extrusionOk="0">
                  <a:moveTo>
                    <a:pt x="226" y="0"/>
                  </a:moveTo>
                  <a:lnTo>
                    <a:pt x="1" y="145"/>
                  </a:lnTo>
                </a:path>
              </a:pathLst>
            </a:custGeom>
            <a:noFill/>
            <a:ln w="16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7"/>
            <p:cNvSpPr/>
            <p:nvPr/>
          </p:nvSpPr>
          <p:spPr>
            <a:xfrm>
              <a:off x="11032023" y="1236741"/>
              <a:ext cx="38425" cy="79689"/>
            </a:xfrm>
            <a:custGeom>
              <a:avLst/>
              <a:gdLst/>
              <a:ahLst/>
              <a:cxnLst/>
              <a:rect l="l" t="t" r="r" b="b"/>
              <a:pathLst>
                <a:path w="352" h="730" fill="none" extrusionOk="0">
                  <a:moveTo>
                    <a:pt x="89" y="729"/>
                  </a:moveTo>
                  <a:cubicBezTo>
                    <a:pt x="160" y="728"/>
                    <a:pt x="334" y="652"/>
                    <a:pt x="344" y="519"/>
                  </a:cubicBezTo>
                  <a:cubicBezTo>
                    <a:pt x="351" y="393"/>
                    <a:pt x="129" y="526"/>
                    <a:pt x="64" y="341"/>
                  </a:cubicBezTo>
                  <a:lnTo>
                    <a:pt x="0" y="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7"/>
            <p:cNvSpPr/>
            <p:nvPr/>
          </p:nvSpPr>
          <p:spPr>
            <a:xfrm>
              <a:off x="10970127" y="1361845"/>
              <a:ext cx="113093" cy="58075"/>
            </a:xfrm>
            <a:custGeom>
              <a:avLst/>
              <a:gdLst/>
              <a:ahLst/>
              <a:cxnLst/>
              <a:rect l="l" t="t" r="r" b="b"/>
              <a:pathLst>
                <a:path w="1036" h="532" extrusionOk="0">
                  <a:moveTo>
                    <a:pt x="1036" y="0"/>
                  </a:moveTo>
                  <a:lnTo>
                    <a:pt x="1036" y="0"/>
                  </a:lnTo>
                  <a:cubicBezTo>
                    <a:pt x="744" y="53"/>
                    <a:pt x="511" y="69"/>
                    <a:pt x="340" y="69"/>
                  </a:cubicBezTo>
                  <a:cubicBezTo>
                    <a:pt x="117" y="69"/>
                    <a:pt x="1" y="43"/>
                    <a:pt x="1" y="43"/>
                  </a:cubicBezTo>
                  <a:lnTo>
                    <a:pt x="1" y="43"/>
                  </a:lnTo>
                  <a:cubicBezTo>
                    <a:pt x="1" y="43"/>
                    <a:pt x="22" y="507"/>
                    <a:pt x="443" y="531"/>
                  </a:cubicBezTo>
                  <a:cubicBezTo>
                    <a:pt x="456" y="532"/>
                    <a:pt x="469" y="532"/>
                    <a:pt x="482" y="532"/>
                  </a:cubicBezTo>
                  <a:cubicBezTo>
                    <a:pt x="943" y="532"/>
                    <a:pt x="1036" y="0"/>
                    <a:pt x="10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7"/>
            <p:cNvSpPr/>
            <p:nvPr/>
          </p:nvSpPr>
          <p:spPr>
            <a:xfrm>
              <a:off x="11062699" y="3291341"/>
              <a:ext cx="640787" cy="284151"/>
            </a:xfrm>
            <a:custGeom>
              <a:avLst/>
              <a:gdLst/>
              <a:ahLst/>
              <a:cxnLst/>
              <a:rect l="l" t="t" r="r" b="b"/>
              <a:pathLst>
                <a:path w="5870" h="2603" extrusionOk="0">
                  <a:moveTo>
                    <a:pt x="5517" y="0"/>
                  </a:moveTo>
                  <a:cubicBezTo>
                    <a:pt x="2946" y="0"/>
                    <a:pt x="1" y="2544"/>
                    <a:pt x="1" y="2544"/>
                  </a:cubicBezTo>
                  <a:cubicBezTo>
                    <a:pt x="342" y="2584"/>
                    <a:pt x="666" y="2602"/>
                    <a:pt x="973" y="2602"/>
                  </a:cubicBezTo>
                  <a:cubicBezTo>
                    <a:pt x="4619" y="2602"/>
                    <a:pt x="5870" y="17"/>
                    <a:pt x="5870" y="17"/>
                  </a:cubicBezTo>
                  <a:cubicBezTo>
                    <a:pt x="5753" y="6"/>
                    <a:pt x="5636" y="0"/>
                    <a:pt x="55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7"/>
            <p:cNvSpPr/>
            <p:nvPr/>
          </p:nvSpPr>
          <p:spPr>
            <a:xfrm>
              <a:off x="11191514" y="1630610"/>
              <a:ext cx="609784" cy="671352"/>
            </a:xfrm>
            <a:custGeom>
              <a:avLst/>
              <a:gdLst/>
              <a:ahLst/>
              <a:cxnLst/>
              <a:rect l="l" t="t" r="r" b="b"/>
              <a:pathLst>
                <a:path w="5586" h="6150" extrusionOk="0">
                  <a:moveTo>
                    <a:pt x="1" y="0"/>
                  </a:moveTo>
                  <a:lnTo>
                    <a:pt x="1" y="0"/>
                  </a:lnTo>
                  <a:cubicBezTo>
                    <a:pt x="23" y="1130"/>
                    <a:pt x="213" y="2104"/>
                    <a:pt x="472" y="2922"/>
                  </a:cubicBezTo>
                  <a:cubicBezTo>
                    <a:pt x="1154" y="5078"/>
                    <a:pt x="2336" y="6150"/>
                    <a:pt x="2336" y="6150"/>
                  </a:cubicBezTo>
                  <a:cubicBezTo>
                    <a:pt x="2629" y="5134"/>
                    <a:pt x="3167" y="4434"/>
                    <a:pt x="3720" y="3957"/>
                  </a:cubicBezTo>
                  <a:cubicBezTo>
                    <a:pt x="4631" y="3173"/>
                    <a:pt x="5585" y="2988"/>
                    <a:pt x="5585" y="2988"/>
                  </a:cubicBezTo>
                  <a:cubicBezTo>
                    <a:pt x="5585" y="2988"/>
                    <a:pt x="2542" y="427"/>
                    <a:pt x="1556" y="248"/>
                  </a:cubicBezTo>
                  <a:cubicBezTo>
                    <a:pt x="575" y="69"/>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7"/>
            <p:cNvSpPr/>
            <p:nvPr/>
          </p:nvSpPr>
          <p:spPr>
            <a:xfrm>
              <a:off x="11243040" y="1902650"/>
              <a:ext cx="354670" cy="399318"/>
            </a:xfrm>
            <a:custGeom>
              <a:avLst/>
              <a:gdLst/>
              <a:ahLst/>
              <a:cxnLst/>
              <a:rect l="l" t="t" r="r" b="b"/>
              <a:pathLst>
                <a:path w="3249" h="3658" extrusionOk="0">
                  <a:moveTo>
                    <a:pt x="1674" y="0"/>
                  </a:moveTo>
                  <a:lnTo>
                    <a:pt x="0" y="430"/>
                  </a:lnTo>
                  <a:cubicBezTo>
                    <a:pt x="682" y="2586"/>
                    <a:pt x="1864" y="3658"/>
                    <a:pt x="1864" y="3658"/>
                  </a:cubicBezTo>
                  <a:cubicBezTo>
                    <a:pt x="2157" y="2642"/>
                    <a:pt x="2695" y="1942"/>
                    <a:pt x="3248" y="1467"/>
                  </a:cubicBezTo>
                  <a:cubicBezTo>
                    <a:pt x="2298" y="558"/>
                    <a:pt x="1674" y="0"/>
                    <a:pt x="1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7"/>
            <p:cNvSpPr/>
            <p:nvPr/>
          </p:nvSpPr>
          <p:spPr>
            <a:xfrm>
              <a:off x="10821443" y="2698792"/>
              <a:ext cx="838044" cy="3780859"/>
            </a:xfrm>
            <a:custGeom>
              <a:avLst/>
              <a:gdLst/>
              <a:ahLst/>
              <a:cxnLst/>
              <a:rect l="l" t="t" r="r" b="b"/>
              <a:pathLst>
                <a:path w="7677" h="34635" extrusionOk="0">
                  <a:moveTo>
                    <a:pt x="4748" y="1"/>
                  </a:moveTo>
                  <a:cubicBezTo>
                    <a:pt x="2923" y="1"/>
                    <a:pt x="836" y="1416"/>
                    <a:pt x="491" y="3676"/>
                  </a:cubicBezTo>
                  <a:cubicBezTo>
                    <a:pt x="0" y="6881"/>
                    <a:pt x="3812" y="15257"/>
                    <a:pt x="2965" y="17761"/>
                  </a:cubicBezTo>
                  <a:cubicBezTo>
                    <a:pt x="2120" y="20265"/>
                    <a:pt x="2102" y="27470"/>
                    <a:pt x="2915" y="32581"/>
                  </a:cubicBezTo>
                  <a:cubicBezTo>
                    <a:pt x="3158" y="34110"/>
                    <a:pt x="3777" y="34634"/>
                    <a:pt x="4405" y="34634"/>
                  </a:cubicBezTo>
                  <a:cubicBezTo>
                    <a:pt x="5191" y="34634"/>
                    <a:pt x="5991" y="33814"/>
                    <a:pt x="6084" y="33115"/>
                  </a:cubicBezTo>
                  <a:cubicBezTo>
                    <a:pt x="6495" y="30021"/>
                    <a:pt x="6888" y="22186"/>
                    <a:pt x="7221" y="16568"/>
                  </a:cubicBezTo>
                  <a:cubicBezTo>
                    <a:pt x="7677" y="8895"/>
                    <a:pt x="6754" y="785"/>
                    <a:pt x="6754" y="785"/>
                  </a:cubicBezTo>
                  <a:cubicBezTo>
                    <a:pt x="6229" y="248"/>
                    <a:pt x="5512" y="1"/>
                    <a:pt x="4748" y="1"/>
                  </a:cubicBezTo>
                  <a:close/>
                </a:path>
              </a:pathLst>
            </a:custGeom>
            <a:solidFill>
              <a:srgbClr val="502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7"/>
            <p:cNvSpPr/>
            <p:nvPr/>
          </p:nvSpPr>
          <p:spPr>
            <a:xfrm>
              <a:off x="10955389" y="6169375"/>
              <a:ext cx="1261924" cy="530423"/>
            </a:xfrm>
            <a:custGeom>
              <a:avLst/>
              <a:gdLst/>
              <a:ahLst/>
              <a:cxnLst/>
              <a:rect l="l" t="t" r="r" b="b"/>
              <a:pathLst>
                <a:path w="11560" h="4859" extrusionOk="0">
                  <a:moveTo>
                    <a:pt x="5729" y="1"/>
                  </a:moveTo>
                  <a:cubicBezTo>
                    <a:pt x="5324" y="1"/>
                    <a:pt x="4864" y="994"/>
                    <a:pt x="3934" y="1185"/>
                  </a:cubicBezTo>
                  <a:cubicBezTo>
                    <a:pt x="3797" y="1213"/>
                    <a:pt x="3653" y="1226"/>
                    <a:pt x="3507" y="1226"/>
                  </a:cubicBezTo>
                  <a:cubicBezTo>
                    <a:pt x="2634" y="1226"/>
                    <a:pt x="1688" y="792"/>
                    <a:pt x="1688" y="792"/>
                  </a:cubicBezTo>
                  <a:cubicBezTo>
                    <a:pt x="650" y="1972"/>
                    <a:pt x="1" y="4859"/>
                    <a:pt x="858" y="4859"/>
                  </a:cubicBezTo>
                  <a:lnTo>
                    <a:pt x="11447" y="4859"/>
                  </a:lnTo>
                  <a:cubicBezTo>
                    <a:pt x="11560" y="4005"/>
                    <a:pt x="10815" y="2564"/>
                    <a:pt x="7705" y="2201"/>
                  </a:cubicBezTo>
                  <a:cubicBezTo>
                    <a:pt x="6635" y="2076"/>
                    <a:pt x="6183" y="70"/>
                    <a:pt x="5768" y="4"/>
                  </a:cubicBezTo>
                  <a:cubicBezTo>
                    <a:pt x="5755" y="2"/>
                    <a:pt x="5742" y="1"/>
                    <a:pt x="57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7"/>
            <p:cNvSpPr/>
            <p:nvPr/>
          </p:nvSpPr>
          <p:spPr>
            <a:xfrm>
              <a:off x="11582217" y="6275375"/>
              <a:ext cx="341243" cy="238958"/>
            </a:xfrm>
            <a:custGeom>
              <a:avLst/>
              <a:gdLst/>
              <a:ahLst/>
              <a:cxnLst/>
              <a:rect l="l" t="t" r="r" b="b"/>
              <a:pathLst>
                <a:path w="3126" h="2189" fill="none" extrusionOk="0">
                  <a:moveTo>
                    <a:pt x="0" y="957"/>
                  </a:moveTo>
                  <a:lnTo>
                    <a:pt x="1873" y="1"/>
                  </a:lnTo>
                  <a:lnTo>
                    <a:pt x="782" y="1713"/>
                  </a:lnTo>
                  <a:lnTo>
                    <a:pt x="2549" y="638"/>
                  </a:lnTo>
                  <a:lnTo>
                    <a:pt x="1836" y="1872"/>
                  </a:lnTo>
                  <a:lnTo>
                    <a:pt x="3125" y="1116"/>
                  </a:lnTo>
                  <a:lnTo>
                    <a:pt x="2991" y="2189"/>
                  </a:ln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7"/>
            <p:cNvSpPr/>
            <p:nvPr/>
          </p:nvSpPr>
          <p:spPr>
            <a:xfrm>
              <a:off x="10315571" y="3250732"/>
              <a:ext cx="747220" cy="349321"/>
            </a:xfrm>
            <a:custGeom>
              <a:avLst/>
              <a:gdLst/>
              <a:ahLst/>
              <a:cxnLst/>
              <a:rect l="l" t="t" r="r" b="b"/>
              <a:pathLst>
                <a:path w="6845" h="3200" extrusionOk="0">
                  <a:moveTo>
                    <a:pt x="893" y="0"/>
                  </a:moveTo>
                  <a:cubicBezTo>
                    <a:pt x="608" y="0"/>
                    <a:pt x="311" y="12"/>
                    <a:pt x="0" y="36"/>
                  </a:cubicBezTo>
                  <a:cubicBezTo>
                    <a:pt x="0" y="36"/>
                    <a:pt x="602" y="3200"/>
                    <a:pt x="4593" y="3200"/>
                  </a:cubicBezTo>
                  <a:cubicBezTo>
                    <a:pt x="5248" y="3200"/>
                    <a:pt x="5994" y="3115"/>
                    <a:pt x="6843" y="2916"/>
                  </a:cubicBezTo>
                  <a:cubicBezTo>
                    <a:pt x="6845" y="2916"/>
                    <a:pt x="5436" y="0"/>
                    <a:pt x="8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7"/>
            <p:cNvSpPr/>
            <p:nvPr/>
          </p:nvSpPr>
          <p:spPr>
            <a:xfrm>
              <a:off x="10178896" y="2755449"/>
              <a:ext cx="1009212" cy="3724422"/>
            </a:xfrm>
            <a:custGeom>
              <a:avLst/>
              <a:gdLst/>
              <a:ahLst/>
              <a:cxnLst/>
              <a:rect l="l" t="t" r="r" b="b"/>
              <a:pathLst>
                <a:path w="9245" h="34118" extrusionOk="0">
                  <a:moveTo>
                    <a:pt x="5382" y="0"/>
                  </a:moveTo>
                  <a:cubicBezTo>
                    <a:pt x="4383" y="0"/>
                    <a:pt x="3388" y="314"/>
                    <a:pt x="2684" y="951"/>
                  </a:cubicBezTo>
                  <a:cubicBezTo>
                    <a:pt x="2684" y="951"/>
                    <a:pt x="1469" y="8376"/>
                    <a:pt x="962" y="16050"/>
                  </a:cubicBezTo>
                  <a:cubicBezTo>
                    <a:pt x="591" y="21669"/>
                    <a:pt x="1" y="29504"/>
                    <a:pt x="25" y="32599"/>
                  </a:cubicBezTo>
                  <a:cubicBezTo>
                    <a:pt x="30" y="33297"/>
                    <a:pt x="727" y="34117"/>
                    <a:pt x="1513" y="34117"/>
                  </a:cubicBezTo>
                  <a:cubicBezTo>
                    <a:pt x="2141" y="34117"/>
                    <a:pt x="2826" y="33594"/>
                    <a:pt x="3261" y="32065"/>
                  </a:cubicBezTo>
                  <a:cubicBezTo>
                    <a:pt x="4715" y="26952"/>
                    <a:pt x="5602" y="19748"/>
                    <a:pt x="5068" y="17244"/>
                  </a:cubicBezTo>
                  <a:cubicBezTo>
                    <a:pt x="4536" y="14740"/>
                    <a:pt x="9244" y="6364"/>
                    <a:pt x="9155" y="3159"/>
                  </a:cubicBezTo>
                  <a:cubicBezTo>
                    <a:pt x="9097" y="1076"/>
                    <a:pt x="7232" y="0"/>
                    <a:pt x="5382"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7"/>
            <p:cNvSpPr/>
            <p:nvPr/>
          </p:nvSpPr>
          <p:spPr>
            <a:xfrm>
              <a:off x="9413318" y="6169375"/>
              <a:ext cx="1250243" cy="530423"/>
            </a:xfrm>
            <a:custGeom>
              <a:avLst/>
              <a:gdLst/>
              <a:ahLst/>
              <a:cxnLst/>
              <a:rect l="l" t="t" r="r" b="b"/>
              <a:pathLst>
                <a:path w="11453" h="4859" extrusionOk="0">
                  <a:moveTo>
                    <a:pt x="6334" y="1"/>
                  </a:moveTo>
                  <a:cubicBezTo>
                    <a:pt x="6321" y="1"/>
                    <a:pt x="6308" y="2"/>
                    <a:pt x="6295" y="4"/>
                  </a:cubicBezTo>
                  <a:cubicBezTo>
                    <a:pt x="5872" y="69"/>
                    <a:pt x="5168" y="2076"/>
                    <a:pt x="4080" y="2201"/>
                  </a:cubicBezTo>
                  <a:cubicBezTo>
                    <a:pt x="927" y="2564"/>
                    <a:pt x="0" y="4005"/>
                    <a:pt x="6" y="4859"/>
                  </a:cubicBezTo>
                  <a:lnTo>
                    <a:pt x="10594" y="4859"/>
                  </a:lnTo>
                  <a:cubicBezTo>
                    <a:pt x="11452" y="4859"/>
                    <a:pt x="11163" y="1972"/>
                    <a:pt x="10274" y="792"/>
                  </a:cubicBezTo>
                  <a:cubicBezTo>
                    <a:pt x="10274" y="792"/>
                    <a:pt x="9274" y="1226"/>
                    <a:pt x="8401" y="1226"/>
                  </a:cubicBezTo>
                  <a:cubicBezTo>
                    <a:pt x="8255" y="1226"/>
                    <a:pt x="8113" y="1213"/>
                    <a:pt x="7979" y="1185"/>
                  </a:cubicBezTo>
                  <a:cubicBezTo>
                    <a:pt x="7074" y="994"/>
                    <a:pt x="6738" y="1"/>
                    <a:pt x="63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7"/>
            <p:cNvSpPr/>
            <p:nvPr/>
          </p:nvSpPr>
          <p:spPr>
            <a:xfrm>
              <a:off x="9733610" y="6275375"/>
              <a:ext cx="343208" cy="238958"/>
            </a:xfrm>
            <a:custGeom>
              <a:avLst/>
              <a:gdLst/>
              <a:ahLst/>
              <a:cxnLst/>
              <a:rect l="l" t="t" r="r" b="b"/>
              <a:pathLst>
                <a:path w="3144" h="2189" fill="none" extrusionOk="0">
                  <a:moveTo>
                    <a:pt x="3143" y="957"/>
                  </a:moveTo>
                  <a:lnTo>
                    <a:pt x="1391" y="1"/>
                  </a:lnTo>
                  <a:lnTo>
                    <a:pt x="2268" y="1713"/>
                  </a:lnTo>
                  <a:lnTo>
                    <a:pt x="635" y="638"/>
                  </a:lnTo>
                  <a:lnTo>
                    <a:pt x="1194" y="1872"/>
                  </a:lnTo>
                  <a:lnTo>
                    <a:pt x="0" y="1116"/>
                  </a:lnTo>
                  <a:lnTo>
                    <a:pt x="0" y="2189"/>
                  </a:ln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7"/>
            <p:cNvSpPr/>
            <p:nvPr/>
          </p:nvSpPr>
          <p:spPr>
            <a:xfrm>
              <a:off x="10026282" y="2109081"/>
              <a:ext cx="392768" cy="350195"/>
            </a:xfrm>
            <a:custGeom>
              <a:avLst/>
              <a:gdLst/>
              <a:ahLst/>
              <a:cxnLst/>
              <a:rect l="l" t="t" r="r" b="b"/>
              <a:pathLst>
                <a:path w="3598" h="3208" extrusionOk="0">
                  <a:moveTo>
                    <a:pt x="770" y="1"/>
                  </a:moveTo>
                  <a:cubicBezTo>
                    <a:pt x="584" y="1"/>
                    <a:pt x="386" y="15"/>
                    <a:pt x="173" y="44"/>
                  </a:cubicBezTo>
                  <a:cubicBezTo>
                    <a:pt x="173" y="44"/>
                    <a:pt x="1" y="1602"/>
                    <a:pt x="3420" y="3208"/>
                  </a:cubicBezTo>
                  <a:cubicBezTo>
                    <a:pt x="3420" y="3208"/>
                    <a:pt x="3597" y="1"/>
                    <a:pt x="7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7"/>
            <p:cNvSpPr/>
            <p:nvPr/>
          </p:nvSpPr>
          <p:spPr>
            <a:xfrm>
              <a:off x="9995716" y="1885620"/>
              <a:ext cx="422024" cy="723095"/>
            </a:xfrm>
            <a:custGeom>
              <a:avLst/>
              <a:gdLst/>
              <a:ahLst/>
              <a:cxnLst/>
              <a:rect l="l" t="t" r="r" b="b"/>
              <a:pathLst>
                <a:path w="3866" h="6624" extrusionOk="0">
                  <a:moveTo>
                    <a:pt x="2076" y="1"/>
                  </a:moveTo>
                  <a:cubicBezTo>
                    <a:pt x="2076" y="1"/>
                    <a:pt x="450" y="2279"/>
                    <a:pt x="48" y="5977"/>
                  </a:cubicBezTo>
                  <a:cubicBezTo>
                    <a:pt x="1" y="6415"/>
                    <a:pt x="235" y="6624"/>
                    <a:pt x="602" y="6624"/>
                  </a:cubicBezTo>
                  <a:cubicBezTo>
                    <a:pt x="1463" y="6624"/>
                    <a:pt x="3058" y="5470"/>
                    <a:pt x="3474" y="3410"/>
                  </a:cubicBezTo>
                  <a:cubicBezTo>
                    <a:pt x="3866" y="1474"/>
                    <a:pt x="3188" y="41"/>
                    <a:pt x="2076"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7"/>
            <p:cNvSpPr/>
            <p:nvPr/>
          </p:nvSpPr>
          <p:spPr>
            <a:xfrm>
              <a:off x="10471896" y="2370641"/>
              <a:ext cx="1029734" cy="283060"/>
            </a:xfrm>
            <a:custGeom>
              <a:avLst/>
              <a:gdLst/>
              <a:ahLst/>
              <a:cxnLst/>
              <a:rect l="l" t="t" r="r" b="b"/>
              <a:pathLst>
                <a:path w="9433" h="2593" extrusionOk="0">
                  <a:moveTo>
                    <a:pt x="5856" y="0"/>
                  </a:moveTo>
                  <a:cubicBezTo>
                    <a:pt x="4401" y="0"/>
                    <a:pt x="2469" y="368"/>
                    <a:pt x="0" y="1534"/>
                  </a:cubicBezTo>
                  <a:cubicBezTo>
                    <a:pt x="0" y="1534"/>
                    <a:pt x="1589" y="2593"/>
                    <a:pt x="4124" y="2593"/>
                  </a:cubicBezTo>
                  <a:cubicBezTo>
                    <a:pt x="5610" y="2593"/>
                    <a:pt x="7422" y="2228"/>
                    <a:pt x="9430" y="1073"/>
                  </a:cubicBezTo>
                  <a:cubicBezTo>
                    <a:pt x="9432" y="1073"/>
                    <a:pt x="8340" y="0"/>
                    <a:pt x="5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7"/>
            <p:cNvSpPr/>
            <p:nvPr/>
          </p:nvSpPr>
          <p:spPr>
            <a:xfrm>
              <a:off x="10660861" y="2174471"/>
              <a:ext cx="749622" cy="418531"/>
            </a:xfrm>
            <a:custGeom>
              <a:avLst/>
              <a:gdLst/>
              <a:ahLst/>
              <a:cxnLst/>
              <a:rect l="l" t="t" r="r" b="b"/>
              <a:pathLst>
                <a:path w="6867" h="3834" extrusionOk="0">
                  <a:moveTo>
                    <a:pt x="6506" y="1"/>
                  </a:moveTo>
                  <a:lnTo>
                    <a:pt x="300" y="333"/>
                  </a:lnTo>
                  <a:lnTo>
                    <a:pt x="1" y="3833"/>
                  </a:lnTo>
                  <a:lnTo>
                    <a:pt x="1" y="3833"/>
                  </a:lnTo>
                  <a:lnTo>
                    <a:pt x="6866" y="3651"/>
                  </a:lnTo>
                  <a:lnTo>
                    <a:pt x="6506"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7"/>
            <p:cNvSpPr/>
            <p:nvPr/>
          </p:nvSpPr>
          <p:spPr>
            <a:xfrm>
              <a:off x="10044731" y="1617947"/>
              <a:ext cx="1462020" cy="920135"/>
            </a:xfrm>
            <a:custGeom>
              <a:avLst/>
              <a:gdLst/>
              <a:ahLst/>
              <a:cxnLst/>
              <a:rect l="l" t="t" r="r" b="b"/>
              <a:pathLst>
                <a:path w="13393" h="8429" extrusionOk="0">
                  <a:moveTo>
                    <a:pt x="5612" y="1"/>
                  </a:moveTo>
                  <a:cubicBezTo>
                    <a:pt x="5612" y="1"/>
                    <a:pt x="3728" y="201"/>
                    <a:pt x="3024" y="653"/>
                  </a:cubicBezTo>
                  <a:cubicBezTo>
                    <a:pt x="1789" y="1445"/>
                    <a:pt x="1" y="4543"/>
                    <a:pt x="1" y="4543"/>
                  </a:cubicBezTo>
                  <a:cubicBezTo>
                    <a:pt x="1" y="4543"/>
                    <a:pt x="178" y="4500"/>
                    <a:pt x="451" y="4500"/>
                  </a:cubicBezTo>
                  <a:cubicBezTo>
                    <a:pt x="1241" y="4500"/>
                    <a:pt x="2833" y="4864"/>
                    <a:pt x="3248" y="7705"/>
                  </a:cubicBezTo>
                  <a:lnTo>
                    <a:pt x="4539" y="5498"/>
                  </a:lnTo>
                  <a:lnTo>
                    <a:pt x="4539" y="5498"/>
                  </a:lnTo>
                  <a:cubicBezTo>
                    <a:pt x="4539" y="5498"/>
                    <a:pt x="4451" y="7421"/>
                    <a:pt x="3913" y="8429"/>
                  </a:cubicBezTo>
                  <a:cubicBezTo>
                    <a:pt x="3913" y="8429"/>
                    <a:pt x="8634" y="7343"/>
                    <a:pt x="10315" y="7343"/>
                  </a:cubicBezTo>
                  <a:cubicBezTo>
                    <a:pt x="10398" y="7343"/>
                    <a:pt x="10473" y="7345"/>
                    <a:pt x="10540" y="7351"/>
                  </a:cubicBezTo>
                  <a:cubicBezTo>
                    <a:pt x="11972" y="7466"/>
                    <a:pt x="13346" y="7968"/>
                    <a:pt x="13346" y="7968"/>
                  </a:cubicBezTo>
                  <a:cubicBezTo>
                    <a:pt x="13346" y="7968"/>
                    <a:pt x="12660" y="6153"/>
                    <a:pt x="13076" y="5228"/>
                  </a:cubicBezTo>
                  <a:cubicBezTo>
                    <a:pt x="13392" y="4528"/>
                    <a:pt x="13173" y="1394"/>
                    <a:pt x="10506" y="116"/>
                  </a:cubicBezTo>
                  <a:lnTo>
                    <a:pt x="10506" y="116"/>
                  </a:lnTo>
                  <a:cubicBezTo>
                    <a:pt x="10506" y="117"/>
                    <a:pt x="10718" y="1519"/>
                    <a:pt x="8629" y="1956"/>
                  </a:cubicBezTo>
                  <a:cubicBezTo>
                    <a:pt x="8489" y="1985"/>
                    <a:pt x="8353" y="1999"/>
                    <a:pt x="8221" y="1999"/>
                  </a:cubicBezTo>
                  <a:cubicBezTo>
                    <a:pt x="6617" y="1999"/>
                    <a:pt x="5612" y="1"/>
                    <a:pt x="561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7"/>
            <p:cNvSpPr/>
            <p:nvPr/>
          </p:nvSpPr>
          <p:spPr>
            <a:xfrm>
              <a:off x="10532701" y="2117924"/>
              <a:ext cx="128266" cy="184049"/>
            </a:xfrm>
            <a:custGeom>
              <a:avLst/>
              <a:gdLst/>
              <a:ahLst/>
              <a:cxnLst/>
              <a:rect l="l" t="t" r="r" b="b"/>
              <a:pathLst>
                <a:path w="1175" h="1686" extrusionOk="0">
                  <a:moveTo>
                    <a:pt x="577" y="0"/>
                  </a:moveTo>
                  <a:lnTo>
                    <a:pt x="69" y="918"/>
                  </a:lnTo>
                  <a:lnTo>
                    <a:pt x="1" y="1686"/>
                  </a:lnTo>
                  <a:cubicBezTo>
                    <a:pt x="1175" y="1564"/>
                    <a:pt x="577" y="0"/>
                    <a:pt x="5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7"/>
            <p:cNvSpPr/>
            <p:nvPr/>
          </p:nvSpPr>
          <p:spPr>
            <a:xfrm>
              <a:off x="10878100" y="2173925"/>
              <a:ext cx="325524" cy="117896"/>
            </a:xfrm>
            <a:custGeom>
              <a:avLst/>
              <a:gdLst/>
              <a:ahLst/>
              <a:cxnLst/>
              <a:rect l="l" t="t" r="r" b="b"/>
              <a:pathLst>
                <a:path w="2982" h="1080" fill="none" extrusionOk="0">
                  <a:moveTo>
                    <a:pt x="0" y="998"/>
                  </a:moveTo>
                  <a:cubicBezTo>
                    <a:pt x="1074" y="1079"/>
                    <a:pt x="2174" y="710"/>
                    <a:pt x="2981" y="0"/>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7"/>
            <p:cNvSpPr/>
            <p:nvPr/>
          </p:nvSpPr>
          <p:spPr>
            <a:xfrm>
              <a:off x="11361485" y="2168358"/>
              <a:ext cx="128594" cy="71829"/>
            </a:xfrm>
            <a:custGeom>
              <a:avLst/>
              <a:gdLst/>
              <a:ahLst/>
              <a:cxnLst/>
              <a:rect l="l" t="t" r="r" b="b"/>
              <a:pathLst>
                <a:path w="1178" h="658" fill="none" extrusionOk="0">
                  <a:moveTo>
                    <a:pt x="0" y="657"/>
                  </a:moveTo>
                  <a:cubicBezTo>
                    <a:pt x="460" y="607"/>
                    <a:pt x="894" y="367"/>
                    <a:pt x="1177" y="1"/>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7"/>
            <p:cNvSpPr/>
            <p:nvPr/>
          </p:nvSpPr>
          <p:spPr>
            <a:xfrm>
              <a:off x="10315571" y="2572815"/>
              <a:ext cx="1387898" cy="996112"/>
            </a:xfrm>
            <a:custGeom>
              <a:avLst/>
              <a:gdLst/>
              <a:ahLst/>
              <a:cxnLst/>
              <a:rect l="l" t="t" r="r" b="b"/>
              <a:pathLst>
                <a:path w="12714" h="9125" extrusionOk="0">
                  <a:moveTo>
                    <a:pt x="10026" y="0"/>
                  </a:moveTo>
                  <a:lnTo>
                    <a:pt x="3164" y="183"/>
                  </a:lnTo>
                  <a:cubicBezTo>
                    <a:pt x="3164" y="183"/>
                    <a:pt x="426" y="3330"/>
                    <a:pt x="0" y="6243"/>
                  </a:cubicBezTo>
                  <a:cubicBezTo>
                    <a:pt x="0" y="6243"/>
                    <a:pt x="4845" y="7061"/>
                    <a:pt x="6845" y="9125"/>
                  </a:cubicBezTo>
                  <a:cubicBezTo>
                    <a:pt x="6845" y="9125"/>
                    <a:pt x="8483" y="8188"/>
                    <a:pt x="9832" y="7522"/>
                  </a:cubicBezTo>
                  <a:cubicBezTo>
                    <a:pt x="10718" y="7085"/>
                    <a:pt x="11743" y="6694"/>
                    <a:pt x="12714" y="6599"/>
                  </a:cubicBezTo>
                  <a:cubicBezTo>
                    <a:pt x="12714" y="6599"/>
                    <a:pt x="11999" y="1401"/>
                    <a:pt x="100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7"/>
            <p:cNvSpPr/>
            <p:nvPr/>
          </p:nvSpPr>
          <p:spPr>
            <a:xfrm>
              <a:off x="11126124" y="3176281"/>
              <a:ext cx="556840" cy="220837"/>
            </a:xfrm>
            <a:custGeom>
              <a:avLst/>
              <a:gdLst/>
              <a:ahLst/>
              <a:cxnLst/>
              <a:rect l="l" t="t" r="r" b="b"/>
              <a:pathLst>
                <a:path w="5101" h="2023" fill="none" extrusionOk="0">
                  <a:moveTo>
                    <a:pt x="1" y="2023"/>
                  </a:moveTo>
                  <a:cubicBezTo>
                    <a:pt x="1" y="2023"/>
                    <a:pt x="2582" y="270"/>
                    <a:pt x="5101" y="0"/>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7"/>
            <p:cNvSpPr/>
            <p:nvPr/>
          </p:nvSpPr>
          <p:spPr>
            <a:xfrm>
              <a:off x="11062699" y="2965265"/>
              <a:ext cx="353361" cy="603889"/>
            </a:xfrm>
            <a:custGeom>
              <a:avLst/>
              <a:gdLst/>
              <a:ahLst/>
              <a:cxnLst/>
              <a:rect l="l" t="t" r="r" b="b"/>
              <a:pathLst>
                <a:path w="3237" h="5532" extrusionOk="0">
                  <a:moveTo>
                    <a:pt x="2548" y="0"/>
                  </a:moveTo>
                  <a:cubicBezTo>
                    <a:pt x="2269" y="836"/>
                    <a:pt x="1474" y="1274"/>
                    <a:pt x="1292" y="1911"/>
                  </a:cubicBezTo>
                  <a:cubicBezTo>
                    <a:pt x="1111" y="2549"/>
                    <a:pt x="1" y="5531"/>
                    <a:pt x="1" y="5531"/>
                  </a:cubicBezTo>
                  <a:cubicBezTo>
                    <a:pt x="1" y="5531"/>
                    <a:pt x="1639" y="4594"/>
                    <a:pt x="2988" y="3929"/>
                  </a:cubicBezTo>
                  <a:cubicBezTo>
                    <a:pt x="3237" y="1833"/>
                    <a:pt x="2548" y="0"/>
                    <a:pt x="2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7"/>
            <p:cNvSpPr/>
            <p:nvPr/>
          </p:nvSpPr>
          <p:spPr>
            <a:xfrm>
              <a:off x="11154180" y="3300293"/>
              <a:ext cx="37443" cy="197148"/>
            </a:xfrm>
            <a:custGeom>
              <a:avLst/>
              <a:gdLst/>
              <a:ahLst/>
              <a:cxnLst/>
              <a:rect l="l" t="t" r="r" b="b"/>
              <a:pathLst>
                <a:path w="343" h="1806" fill="none" extrusionOk="0">
                  <a:moveTo>
                    <a:pt x="0" y="0"/>
                  </a:moveTo>
                  <a:cubicBezTo>
                    <a:pt x="0" y="0"/>
                    <a:pt x="0" y="1067"/>
                    <a:pt x="343" y="1806"/>
                  </a:cubicBezTo>
                </a:path>
              </a:pathLst>
            </a:custGeom>
            <a:noFill/>
            <a:ln w="1675"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7"/>
            <p:cNvSpPr/>
            <p:nvPr/>
          </p:nvSpPr>
          <p:spPr>
            <a:xfrm>
              <a:off x="10335548" y="3162636"/>
              <a:ext cx="819050" cy="254241"/>
            </a:xfrm>
            <a:custGeom>
              <a:avLst/>
              <a:gdLst/>
              <a:ahLst/>
              <a:cxnLst/>
              <a:rect l="l" t="t" r="r" b="b"/>
              <a:pathLst>
                <a:path w="7503" h="2329" fill="none" extrusionOk="0">
                  <a:moveTo>
                    <a:pt x="1" y="1"/>
                  </a:moveTo>
                  <a:cubicBezTo>
                    <a:pt x="1" y="1"/>
                    <a:pt x="4520" y="139"/>
                    <a:pt x="7502" y="2328"/>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7"/>
            <p:cNvSpPr/>
            <p:nvPr/>
          </p:nvSpPr>
          <p:spPr>
            <a:xfrm>
              <a:off x="11332447" y="2572925"/>
              <a:ext cx="27072" cy="319629"/>
            </a:xfrm>
            <a:custGeom>
              <a:avLst/>
              <a:gdLst/>
              <a:ahLst/>
              <a:cxnLst/>
              <a:rect l="l" t="t" r="r" b="b"/>
              <a:pathLst>
                <a:path w="248" h="2928" fill="none" extrusionOk="0">
                  <a:moveTo>
                    <a:pt x="149" y="1"/>
                  </a:moveTo>
                  <a:cubicBezTo>
                    <a:pt x="247" y="806"/>
                    <a:pt x="195" y="2140"/>
                    <a:pt x="1" y="2927"/>
                  </a:cubicBezTo>
                </a:path>
              </a:pathLst>
            </a:custGeom>
            <a:noFill/>
            <a:ln w="1675"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7"/>
            <p:cNvSpPr/>
            <p:nvPr/>
          </p:nvSpPr>
          <p:spPr>
            <a:xfrm>
              <a:off x="10387074" y="2591264"/>
              <a:ext cx="335785" cy="673972"/>
            </a:xfrm>
            <a:custGeom>
              <a:avLst/>
              <a:gdLst/>
              <a:ahLst/>
              <a:cxnLst/>
              <a:rect l="l" t="t" r="r" b="b"/>
              <a:pathLst>
                <a:path w="3076" h="6174" fill="none" extrusionOk="0">
                  <a:moveTo>
                    <a:pt x="3075" y="0"/>
                  </a:moveTo>
                  <a:cubicBezTo>
                    <a:pt x="3075" y="0"/>
                    <a:pt x="389" y="3078"/>
                    <a:pt x="0" y="6173"/>
                  </a:cubicBezTo>
                </a:path>
              </a:pathLst>
            </a:custGeom>
            <a:noFill/>
            <a:ln w="1675"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7"/>
            <p:cNvSpPr/>
            <p:nvPr/>
          </p:nvSpPr>
          <p:spPr>
            <a:xfrm>
              <a:off x="10372450" y="1358025"/>
              <a:ext cx="294077" cy="399327"/>
            </a:xfrm>
            <a:custGeom>
              <a:avLst/>
              <a:gdLst/>
              <a:ahLst/>
              <a:cxnLst/>
              <a:rect l="l" t="t" r="r" b="b"/>
              <a:pathLst>
                <a:path w="2694" h="3402" extrusionOk="0">
                  <a:moveTo>
                    <a:pt x="1067" y="1"/>
                  </a:moveTo>
                  <a:cubicBezTo>
                    <a:pt x="919" y="1"/>
                    <a:pt x="824" y="1386"/>
                    <a:pt x="824" y="1386"/>
                  </a:cubicBezTo>
                  <a:cubicBezTo>
                    <a:pt x="824" y="1386"/>
                    <a:pt x="604" y="1170"/>
                    <a:pt x="477" y="1170"/>
                  </a:cubicBezTo>
                  <a:cubicBezTo>
                    <a:pt x="462" y="1170"/>
                    <a:pt x="449" y="1173"/>
                    <a:pt x="437" y="1179"/>
                  </a:cubicBezTo>
                  <a:cubicBezTo>
                    <a:pt x="324" y="1240"/>
                    <a:pt x="35" y="1663"/>
                    <a:pt x="25" y="1771"/>
                  </a:cubicBezTo>
                  <a:cubicBezTo>
                    <a:pt x="1" y="2084"/>
                    <a:pt x="361" y="3034"/>
                    <a:pt x="361" y="3034"/>
                  </a:cubicBezTo>
                  <a:lnTo>
                    <a:pt x="1870" y="3402"/>
                  </a:lnTo>
                  <a:cubicBezTo>
                    <a:pt x="1870" y="3402"/>
                    <a:pt x="2447" y="2835"/>
                    <a:pt x="2537" y="2610"/>
                  </a:cubicBezTo>
                  <a:cubicBezTo>
                    <a:pt x="2692" y="2228"/>
                    <a:pt x="2693" y="1737"/>
                    <a:pt x="2592" y="1645"/>
                  </a:cubicBezTo>
                  <a:cubicBezTo>
                    <a:pt x="2562" y="1617"/>
                    <a:pt x="2516" y="1607"/>
                    <a:pt x="2467" y="1607"/>
                  </a:cubicBezTo>
                  <a:cubicBezTo>
                    <a:pt x="2351" y="1607"/>
                    <a:pt x="2216" y="1661"/>
                    <a:pt x="2216" y="1661"/>
                  </a:cubicBezTo>
                  <a:cubicBezTo>
                    <a:pt x="2216" y="1661"/>
                    <a:pt x="2133" y="1455"/>
                    <a:pt x="1980" y="1455"/>
                  </a:cubicBezTo>
                  <a:cubicBezTo>
                    <a:pt x="1826" y="1457"/>
                    <a:pt x="1639" y="1559"/>
                    <a:pt x="1639" y="1559"/>
                  </a:cubicBezTo>
                  <a:cubicBezTo>
                    <a:pt x="1639" y="1559"/>
                    <a:pt x="2158" y="174"/>
                    <a:pt x="1899" y="105"/>
                  </a:cubicBezTo>
                  <a:cubicBezTo>
                    <a:pt x="1893" y="103"/>
                    <a:pt x="1888" y="103"/>
                    <a:pt x="1883" y="103"/>
                  </a:cubicBezTo>
                  <a:cubicBezTo>
                    <a:pt x="1686" y="103"/>
                    <a:pt x="1328" y="1025"/>
                    <a:pt x="1328" y="1025"/>
                  </a:cubicBezTo>
                  <a:cubicBezTo>
                    <a:pt x="1328" y="1025"/>
                    <a:pt x="1221" y="16"/>
                    <a:pt x="1070" y="1"/>
                  </a:cubicBezTo>
                  <a:cubicBezTo>
                    <a:pt x="1069" y="1"/>
                    <a:pt x="1068" y="1"/>
                    <a:pt x="1067"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7"/>
            <p:cNvSpPr/>
            <p:nvPr/>
          </p:nvSpPr>
          <p:spPr>
            <a:xfrm>
              <a:off x="9956635" y="1689232"/>
              <a:ext cx="621792" cy="1137369"/>
            </a:xfrm>
            <a:custGeom>
              <a:avLst/>
              <a:gdLst/>
              <a:ahLst/>
              <a:cxnLst/>
              <a:rect l="l" t="t" r="r" b="b"/>
              <a:pathLst>
                <a:path w="5696" h="10419" extrusionOk="0">
                  <a:moveTo>
                    <a:pt x="4170" y="0"/>
                  </a:moveTo>
                  <a:cubicBezTo>
                    <a:pt x="4170" y="0"/>
                    <a:pt x="1947" y="3942"/>
                    <a:pt x="408" y="7777"/>
                  </a:cubicBezTo>
                  <a:cubicBezTo>
                    <a:pt x="0" y="8791"/>
                    <a:pt x="827" y="10287"/>
                    <a:pt x="1875" y="10416"/>
                  </a:cubicBezTo>
                  <a:cubicBezTo>
                    <a:pt x="1892" y="10418"/>
                    <a:pt x="1908" y="10419"/>
                    <a:pt x="1924" y="10419"/>
                  </a:cubicBezTo>
                  <a:cubicBezTo>
                    <a:pt x="3567" y="10419"/>
                    <a:pt x="5696" y="375"/>
                    <a:pt x="5696" y="375"/>
                  </a:cubicBezTo>
                  <a:lnTo>
                    <a:pt x="4170" y="0"/>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7"/>
            <p:cNvSpPr/>
            <p:nvPr/>
          </p:nvSpPr>
          <p:spPr>
            <a:xfrm>
              <a:off x="10079555" y="2117924"/>
              <a:ext cx="109381" cy="234700"/>
            </a:xfrm>
            <a:custGeom>
              <a:avLst/>
              <a:gdLst/>
              <a:ahLst/>
              <a:cxnLst/>
              <a:rect l="l" t="t" r="r" b="b"/>
              <a:pathLst>
                <a:path w="1002" h="2150" fill="none" extrusionOk="0">
                  <a:moveTo>
                    <a:pt x="1001" y="0"/>
                  </a:moveTo>
                  <a:cubicBezTo>
                    <a:pt x="1001" y="0"/>
                    <a:pt x="574" y="810"/>
                    <a:pt x="1" y="2150"/>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7"/>
            <p:cNvSpPr/>
            <p:nvPr/>
          </p:nvSpPr>
          <p:spPr>
            <a:xfrm>
              <a:off x="10438491" y="1509218"/>
              <a:ext cx="23907" cy="76632"/>
            </a:xfrm>
            <a:custGeom>
              <a:avLst/>
              <a:gdLst/>
              <a:ahLst/>
              <a:cxnLst/>
              <a:rect l="l" t="t" r="r" b="b"/>
              <a:pathLst>
                <a:path w="219" h="702" fill="none" extrusionOk="0">
                  <a:moveTo>
                    <a:pt x="219" y="1"/>
                  </a:moveTo>
                  <a:cubicBezTo>
                    <a:pt x="219" y="1"/>
                    <a:pt x="99" y="414"/>
                    <a:pt x="1" y="702"/>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7"/>
            <p:cNvSpPr/>
            <p:nvPr/>
          </p:nvSpPr>
          <p:spPr>
            <a:xfrm>
              <a:off x="10433688" y="1533780"/>
              <a:ext cx="17684" cy="10807"/>
            </a:xfrm>
            <a:custGeom>
              <a:avLst/>
              <a:gdLst/>
              <a:ahLst/>
              <a:cxnLst/>
              <a:rect l="l" t="t" r="r" b="b"/>
              <a:pathLst>
                <a:path w="162" h="99" fill="none" extrusionOk="0">
                  <a:moveTo>
                    <a:pt x="0" y="1"/>
                  </a:moveTo>
                  <a:cubicBezTo>
                    <a:pt x="54" y="35"/>
                    <a:pt x="107" y="68"/>
                    <a:pt x="162" y="99"/>
                  </a:cubicBezTo>
                </a:path>
              </a:pathLst>
            </a:custGeom>
            <a:noFill/>
            <a:ln w="1675"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58" name="Google Shape;1658;p57"/>
          <p:cNvSpPr/>
          <p:nvPr/>
        </p:nvSpPr>
        <p:spPr>
          <a:xfrm rot="10471868">
            <a:off x="650551" y="1242966"/>
            <a:ext cx="410610" cy="357653"/>
          </a:xfrm>
          <a:custGeom>
            <a:avLst/>
            <a:gdLst/>
            <a:ahLst/>
            <a:cxnLst/>
            <a:rect l="l" t="t" r="r" b="b"/>
            <a:pathLst>
              <a:path w="6957" h="6060" extrusionOk="0">
                <a:moveTo>
                  <a:pt x="4816" y="1"/>
                </a:moveTo>
                <a:lnTo>
                  <a:pt x="4816" y="465"/>
                </a:lnTo>
                <a:cubicBezTo>
                  <a:pt x="4816" y="465"/>
                  <a:pt x="4324" y="124"/>
                  <a:pt x="2941" y="105"/>
                </a:cubicBezTo>
                <a:cubicBezTo>
                  <a:pt x="2874" y="73"/>
                  <a:pt x="2803" y="53"/>
                  <a:pt x="2724" y="53"/>
                </a:cubicBezTo>
                <a:lnTo>
                  <a:pt x="1098" y="53"/>
                </a:lnTo>
                <a:cubicBezTo>
                  <a:pt x="822" y="53"/>
                  <a:pt x="600" y="278"/>
                  <a:pt x="600" y="552"/>
                </a:cubicBezTo>
                <a:cubicBezTo>
                  <a:pt x="600" y="724"/>
                  <a:pt x="690" y="876"/>
                  <a:pt x="822" y="964"/>
                </a:cubicBezTo>
                <a:cubicBezTo>
                  <a:pt x="583" y="1002"/>
                  <a:pt x="400" y="1206"/>
                  <a:pt x="400" y="1454"/>
                </a:cubicBezTo>
                <a:cubicBezTo>
                  <a:pt x="400" y="1627"/>
                  <a:pt x="489" y="1778"/>
                  <a:pt x="622" y="1867"/>
                </a:cubicBezTo>
                <a:cubicBezTo>
                  <a:pt x="383" y="1904"/>
                  <a:pt x="199" y="2109"/>
                  <a:pt x="199" y="2356"/>
                </a:cubicBezTo>
                <a:cubicBezTo>
                  <a:pt x="199" y="2528"/>
                  <a:pt x="288" y="2681"/>
                  <a:pt x="422" y="2772"/>
                </a:cubicBezTo>
                <a:cubicBezTo>
                  <a:pt x="183" y="2807"/>
                  <a:pt x="1" y="3010"/>
                  <a:pt x="1" y="3259"/>
                </a:cubicBezTo>
                <a:cubicBezTo>
                  <a:pt x="1" y="3534"/>
                  <a:pt x="223" y="3757"/>
                  <a:pt x="497" y="3757"/>
                </a:cubicBezTo>
                <a:lnTo>
                  <a:pt x="2125" y="3757"/>
                </a:lnTo>
                <a:cubicBezTo>
                  <a:pt x="2202" y="3757"/>
                  <a:pt x="2273" y="3740"/>
                  <a:pt x="2339" y="3707"/>
                </a:cubicBezTo>
                <a:lnTo>
                  <a:pt x="2672" y="3707"/>
                </a:lnTo>
                <a:cubicBezTo>
                  <a:pt x="2442" y="4377"/>
                  <a:pt x="2577" y="5624"/>
                  <a:pt x="2577" y="5624"/>
                </a:cubicBezTo>
                <a:cubicBezTo>
                  <a:pt x="2577" y="5864"/>
                  <a:pt x="2791" y="6060"/>
                  <a:pt x="3055" y="6060"/>
                </a:cubicBezTo>
                <a:cubicBezTo>
                  <a:pt x="3317" y="6060"/>
                  <a:pt x="3529" y="5864"/>
                  <a:pt x="3529" y="5624"/>
                </a:cubicBezTo>
                <a:lnTo>
                  <a:pt x="3529" y="5163"/>
                </a:lnTo>
                <a:cubicBezTo>
                  <a:pt x="3652" y="3630"/>
                  <a:pt x="4816" y="3231"/>
                  <a:pt x="4816" y="3231"/>
                </a:cubicBezTo>
                <a:lnTo>
                  <a:pt x="4816" y="3663"/>
                </a:lnTo>
                <a:lnTo>
                  <a:pt x="6957" y="3663"/>
                </a:lnTo>
                <a:lnTo>
                  <a:pt x="695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7"/>
          <p:cNvSpPr txBox="1"/>
          <p:nvPr/>
        </p:nvSpPr>
        <p:spPr>
          <a:xfrm>
            <a:off x="2461000" y="1091466"/>
            <a:ext cx="1841700" cy="951900"/>
          </a:xfrm>
          <a:prstGeom prst="rect">
            <a:avLst/>
          </a:prstGeom>
          <a:solidFill>
            <a:srgbClr val="46847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0">
                <a:solidFill>
                  <a:srgbClr val="FFF6F7"/>
                </a:solidFill>
                <a:latin typeface="Bowlby One"/>
                <a:ea typeface="Bowlby One"/>
                <a:cs typeface="Bowlby One"/>
                <a:sym typeface="Bowlby One"/>
              </a:rPr>
              <a:t>05</a:t>
            </a:r>
            <a:endParaRPr sz="6000">
              <a:solidFill>
                <a:srgbClr val="FFF6F7"/>
              </a:solidFill>
              <a:latin typeface="Bowlby One"/>
              <a:ea typeface="Bowlby One"/>
              <a:cs typeface="Bowlby One"/>
              <a:sym typeface="Bowlby One"/>
            </a:endParaRPr>
          </a:p>
        </p:txBody>
      </p:sp>
      <p:sp>
        <p:nvSpPr>
          <p:cNvPr id="1660" name="Google Shape;1660;p57"/>
          <p:cNvSpPr txBox="1"/>
          <p:nvPr/>
        </p:nvSpPr>
        <p:spPr>
          <a:xfrm>
            <a:off x="818800" y="2234701"/>
            <a:ext cx="5126100" cy="202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900">
                <a:solidFill>
                  <a:srgbClr val="6E597A"/>
                </a:solidFill>
                <a:latin typeface="Bowlby One"/>
                <a:ea typeface="Bowlby One"/>
                <a:cs typeface="Bowlby One"/>
                <a:sym typeface="Bowlby One"/>
              </a:rPr>
              <a:t>LIMITATIONS</a:t>
            </a:r>
            <a:endParaRPr sz="4900">
              <a:solidFill>
                <a:srgbClr val="6E597A"/>
              </a:solidFill>
              <a:latin typeface="Bowlby One"/>
              <a:ea typeface="Bowlby One"/>
              <a:cs typeface="Bowlby One"/>
              <a:sym typeface="Bowlby One"/>
            </a:endParaRPr>
          </a:p>
          <a:p>
            <a:pPr marL="0" lvl="0" indent="0" algn="ctr" rtl="0">
              <a:spcBef>
                <a:spcPts val="0"/>
              </a:spcBef>
              <a:spcAft>
                <a:spcPts val="0"/>
              </a:spcAft>
              <a:buNone/>
            </a:pPr>
            <a:r>
              <a:rPr lang="en" sz="4900">
                <a:solidFill>
                  <a:srgbClr val="6E597A"/>
                </a:solidFill>
                <a:latin typeface="Bowlby One"/>
                <a:ea typeface="Bowlby One"/>
                <a:cs typeface="Bowlby One"/>
                <a:sym typeface="Bowlby One"/>
              </a:rPr>
              <a:t>&amp; FUTURE WORKS</a:t>
            </a:r>
            <a:endParaRPr sz="4900">
              <a:solidFill>
                <a:srgbClr val="6E597A"/>
              </a:solidFill>
              <a:latin typeface="Bowlby One"/>
              <a:ea typeface="Bowlby One"/>
              <a:cs typeface="Bowlby One"/>
              <a:sym typeface="Bowlby On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593"/>
                                        </p:tgtEl>
                                        <p:attrNameLst>
                                          <p:attrName>style.visibility</p:attrName>
                                        </p:attrNameLst>
                                      </p:cBhvr>
                                      <p:to>
                                        <p:strVal val="visible"/>
                                      </p:to>
                                    </p:set>
                                    <p:anim calcmode="lin" valueType="num">
                                      <p:cBhvr additive="base">
                                        <p:cTn id="7" dur="500"/>
                                        <p:tgtEl>
                                          <p:spTgt spid="1593"/>
                                        </p:tgtEl>
                                        <p:attrNameLst>
                                          <p:attrName>ppt_w</p:attrName>
                                        </p:attrNameLst>
                                      </p:cBhvr>
                                      <p:tavLst>
                                        <p:tav tm="0">
                                          <p:val>
                                            <p:strVal val="0"/>
                                          </p:val>
                                        </p:tav>
                                        <p:tav tm="100000">
                                          <p:val>
                                            <p:strVal val="#ppt_w"/>
                                          </p:val>
                                        </p:tav>
                                      </p:tavLst>
                                    </p:anim>
                                    <p:anim calcmode="lin" valueType="num">
                                      <p:cBhvr additive="base">
                                        <p:cTn id="8" dur="500"/>
                                        <p:tgtEl>
                                          <p:spTgt spid="1593"/>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658"/>
                                        </p:tgtEl>
                                        <p:attrNameLst>
                                          <p:attrName>style.visibility</p:attrName>
                                        </p:attrNameLst>
                                      </p:cBhvr>
                                      <p:to>
                                        <p:strVal val="visible"/>
                                      </p:to>
                                    </p:set>
                                    <p:anim calcmode="lin" valueType="num">
                                      <p:cBhvr additive="base">
                                        <p:cTn id="11" dur="500"/>
                                        <p:tgtEl>
                                          <p:spTgt spid="1658"/>
                                        </p:tgtEl>
                                        <p:attrNameLst>
                                          <p:attrName>ppt_w</p:attrName>
                                        </p:attrNameLst>
                                      </p:cBhvr>
                                      <p:tavLst>
                                        <p:tav tm="0">
                                          <p:val>
                                            <p:strVal val="0"/>
                                          </p:val>
                                        </p:tav>
                                        <p:tav tm="100000">
                                          <p:val>
                                            <p:strVal val="#ppt_w"/>
                                          </p:val>
                                        </p:tav>
                                      </p:tavLst>
                                    </p:anim>
                                    <p:anim calcmode="lin" valueType="num">
                                      <p:cBhvr additive="base">
                                        <p:cTn id="12" dur="500"/>
                                        <p:tgtEl>
                                          <p:spTgt spid="1658"/>
                                        </p:tgtEl>
                                        <p:attrNameLst>
                                          <p:attrName>ppt_h</p:attrName>
                                        </p:attrNameLst>
                                      </p:cBhvr>
                                      <p:tavLst>
                                        <p:tav tm="0">
                                          <p:val>
                                            <p:strVal val="0"/>
                                          </p:val>
                                        </p:tav>
                                        <p:tav tm="100000">
                                          <p:val>
                                            <p:strVal val="#ppt_h"/>
                                          </p:val>
                                        </p:tav>
                                      </p:tavLst>
                                    </p:anim>
                                  </p:childTnLst>
                                </p:cTn>
                              </p:par>
                              <p:par>
                                <p:cTn id="13" presetID="2" presetClass="entr" presetSubtype="4" fill="hold" nodeType="withEffect">
                                  <p:stCondLst>
                                    <p:cond delay="0"/>
                                  </p:stCondLst>
                                  <p:childTnLst>
                                    <p:set>
                                      <p:cBhvr>
                                        <p:cTn id="14" dur="1" fill="hold">
                                          <p:stCondLst>
                                            <p:cond delay="0"/>
                                          </p:stCondLst>
                                        </p:cTn>
                                        <p:tgtEl>
                                          <p:spTgt spid="1604"/>
                                        </p:tgtEl>
                                        <p:attrNameLst>
                                          <p:attrName>style.visibility</p:attrName>
                                        </p:attrNameLst>
                                      </p:cBhvr>
                                      <p:to>
                                        <p:strVal val="visible"/>
                                      </p:to>
                                    </p:set>
                                    <p:anim calcmode="lin" valueType="num">
                                      <p:cBhvr additive="base">
                                        <p:cTn id="15" dur="1000"/>
                                        <p:tgtEl>
                                          <p:spTgt spid="16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64"/>
        <p:cNvGrpSpPr/>
        <p:nvPr/>
      </p:nvGrpSpPr>
      <p:grpSpPr>
        <a:xfrm>
          <a:off x="0" y="0"/>
          <a:ext cx="0" cy="0"/>
          <a:chOff x="0" y="0"/>
          <a:chExt cx="0" cy="0"/>
        </a:xfrm>
      </p:grpSpPr>
      <p:sp>
        <p:nvSpPr>
          <p:cNvPr id="1665" name="Google Shape;1665;p58"/>
          <p:cNvSpPr txBox="1">
            <a:spLocks noGrp="1"/>
          </p:cNvSpPr>
          <p:nvPr>
            <p:ph type="body" idx="1"/>
          </p:nvPr>
        </p:nvSpPr>
        <p:spPr>
          <a:xfrm>
            <a:off x="720000" y="1047750"/>
            <a:ext cx="6709500" cy="33264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Self-reported data</a:t>
            </a:r>
            <a:endParaRPr sz="1400"/>
          </a:p>
          <a:p>
            <a:pPr marL="914400" lvl="1" indent="-317500" algn="l" rtl="0">
              <a:lnSpc>
                <a:spcPct val="115000"/>
              </a:lnSpc>
              <a:spcBef>
                <a:spcPts val="0"/>
              </a:spcBef>
              <a:spcAft>
                <a:spcPts val="0"/>
              </a:spcAft>
              <a:buSzPts val="1400"/>
              <a:buChar char="○"/>
            </a:pPr>
            <a:r>
              <a:rPr lang="en" sz="1400"/>
              <a:t>Teens may over- or under-estimate usage</a:t>
            </a:r>
            <a:endParaRPr sz="1400"/>
          </a:p>
          <a:p>
            <a:pPr marL="914400" lvl="1" indent="-317500" algn="l" rtl="0">
              <a:lnSpc>
                <a:spcPct val="115000"/>
              </a:lnSpc>
              <a:spcBef>
                <a:spcPts val="0"/>
              </a:spcBef>
              <a:spcAft>
                <a:spcPts val="0"/>
              </a:spcAft>
              <a:buSzPts val="1400"/>
              <a:buChar char="○"/>
            </a:pPr>
            <a:r>
              <a:rPr lang="en" sz="1400"/>
              <a:t>Responses may be influenced by social desirability</a:t>
            </a:r>
            <a:endParaRPr sz="1400"/>
          </a:p>
          <a:p>
            <a:pPr marL="457200" lvl="0" indent="-317500" algn="l" rtl="0">
              <a:lnSpc>
                <a:spcPct val="115000"/>
              </a:lnSpc>
              <a:spcBef>
                <a:spcPts val="0"/>
              </a:spcBef>
              <a:spcAft>
                <a:spcPts val="0"/>
              </a:spcAft>
              <a:buSzPts val="1400"/>
              <a:buChar char="●"/>
            </a:pPr>
            <a:r>
              <a:rPr lang="en" sz="1400"/>
              <a:t>Limited sample</a:t>
            </a:r>
            <a:endParaRPr sz="1400"/>
          </a:p>
          <a:p>
            <a:pPr marL="914400" lvl="1" indent="-317500" algn="l" rtl="0">
              <a:lnSpc>
                <a:spcPct val="115000"/>
              </a:lnSpc>
              <a:spcBef>
                <a:spcPts val="0"/>
              </a:spcBef>
              <a:spcAft>
                <a:spcPts val="0"/>
              </a:spcAft>
              <a:buSzPts val="1400"/>
              <a:buChar char="○"/>
            </a:pPr>
            <a:r>
              <a:rPr lang="en" sz="1400"/>
              <a:t>Single geographic and cultural context</a:t>
            </a:r>
            <a:endParaRPr sz="1400"/>
          </a:p>
          <a:p>
            <a:pPr marL="914400" lvl="1" indent="-317500" algn="l" rtl="0">
              <a:lnSpc>
                <a:spcPct val="115000"/>
              </a:lnSpc>
              <a:spcBef>
                <a:spcPts val="0"/>
              </a:spcBef>
              <a:spcAft>
                <a:spcPts val="0"/>
              </a:spcAft>
              <a:buSzPts val="1400"/>
              <a:buChar char="○"/>
            </a:pPr>
            <a:r>
              <a:rPr lang="en" sz="1400"/>
              <a:t>Findings may not generalize globally</a:t>
            </a:r>
            <a:endParaRPr sz="1400"/>
          </a:p>
          <a:p>
            <a:pPr marL="457200" lvl="0" indent="-317500" algn="l" rtl="0">
              <a:lnSpc>
                <a:spcPct val="115000"/>
              </a:lnSpc>
              <a:spcBef>
                <a:spcPts val="0"/>
              </a:spcBef>
              <a:spcAft>
                <a:spcPts val="0"/>
              </a:spcAft>
              <a:buSzPts val="1400"/>
              <a:buChar char="●"/>
            </a:pPr>
            <a:r>
              <a:rPr lang="en" sz="1400"/>
              <a:t>Correlational design</a:t>
            </a:r>
            <a:endParaRPr sz="1400"/>
          </a:p>
          <a:p>
            <a:pPr marL="914400" lvl="1" indent="-317500" algn="l" rtl="0">
              <a:lnSpc>
                <a:spcPct val="115000"/>
              </a:lnSpc>
              <a:spcBef>
                <a:spcPts val="0"/>
              </a:spcBef>
              <a:spcAft>
                <a:spcPts val="0"/>
              </a:spcAft>
              <a:buSzPts val="1400"/>
              <a:buChar char="○"/>
            </a:pPr>
            <a:r>
              <a:rPr lang="en" sz="1400"/>
              <a:t>Cannot determine causation</a:t>
            </a:r>
            <a:endParaRPr sz="1400"/>
          </a:p>
          <a:p>
            <a:pPr marL="914400" lvl="1" indent="-317500" algn="l" rtl="0">
              <a:lnSpc>
                <a:spcPct val="115000"/>
              </a:lnSpc>
              <a:spcBef>
                <a:spcPts val="0"/>
              </a:spcBef>
              <a:spcAft>
                <a:spcPts val="0"/>
              </a:spcAft>
              <a:buSzPts val="1400"/>
              <a:buChar char="○"/>
            </a:pPr>
            <a:r>
              <a:rPr lang="en" sz="1400"/>
              <a:t>Many unobserved factors (sleep, personality, parenting, school environment) may influence outcomes</a:t>
            </a:r>
            <a:endParaRPr sz="1400"/>
          </a:p>
          <a:p>
            <a:pPr marL="457200" lvl="0" indent="-317500" algn="l" rtl="0">
              <a:lnSpc>
                <a:spcPct val="115000"/>
              </a:lnSpc>
              <a:spcBef>
                <a:spcPts val="0"/>
              </a:spcBef>
              <a:spcAft>
                <a:spcPts val="0"/>
              </a:spcAft>
              <a:buSzPts val="1400"/>
              <a:buChar char="●"/>
            </a:pPr>
            <a:r>
              <a:rPr lang="en" sz="1400"/>
              <a:t>Missing variables</a:t>
            </a:r>
            <a:endParaRPr sz="1400"/>
          </a:p>
          <a:p>
            <a:pPr marL="914400" lvl="1" indent="-317500" algn="l" rtl="0">
              <a:lnSpc>
                <a:spcPct val="115000"/>
              </a:lnSpc>
              <a:spcBef>
                <a:spcPts val="0"/>
              </a:spcBef>
              <a:spcAft>
                <a:spcPts val="0"/>
              </a:spcAft>
              <a:buSzPts val="1400"/>
              <a:buChar char="○"/>
            </a:pPr>
            <a:r>
              <a:rPr lang="en" sz="1400"/>
              <a:t>Important factors like sleep quality, app-level usage, family environment, and validated psychological scales were not included</a:t>
            </a:r>
            <a:endParaRPr sz="1400"/>
          </a:p>
        </p:txBody>
      </p:sp>
      <p:sp>
        <p:nvSpPr>
          <p:cNvPr id="1666" name="Google Shape;1666;p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LIMITATIONS </a:t>
            </a:r>
            <a:endParaRPr/>
          </a:p>
        </p:txBody>
      </p:sp>
      <p:pic>
        <p:nvPicPr>
          <p:cNvPr id="1667" name="Google Shape;1667;p58"/>
          <p:cNvPicPr preferRelativeResize="0"/>
          <p:nvPr/>
        </p:nvPicPr>
        <p:blipFill>
          <a:blip r:embed="rId3">
            <a:alphaModFix/>
          </a:blip>
          <a:stretch>
            <a:fillRect/>
          </a:stretch>
        </p:blipFill>
        <p:spPr>
          <a:xfrm>
            <a:off x="6175175" y="1017725"/>
            <a:ext cx="1648550" cy="1648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665"/>
                                        </p:tgtEl>
                                        <p:attrNameLst>
                                          <p:attrName>style.visibility</p:attrName>
                                        </p:attrNameLst>
                                      </p:cBhvr>
                                      <p:to>
                                        <p:strVal val="visible"/>
                                      </p:to>
                                    </p:set>
                                    <p:anim calcmode="lin" valueType="num">
                                      <p:cBhvr additive="base">
                                        <p:cTn id="7" dur="1000"/>
                                        <p:tgtEl>
                                          <p:spTgt spid="1665"/>
                                        </p:tgtEl>
                                        <p:attrNameLst>
                                          <p:attrName>ppt_x</p:attrName>
                                        </p:attrNameLst>
                                      </p:cBhvr>
                                      <p:tavLst>
                                        <p:tav tm="0">
                                          <p:val>
                                            <p:strVal val="#ppt_x-1"/>
                                          </p:val>
                                        </p:tav>
                                        <p:tav tm="100000">
                                          <p:val>
                                            <p:strVal val="#ppt_x"/>
                                          </p:val>
                                        </p:tav>
                                      </p:tavLst>
                                    </p:anim>
                                  </p:childTnLst>
                                </p:cTn>
                              </p:par>
                              <p:par>
                                <p:cTn id="8" presetID="23" presetClass="entr" presetSubtype="16" fill="hold" nodeType="withEffect">
                                  <p:stCondLst>
                                    <p:cond delay="0"/>
                                  </p:stCondLst>
                                  <p:childTnLst>
                                    <p:set>
                                      <p:cBhvr>
                                        <p:cTn id="9" dur="1" fill="hold">
                                          <p:stCondLst>
                                            <p:cond delay="0"/>
                                          </p:stCondLst>
                                        </p:cTn>
                                        <p:tgtEl>
                                          <p:spTgt spid="1667"/>
                                        </p:tgtEl>
                                        <p:attrNameLst>
                                          <p:attrName>style.visibility</p:attrName>
                                        </p:attrNameLst>
                                      </p:cBhvr>
                                      <p:to>
                                        <p:strVal val="visible"/>
                                      </p:to>
                                    </p:set>
                                    <p:anim calcmode="lin" valueType="num">
                                      <p:cBhvr additive="base">
                                        <p:cTn id="10" dur="1000"/>
                                        <p:tgtEl>
                                          <p:spTgt spid="1667"/>
                                        </p:tgtEl>
                                        <p:attrNameLst>
                                          <p:attrName>ppt_w</p:attrName>
                                        </p:attrNameLst>
                                      </p:cBhvr>
                                      <p:tavLst>
                                        <p:tav tm="0">
                                          <p:val>
                                            <p:strVal val="0"/>
                                          </p:val>
                                        </p:tav>
                                        <p:tav tm="100000">
                                          <p:val>
                                            <p:strVal val="#ppt_w"/>
                                          </p:val>
                                        </p:tav>
                                      </p:tavLst>
                                    </p:anim>
                                    <p:anim calcmode="lin" valueType="num">
                                      <p:cBhvr additive="base">
                                        <p:cTn id="11" dur="1000"/>
                                        <p:tgtEl>
                                          <p:spTgt spid="166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71"/>
        <p:cNvGrpSpPr/>
        <p:nvPr/>
      </p:nvGrpSpPr>
      <p:grpSpPr>
        <a:xfrm>
          <a:off x="0" y="0"/>
          <a:ext cx="0" cy="0"/>
          <a:chOff x="0" y="0"/>
          <a:chExt cx="0" cy="0"/>
        </a:xfrm>
      </p:grpSpPr>
      <p:sp>
        <p:nvSpPr>
          <p:cNvPr id="1672" name="Google Shape;1672;p59"/>
          <p:cNvSpPr txBox="1">
            <a:spLocks noGrp="1"/>
          </p:cNvSpPr>
          <p:nvPr>
            <p:ph type="title"/>
          </p:nvPr>
        </p:nvSpPr>
        <p:spPr>
          <a:xfrm>
            <a:off x="720000" y="4091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FUTURE WORKS</a:t>
            </a:r>
            <a:endParaRPr/>
          </a:p>
        </p:txBody>
      </p:sp>
      <p:sp>
        <p:nvSpPr>
          <p:cNvPr id="1673" name="Google Shape;1673;p59"/>
          <p:cNvSpPr txBox="1">
            <a:spLocks noGrp="1"/>
          </p:cNvSpPr>
          <p:nvPr>
            <p:ph type="body" idx="1"/>
          </p:nvPr>
        </p:nvSpPr>
        <p:spPr>
          <a:xfrm>
            <a:off x="604500" y="937850"/>
            <a:ext cx="7935000" cy="35022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Combine data sources</a:t>
            </a:r>
            <a:endParaRPr sz="1400"/>
          </a:p>
          <a:p>
            <a:pPr marL="914400" lvl="1" indent="-317500" algn="l" rtl="0">
              <a:lnSpc>
                <a:spcPct val="115000"/>
              </a:lnSpc>
              <a:spcBef>
                <a:spcPts val="0"/>
              </a:spcBef>
              <a:spcAft>
                <a:spcPts val="0"/>
              </a:spcAft>
              <a:buSzPts val="1400"/>
              <a:buChar char="○"/>
            </a:pPr>
            <a:r>
              <a:rPr lang="en" sz="1400"/>
              <a:t>Merge self-reports with digital tracking (e.g., screen time apps) to reduce bias</a:t>
            </a:r>
            <a:endParaRPr sz="1400"/>
          </a:p>
          <a:p>
            <a:pPr marL="457200" lvl="0" indent="-317500" algn="l" rtl="0">
              <a:lnSpc>
                <a:spcPct val="115000"/>
              </a:lnSpc>
              <a:spcBef>
                <a:spcPts val="0"/>
              </a:spcBef>
              <a:spcAft>
                <a:spcPts val="0"/>
              </a:spcAft>
              <a:buSzPts val="1400"/>
              <a:buChar char="●"/>
            </a:pPr>
            <a:r>
              <a:rPr lang="en" sz="1400"/>
              <a:t>Longitudinal studies</a:t>
            </a:r>
            <a:endParaRPr sz="1400"/>
          </a:p>
          <a:p>
            <a:pPr marL="914400" lvl="1" indent="-317500" algn="l" rtl="0">
              <a:lnSpc>
                <a:spcPct val="115000"/>
              </a:lnSpc>
              <a:spcBef>
                <a:spcPts val="0"/>
              </a:spcBef>
              <a:spcAft>
                <a:spcPts val="0"/>
              </a:spcAft>
              <a:buSzPts val="1400"/>
              <a:buChar char="○"/>
            </a:pPr>
            <a:r>
              <a:rPr lang="en" sz="1400"/>
              <a:t>Observe changes in smartphone habits and outcomes over time</a:t>
            </a:r>
            <a:endParaRPr sz="1400"/>
          </a:p>
          <a:p>
            <a:pPr marL="914400" lvl="1" indent="-317500" algn="l" rtl="0">
              <a:lnSpc>
                <a:spcPct val="115000"/>
              </a:lnSpc>
              <a:spcBef>
                <a:spcPts val="0"/>
              </a:spcBef>
              <a:spcAft>
                <a:spcPts val="0"/>
              </a:spcAft>
              <a:buSzPts val="1400"/>
              <a:buChar char="○"/>
            </a:pPr>
            <a:r>
              <a:rPr lang="en" sz="1400"/>
              <a:t>Identify whether usage patterns precede academic or mental health changes</a:t>
            </a:r>
            <a:endParaRPr sz="1400"/>
          </a:p>
          <a:p>
            <a:pPr marL="457200" lvl="0" indent="-317500" algn="l" rtl="0">
              <a:lnSpc>
                <a:spcPct val="115000"/>
              </a:lnSpc>
              <a:spcBef>
                <a:spcPts val="0"/>
              </a:spcBef>
              <a:spcAft>
                <a:spcPts val="0"/>
              </a:spcAft>
              <a:buSzPts val="1400"/>
              <a:buChar char="●"/>
            </a:pPr>
            <a:r>
              <a:rPr lang="en" sz="1400"/>
              <a:t>Expanded variables</a:t>
            </a:r>
            <a:endParaRPr sz="1400"/>
          </a:p>
          <a:p>
            <a:pPr marL="914400" lvl="1" indent="-317500" algn="l" rtl="0">
              <a:lnSpc>
                <a:spcPct val="115000"/>
              </a:lnSpc>
              <a:spcBef>
                <a:spcPts val="0"/>
              </a:spcBef>
              <a:spcAft>
                <a:spcPts val="0"/>
              </a:spcAft>
              <a:buSzPts val="1400"/>
              <a:buChar char="○"/>
            </a:pPr>
            <a:r>
              <a:rPr lang="en" sz="1400"/>
              <a:t>Sleep cycles, app-level engagement, family environment, validated psychological scales</a:t>
            </a:r>
            <a:endParaRPr sz="1400"/>
          </a:p>
          <a:p>
            <a:pPr marL="457200" lvl="0" indent="-317500" algn="l" rtl="0">
              <a:lnSpc>
                <a:spcPct val="115000"/>
              </a:lnSpc>
              <a:spcBef>
                <a:spcPts val="0"/>
              </a:spcBef>
              <a:spcAft>
                <a:spcPts val="0"/>
              </a:spcAft>
              <a:buSzPts val="1400"/>
              <a:buChar char="●"/>
            </a:pPr>
            <a:r>
              <a:rPr lang="en" sz="1400"/>
              <a:t>Include qualitative research</a:t>
            </a:r>
            <a:endParaRPr sz="1400"/>
          </a:p>
          <a:p>
            <a:pPr marL="914400" lvl="1" indent="-317500" algn="l" rtl="0">
              <a:lnSpc>
                <a:spcPct val="115000"/>
              </a:lnSpc>
              <a:spcBef>
                <a:spcPts val="0"/>
              </a:spcBef>
              <a:spcAft>
                <a:spcPts val="0"/>
              </a:spcAft>
              <a:buSzPts val="1400"/>
              <a:buChar char="○"/>
            </a:pPr>
            <a:r>
              <a:rPr lang="en" sz="1400"/>
              <a:t>Interviews with teens and parents to understand motivations behind behavior</a:t>
            </a:r>
            <a:endParaRPr sz="1400"/>
          </a:p>
          <a:p>
            <a:pPr marL="914400" lvl="1" indent="-317500" algn="l" rtl="0">
              <a:lnSpc>
                <a:spcPct val="115000"/>
              </a:lnSpc>
              <a:spcBef>
                <a:spcPts val="0"/>
              </a:spcBef>
              <a:spcAft>
                <a:spcPts val="0"/>
              </a:spcAft>
              <a:buSzPts val="1400"/>
              <a:buChar char="○"/>
            </a:pPr>
            <a:r>
              <a:rPr lang="en" sz="1400"/>
              <a:t>Explore why educational use may increase anxiety for some teens</a:t>
            </a:r>
            <a:endParaRPr sz="1400"/>
          </a:p>
          <a:p>
            <a:pPr marL="457200" lvl="0" indent="-317500" algn="l" rtl="0">
              <a:lnSpc>
                <a:spcPct val="115000"/>
              </a:lnSpc>
              <a:spcBef>
                <a:spcPts val="0"/>
              </a:spcBef>
              <a:spcAft>
                <a:spcPts val="0"/>
              </a:spcAft>
              <a:buSzPts val="1400"/>
              <a:buChar char="●"/>
            </a:pPr>
            <a:r>
              <a:rPr lang="en" sz="1400"/>
              <a:t>Diverse populations</a:t>
            </a:r>
            <a:endParaRPr sz="1400"/>
          </a:p>
          <a:p>
            <a:pPr marL="914400" lvl="1" indent="-317500" algn="l" rtl="0">
              <a:lnSpc>
                <a:spcPct val="115000"/>
              </a:lnSpc>
              <a:spcBef>
                <a:spcPts val="0"/>
              </a:spcBef>
              <a:spcAft>
                <a:spcPts val="0"/>
              </a:spcAft>
              <a:buSzPts val="1400"/>
              <a:buChar char="○"/>
            </a:pPr>
            <a:r>
              <a:rPr lang="en" sz="1400"/>
              <a:t>Include multiple regions, socioeconomic backgrounds, and school settings for generalizability</a:t>
            </a:r>
            <a:endParaRPr sz="1400"/>
          </a:p>
        </p:txBody>
      </p:sp>
      <p:grpSp>
        <p:nvGrpSpPr>
          <p:cNvPr id="1674" name="Google Shape;1674;p59"/>
          <p:cNvGrpSpPr/>
          <p:nvPr/>
        </p:nvGrpSpPr>
        <p:grpSpPr>
          <a:xfrm>
            <a:off x="7917175" y="616226"/>
            <a:ext cx="622322" cy="671330"/>
            <a:chOff x="6197323" y="322253"/>
            <a:chExt cx="697671" cy="752612"/>
          </a:xfrm>
        </p:grpSpPr>
        <p:grpSp>
          <p:nvGrpSpPr>
            <p:cNvPr id="1675" name="Google Shape;1675;p59"/>
            <p:cNvGrpSpPr/>
            <p:nvPr/>
          </p:nvGrpSpPr>
          <p:grpSpPr>
            <a:xfrm>
              <a:off x="6409539" y="322253"/>
              <a:ext cx="485454" cy="442220"/>
              <a:chOff x="1453550" y="959950"/>
              <a:chExt cx="167925" cy="152975"/>
            </a:xfrm>
          </p:grpSpPr>
          <p:sp>
            <p:nvSpPr>
              <p:cNvPr id="1676" name="Google Shape;1676;p59"/>
              <p:cNvSpPr/>
              <p:nvPr/>
            </p:nvSpPr>
            <p:spPr>
              <a:xfrm>
                <a:off x="1453550" y="959950"/>
                <a:ext cx="167925" cy="152975"/>
              </a:xfrm>
              <a:custGeom>
                <a:avLst/>
                <a:gdLst/>
                <a:ahLst/>
                <a:cxnLst/>
                <a:rect l="l" t="t" r="r" b="b"/>
                <a:pathLst>
                  <a:path w="6717" h="6119" extrusionOk="0">
                    <a:moveTo>
                      <a:pt x="3359" y="0"/>
                    </a:moveTo>
                    <a:cubicBezTo>
                      <a:pt x="2576" y="0"/>
                      <a:pt x="1793" y="299"/>
                      <a:pt x="1195" y="896"/>
                    </a:cubicBezTo>
                    <a:cubicBezTo>
                      <a:pt x="1" y="2091"/>
                      <a:pt x="1" y="4027"/>
                      <a:pt x="1195" y="5222"/>
                    </a:cubicBezTo>
                    <a:cubicBezTo>
                      <a:pt x="1793" y="5820"/>
                      <a:pt x="2576" y="6118"/>
                      <a:pt x="3359" y="6118"/>
                    </a:cubicBezTo>
                    <a:cubicBezTo>
                      <a:pt x="4142" y="6118"/>
                      <a:pt x="4925" y="5820"/>
                      <a:pt x="5523" y="5222"/>
                    </a:cubicBezTo>
                    <a:cubicBezTo>
                      <a:pt x="6716" y="4027"/>
                      <a:pt x="6716" y="2091"/>
                      <a:pt x="5523" y="896"/>
                    </a:cubicBezTo>
                    <a:cubicBezTo>
                      <a:pt x="4925" y="299"/>
                      <a:pt x="4142" y="0"/>
                      <a:pt x="3359" y="0"/>
                    </a:cubicBezTo>
                    <a:close/>
                  </a:path>
                </a:pathLst>
              </a:custGeom>
              <a:solidFill>
                <a:schemeClr val="dk2"/>
              </a:solidFill>
              <a:ln>
                <a:noFill/>
              </a:ln>
            </p:spPr>
            <p:txBody>
              <a:bodyPr spcFirstLastPara="1" wrap="square" lIns="81550" tIns="81550" rIns="81550" bIns="81550" anchor="ctr" anchorCtr="0">
                <a:noAutofit/>
              </a:bodyPr>
              <a:lstStyle/>
              <a:p>
                <a:pPr marL="0" lvl="0" indent="0" algn="l" rtl="0">
                  <a:spcBef>
                    <a:spcPts val="0"/>
                  </a:spcBef>
                  <a:spcAft>
                    <a:spcPts val="0"/>
                  </a:spcAft>
                  <a:buNone/>
                </a:pPr>
                <a:endParaRPr/>
              </a:p>
            </p:txBody>
          </p:sp>
          <p:sp>
            <p:nvSpPr>
              <p:cNvPr id="1677" name="Google Shape;1677;p59"/>
              <p:cNvSpPr/>
              <p:nvPr/>
            </p:nvSpPr>
            <p:spPr>
              <a:xfrm>
                <a:off x="1495475" y="998925"/>
                <a:ext cx="84150" cy="80175"/>
              </a:xfrm>
              <a:custGeom>
                <a:avLst/>
                <a:gdLst/>
                <a:ahLst/>
                <a:cxnLst/>
                <a:rect l="l" t="t" r="r" b="b"/>
                <a:pathLst>
                  <a:path w="3366" h="3207" extrusionOk="0">
                    <a:moveTo>
                      <a:pt x="909" y="0"/>
                    </a:moveTo>
                    <a:cubicBezTo>
                      <a:pt x="863" y="0"/>
                      <a:pt x="811" y="2"/>
                      <a:pt x="758" y="8"/>
                    </a:cubicBezTo>
                    <a:cubicBezTo>
                      <a:pt x="427" y="40"/>
                      <a:pt x="46" y="343"/>
                      <a:pt x="0" y="921"/>
                    </a:cubicBezTo>
                    <a:lnTo>
                      <a:pt x="0" y="1113"/>
                    </a:lnTo>
                    <a:cubicBezTo>
                      <a:pt x="42" y="1668"/>
                      <a:pt x="461" y="2351"/>
                      <a:pt x="1683" y="3207"/>
                    </a:cubicBezTo>
                    <a:cubicBezTo>
                      <a:pt x="2903" y="2350"/>
                      <a:pt x="3322" y="1668"/>
                      <a:pt x="3365" y="1113"/>
                    </a:cubicBezTo>
                    <a:lnTo>
                      <a:pt x="3365" y="921"/>
                    </a:lnTo>
                    <a:cubicBezTo>
                      <a:pt x="3318" y="341"/>
                      <a:pt x="2937" y="39"/>
                      <a:pt x="2606" y="8"/>
                    </a:cubicBezTo>
                    <a:cubicBezTo>
                      <a:pt x="2553" y="2"/>
                      <a:pt x="2503" y="0"/>
                      <a:pt x="2455" y="0"/>
                    </a:cubicBezTo>
                    <a:cubicBezTo>
                      <a:pt x="2076" y="0"/>
                      <a:pt x="1892" y="165"/>
                      <a:pt x="1683" y="412"/>
                    </a:cubicBezTo>
                    <a:cubicBezTo>
                      <a:pt x="1472" y="165"/>
                      <a:pt x="1291" y="0"/>
                      <a:pt x="909" y="0"/>
                    </a:cubicBezTo>
                    <a:close/>
                  </a:path>
                </a:pathLst>
              </a:custGeom>
              <a:solidFill>
                <a:schemeClr val="accent1"/>
              </a:solidFill>
              <a:ln>
                <a:noFill/>
              </a:ln>
            </p:spPr>
            <p:txBody>
              <a:bodyPr spcFirstLastPara="1" wrap="square" lIns="81550" tIns="81550" rIns="81550" bIns="81550" anchor="ctr" anchorCtr="0">
                <a:noAutofit/>
              </a:bodyPr>
              <a:lstStyle/>
              <a:p>
                <a:pPr marL="0" lvl="0" indent="0" algn="l" rtl="0">
                  <a:spcBef>
                    <a:spcPts val="0"/>
                  </a:spcBef>
                  <a:spcAft>
                    <a:spcPts val="0"/>
                  </a:spcAft>
                  <a:buNone/>
                </a:pPr>
                <a:endParaRPr/>
              </a:p>
            </p:txBody>
          </p:sp>
        </p:grpSp>
        <p:sp>
          <p:nvSpPr>
            <p:cNvPr id="1678" name="Google Shape;1678;p59"/>
            <p:cNvSpPr/>
            <p:nvPr/>
          </p:nvSpPr>
          <p:spPr>
            <a:xfrm>
              <a:off x="6197329" y="485049"/>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2"/>
            </a:solidFill>
            <a:ln>
              <a:noFill/>
            </a:ln>
          </p:spPr>
          <p:txBody>
            <a:bodyPr spcFirstLastPara="1" wrap="square" lIns="81550" tIns="81550" rIns="81550" bIns="81550" anchor="ctr" anchorCtr="0">
              <a:noAutofit/>
            </a:bodyPr>
            <a:lstStyle/>
            <a:p>
              <a:pPr marL="0" lvl="0" indent="0" algn="l" rtl="0">
                <a:spcBef>
                  <a:spcPts val="0"/>
                </a:spcBef>
                <a:spcAft>
                  <a:spcPts val="0"/>
                </a:spcAft>
                <a:buNone/>
              </a:pPr>
              <a:endParaRPr/>
            </a:p>
          </p:txBody>
        </p:sp>
        <p:sp>
          <p:nvSpPr>
            <p:cNvPr id="1679" name="Google Shape;1679;p59"/>
            <p:cNvSpPr/>
            <p:nvPr/>
          </p:nvSpPr>
          <p:spPr>
            <a:xfrm>
              <a:off x="6197323" y="689126"/>
              <a:ext cx="245769" cy="24568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6"/>
            </a:solidFill>
            <a:ln>
              <a:noFill/>
            </a:ln>
          </p:spPr>
          <p:txBody>
            <a:bodyPr spcFirstLastPara="1" wrap="square" lIns="81550" tIns="81550" rIns="81550" bIns="81550" anchor="ctr" anchorCtr="0">
              <a:noAutofit/>
            </a:bodyPr>
            <a:lstStyle/>
            <a:p>
              <a:pPr marL="0" lvl="0" indent="0" algn="l" rtl="0">
                <a:spcBef>
                  <a:spcPts val="0"/>
                </a:spcBef>
                <a:spcAft>
                  <a:spcPts val="0"/>
                </a:spcAft>
                <a:buNone/>
              </a:pPr>
              <a:endParaRPr/>
            </a:p>
          </p:txBody>
        </p:sp>
        <p:sp>
          <p:nvSpPr>
            <p:cNvPr id="1680" name="Google Shape;1680;p59"/>
            <p:cNvSpPr/>
            <p:nvPr/>
          </p:nvSpPr>
          <p:spPr>
            <a:xfrm>
              <a:off x="6582227" y="934827"/>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5"/>
            </a:solidFill>
            <a:ln>
              <a:noFill/>
            </a:ln>
          </p:spPr>
          <p:txBody>
            <a:bodyPr spcFirstLastPara="1" wrap="square" lIns="81550" tIns="81550" rIns="81550" bIns="81550"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673"/>
                                        </p:tgtEl>
                                        <p:attrNameLst>
                                          <p:attrName>style.visibility</p:attrName>
                                        </p:attrNameLst>
                                      </p:cBhvr>
                                      <p:to>
                                        <p:strVal val="visible"/>
                                      </p:to>
                                    </p:set>
                                    <p:anim calcmode="lin" valueType="num">
                                      <p:cBhvr additive="base">
                                        <p:cTn id="7" dur="1000"/>
                                        <p:tgtEl>
                                          <p:spTgt spid="1673"/>
                                        </p:tgtEl>
                                        <p:attrNameLst>
                                          <p:attrName>ppt_x</p:attrName>
                                        </p:attrNameLst>
                                      </p:cBhvr>
                                      <p:tavLst>
                                        <p:tav tm="0">
                                          <p:val>
                                            <p:strVal val="#ppt_x+1"/>
                                          </p:val>
                                        </p:tav>
                                        <p:tav tm="100000">
                                          <p:val>
                                            <p:strVal val="#ppt_x"/>
                                          </p:val>
                                        </p:tav>
                                      </p:tavLst>
                                    </p:anim>
                                  </p:childTnLst>
                                </p:cTn>
                              </p:par>
                              <p:par>
                                <p:cTn id="8" presetID="23" presetClass="entr" presetSubtype="16" fill="hold" nodeType="withEffect">
                                  <p:stCondLst>
                                    <p:cond delay="0"/>
                                  </p:stCondLst>
                                  <p:childTnLst>
                                    <p:set>
                                      <p:cBhvr>
                                        <p:cTn id="9" dur="1" fill="hold">
                                          <p:stCondLst>
                                            <p:cond delay="0"/>
                                          </p:stCondLst>
                                        </p:cTn>
                                        <p:tgtEl>
                                          <p:spTgt spid="1674"/>
                                        </p:tgtEl>
                                        <p:attrNameLst>
                                          <p:attrName>style.visibility</p:attrName>
                                        </p:attrNameLst>
                                      </p:cBhvr>
                                      <p:to>
                                        <p:strVal val="visible"/>
                                      </p:to>
                                    </p:set>
                                    <p:anim calcmode="lin" valueType="num">
                                      <p:cBhvr additive="base">
                                        <p:cTn id="10" dur="1000"/>
                                        <p:tgtEl>
                                          <p:spTgt spid="1674"/>
                                        </p:tgtEl>
                                        <p:attrNameLst>
                                          <p:attrName>ppt_w</p:attrName>
                                        </p:attrNameLst>
                                      </p:cBhvr>
                                      <p:tavLst>
                                        <p:tav tm="0">
                                          <p:val>
                                            <p:strVal val="0"/>
                                          </p:val>
                                        </p:tav>
                                        <p:tav tm="100000">
                                          <p:val>
                                            <p:strVal val="#ppt_w"/>
                                          </p:val>
                                        </p:tav>
                                      </p:tavLst>
                                    </p:anim>
                                    <p:anim calcmode="lin" valueType="num">
                                      <p:cBhvr additive="base">
                                        <p:cTn id="11" dur="1000"/>
                                        <p:tgtEl>
                                          <p:spTgt spid="167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84"/>
        <p:cNvGrpSpPr/>
        <p:nvPr/>
      </p:nvGrpSpPr>
      <p:grpSpPr>
        <a:xfrm>
          <a:off x="0" y="0"/>
          <a:ext cx="0" cy="0"/>
          <a:chOff x="0" y="0"/>
          <a:chExt cx="0" cy="0"/>
        </a:xfrm>
      </p:grpSpPr>
      <p:grpSp>
        <p:nvGrpSpPr>
          <p:cNvPr id="1685" name="Google Shape;1685;p60"/>
          <p:cNvGrpSpPr/>
          <p:nvPr/>
        </p:nvGrpSpPr>
        <p:grpSpPr>
          <a:xfrm rot="-575765">
            <a:off x="7714234" y="1181197"/>
            <a:ext cx="938597" cy="1471336"/>
            <a:chOff x="7744403" y="1229648"/>
            <a:chExt cx="938604" cy="1471347"/>
          </a:xfrm>
        </p:grpSpPr>
        <p:grpSp>
          <p:nvGrpSpPr>
            <p:cNvPr id="1686" name="Google Shape;1686;p60"/>
            <p:cNvGrpSpPr/>
            <p:nvPr/>
          </p:nvGrpSpPr>
          <p:grpSpPr>
            <a:xfrm rot="719587">
              <a:off x="7770631" y="1702165"/>
              <a:ext cx="745801" cy="330785"/>
              <a:chOff x="7662654" y="1568829"/>
              <a:chExt cx="745780" cy="330775"/>
            </a:xfrm>
          </p:grpSpPr>
          <p:sp>
            <p:nvSpPr>
              <p:cNvPr id="1687" name="Google Shape;1687;p60"/>
              <p:cNvSpPr/>
              <p:nvPr/>
            </p:nvSpPr>
            <p:spPr>
              <a:xfrm rot="10800000">
                <a:off x="8308477" y="1610797"/>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60"/>
              <p:cNvSpPr/>
              <p:nvPr/>
            </p:nvSpPr>
            <p:spPr>
              <a:xfrm rot="9837968">
                <a:off x="7692614" y="1604824"/>
                <a:ext cx="297090" cy="258785"/>
              </a:xfrm>
              <a:custGeom>
                <a:avLst/>
                <a:gdLst/>
                <a:ahLst/>
                <a:cxnLst/>
                <a:rect l="l" t="t" r="r" b="b"/>
                <a:pathLst>
                  <a:path w="6957" h="6060" extrusionOk="0">
                    <a:moveTo>
                      <a:pt x="4816" y="1"/>
                    </a:moveTo>
                    <a:lnTo>
                      <a:pt x="4816" y="465"/>
                    </a:lnTo>
                    <a:cubicBezTo>
                      <a:pt x="4816" y="465"/>
                      <a:pt x="4324" y="124"/>
                      <a:pt x="2941" y="105"/>
                    </a:cubicBezTo>
                    <a:cubicBezTo>
                      <a:pt x="2874" y="73"/>
                      <a:pt x="2803" y="53"/>
                      <a:pt x="2724" y="53"/>
                    </a:cubicBezTo>
                    <a:lnTo>
                      <a:pt x="1098" y="53"/>
                    </a:lnTo>
                    <a:cubicBezTo>
                      <a:pt x="822" y="53"/>
                      <a:pt x="600" y="278"/>
                      <a:pt x="600" y="552"/>
                    </a:cubicBezTo>
                    <a:cubicBezTo>
                      <a:pt x="600" y="724"/>
                      <a:pt x="690" y="876"/>
                      <a:pt x="822" y="964"/>
                    </a:cubicBezTo>
                    <a:cubicBezTo>
                      <a:pt x="583" y="1002"/>
                      <a:pt x="400" y="1206"/>
                      <a:pt x="400" y="1454"/>
                    </a:cubicBezTo>
                    <a:cubicBezTo>
                      <a:pt x="400" y="1627"/>
                      <a:pt x="489" y="1778"/>
                      <a:pt x="622" y="1867"/>
                    </a:cubicBezTo>
                    <a:cubicBezTo>
                      <a:pt x="383" y="1904"/>
                      <a:pt x="199" y="2109"/>
                      <a:pt x="199" y="2356"/>
                    </a:cubicBezTo>
                    <a:cubicBezTo>
                      <a:pt x="199" y="2528"/>
                      <a:pt x="288" y="2681"/>
                      <a:pt x="422" y="2772"/>
                    </a:cubicBezTo>
                    <a:cubicBezTo>
                      <a:pt x="183" y="2807"/>
                      <a:pt x="1" y="3010"/>
                      <a:pt x="1" y="3259"/>
                    </a:cubicBezTo>
                    <a:cubicBezTo>
                      <a:pt x="1" y="3534"/>
                      <a:pt x="223" y="3757"/>
                      <a:pt x="497" y="3757"/>
                    </a:cubicBezTo>
                    <a:lnTo>
                      <a:pt x="2125" y="3757"/>
                    </a:lnTo>
                    <a:cubicBezTo>
                      <a:pt x="2202" y="3757"/>
                      <a:pt x="2273" y="3740"/>
                      <a:pt x="2339" y="3707"/>
                    </a:cubicBezTo>
                    <a:lnTo>
                      <a:pt x="2672" y="3707"/>
                    </a:lnTo>
                    <a:cubicBezTo>
                      <a:pt x="2442" y="4377"/>
                      <a:pt x="2577" y="5624"/>
                      <a:pt x="2577" y="5624"/>
                    </a:cubicBezTo>
                    <a:cubicBezTo>
                      <a:pt x="2577" y="5864"/>
                      <a:pt x="2791" y="6060"/>
                      <a:pt x="3055" y="6060"/>
                    </a:cubicBezTo>
                    <a:cubicBezTo>
                      <a:pt x="3317" y="6060"/>
                      <a:pt x="3529" y="5864"/>
                      <a:pt x="3529" y="5624"/>
                    </a:cubicBezTo>
                    <a:lnTo>
                      <a:pt x="3529" y="5163"/>
                    </a:lnTo>
                    <a:cubicBezTo>
                      <a:pt x="3652" y="3630"/>
                      <a:pt x="4816" y="3231"/>
                      <a:pt x="4816" y="3231"/>
                    </a:cubicBezTo>
                    <a:lnTo>
                      <a:pt x="4816" y="3663"/>
                    </a:lnTo>
                    <a:lnTo>
                      <a:pt x="6957" y="3663"/>
                    </a:lnTo>
                    <a:lnTo>
                      <a:pt x="69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9" name="Google Shape;1689;p60"/>
            <p:cNvSpPr/>
            <p:nvPr/>
          </p:nvSpPr>
          <p:spPr>
            <a:xfrm rot="10800000">
              <a:off x="8415395" y="1229648"/>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60"/>
            <p:cNvSpPr/>
            <p:nvPr/>
          </p:nvSpPr>
          <p:spPr>
            <a:xfrm rot="-803270">
              <a:off x="8360000" y="2411338"/>
              <a:ext cx="297084" cy="258780"/>
            </a:xfrm>
            <a:custGeom>
              <a:avLst/>
              <a:gdLst/>
              <a:ahLst/>
              <a:cxnLst/>
              <a:rect l="l" t="t" r="r" b="b"/>
              <a:pathLst>
                <a:path w="6957" h="6060" extrusionOk="0">
                  <a:moveTo>
                    <a:pt x="4816" y="1"/>
                  </a:moveTo>
                  <a:lnTo>
                    <a:pt x="4816" y="465"/>
                  </a:lnTo>
                  <a:cubicBezTo>
                    <a:pt x="4816" y="465"/>
                    <a:pt x="4324" y="124"/>
                    <a:pt x="2941" y="105"/>
                  </a:cubicBezTo>
                  <a:cubicBezTo>
                    <a:pt x="2874" y="73"/>
                    <a:pt x="2803" y="53"/>
                    <a:pt x="2724" y="53"/>
                  </a:cubicBezTo>
                  <a:lnTo>
                    <a:pt x="1098" y="53"/>
                  </a:lnTo>
                  <a:cubicBezTo>
                    <a:pt x="822" y="53"/>
                    <a:pt x="600" y="278"/>
                    <a:pt x="600" y="552"/>
                  </a:cubicBezTo>
                  <a:cubicBezTo>
                    <a:pt x="600" y="724"/>
                    <a:pt x="690" y="876"/>
                    <a:pt x="822" y="964"/>
                  </a:cubicBezTo>
                  <a:cubicBezTo>
                    <a:pt x="583" y="1002"/>
                    <a:pt x="400" y="1206"/>
                    <a:pt x="400" y="1454"/>
                  </a:cubicBezTo>
                  <a:cubicBezTo>
                    <a:pt x="400" y="1627"/>
                    <a:pt x="489" y="1778"/>
                    <a:pt x="622" y="1867"/>
                  </a:cubicBezTo>
                  <a:cubicBezTo>
                    <a:pt x="383" y="1904"/>
                    <a:pt x="199" y="2109"/>
                    <a:pt x="199" y="2356"/>
                  </a:cubicBezTo>
                  <a:cubicBezTo>
                    <a:pt x="199" y="2528"/>
                    <a:pt x="288" y="2681"/>
                    <a:pt x="422" y="2772"/>
                  </a:cubicBezTo>
                  <a:cubicBezTo>
                    <a:pt x="183" y="2807"/>
                    <a:pt x="1" y="3010"/>
                    <a:pt x="1" y="3259"/>
                  </a:cubicBezTo>
                  <a:cubicBezTo>
                    <a:pt x="1" y="3534"/>
                    <a:pt x="223" y="3757"/>
                    <a:pt x="497" y="3757"/>
                  </a:cubicBezTo>
                  <a:lnTo>
                    <a:pt x="2125" y="3757"/>
                  </a:lnTo>
                  <a:cubicBezTo>
                    <a:pt x="2202" y="3757"/>
                    <a:pt x="2273" y="3740"/>
                    <a:pt x="2339" y="3707"/>
                  </a:cubicBezTo>
                  <a:lnTo>
                    <a:pt x="2672" y="3707"/>
                  </a:lnTo>
                  <a:cubicBezTo>
                    <a:pt x="2442" y="4377"/>
                    <a:pt x="2577" y="5624"/>
                    <a:pt x="2577" y="5624"/>
                  </a:cubicBezTo>
                  <a:cubicBezTo>
                    <a:pt x="2577" y="5864"/>
                    <a:pt x="2791" y="6060"/>
                    <a:pt x="3055" y="6060"/>
                  </a:cubicBezTo>
                  <a:cubicBezTo>
                    <a:pt x="3317" y="6060"/>
                    <a:pt x="3529" y="5864"/>
                    <a:pt x="3529" y="5624"/>
                  </a:cubicBezTo>
                  <a:lnTo>
                    <a:pt x="3529" y="5163"/>
                  </a:lnTo>
                  <a:cubicBezTo>
                    <a:pt x="3652" y="3630"/>
                    <a:pt x="4816" y="3231"/>
                    <a:pt x="4816" y="3231"/>
                  </a:cubicBezTo>
                  <a:lnTo>
                    <a:pt x="4816" y="3663"/>
                  </a:lnTo>
                  <a:lnTo>
                    <a:pt x="6957" y="3663"/>
                  </a:lnTo>
                  <a:lnTo>
                    <a:pt x="695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1" name="Google Shape;1691;p60"/>
          <p:cNvGrpSpPr/>
          <p:nvPr/>
        </p:nvGrpSpPr>
        <p:grpSpPr>
          <a:xfrm>
            <a:off x="3645349" y="4063731"/>
            <a:ext cx="739749" cy="684884"/>
            <a:chOff x="5504874" y="192556"/>
            <a:chExt cx="739749" cy="684884"/>
          </a:xfrm>
        </p:grpSpPr>
        <p:sp>
          <p:nvSpPr>
            <p:cNvPr id="1692" name="Google Shape;1692;p60"/>
            <p:cNvSpPr/>
            <p:nvPr/>
          </p:nvSpPr>
          <p:spPr>
            <a:xfrm rot="10800000">
              <a:off x="6073668" y="706537"/>
              <a:ext cx="170956" cy="170904"/>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93" name="Google Shape;1693;p60"/>
            <p:cNvGrpSpPr/>
            <p:nvPr/>
          </p:nvGrpSpPr>
          <p:grpSpPr>
            <a:xfrm>
              <a:off x="5504874" y="192556"/>
              <a:ext cx="696605" cy="557919"/>
              <a:chOff x="1976200" y="925650"/>
              <a:chExt cx="197400" cy="158100"/>
            </a:xfrm>
          </p:grpSpPr>
          <p:sp>
            <p:nvSpPr>
              <p:cNvPr id="1694" name="Google Shape;1694;p60"/>
              <p:cNvSpPr/>
              <p:nvPr/>
            </p:nvSpPr>
            <p:spPr>
              <a:xfrm>
                <a:off x="1976200" y="963625"/>
                <a:ext cx="137000" cy="120125"/>
              </a:xfrm>
              <a:custGeom>
                <a:avLst/>
                <a:gdLst/>
                <a:ahLst/>
                <a:cxnLst/>
                <a:rect l="l" t="t" r="r" b="b"/>
                <a:pathLst>
                  <a:path w="5480" h="4805" extrusionOk="0">
                    <a:moveTo>
                      <a:pt x="3078" y="1"/>
                    </a:moveTo>
                    <a:cubicBezTo>
                      <a:pt x="1751" y="1"/>
                      <a:pt x="676" y="1076"/>
                      <a:pt x="676" y="2402"/>
                    </a:cubicBezTo>
                    <a:cubicBezTo>
                      <a:pt x="676" y="2831"/>
                      <a:pt x="789" y="3231"/>
                      <a:pt x="986" y="3580"/>
                    </a:cubicBezTo>
                    <a:lnTo>
                      <a:pt x="0" y="4690"/>
                    </a:lnTo>
                    <a:lnTo>
                      <a:pt x="1452" y="4170"/>
                    </a:lnTo>
                    <a:cubicBezTo>
                      <a:pt x="1879" y="4564"/>
                      <a:pt x="2449" y="4804"/>
                      <a:pt x="3076" y="4804"/>
                    </a:cubicBezTo>
                    <a:cubicBezTo>
                      <a:pt x="4403" y="4804"/>
                      <a:pt x="5478" y="3729"/>
                      <a:pt x="5478" y="2402"/>
                    </a:cubicBezTo>
                    <a:cubicBezTo>
                      <a:pt x="5479" y="1076"/>
                      <a:pt x="4405" y="1"/>
                      <a:pt x="30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60"/>
              <p:cNvSpPr/>
              <p:nvPr/>
            </p:nvSpPr>
            <p:spPr>
              <a:xfrm>
                <a:off x="2036600" y="925650"/>
                <a:ext cx="137000" cy="120100"/>
              </a:xfrm>
              <a:custGeom>
                <a:avLst/>
                <a:gdLst/>
                <a:ahLst/>
                <a:cxnLst/>
                <a:rect l="l" t="t" r="r" b="b"/>
                <a:pathLst>
                  <a:path w="5480" h="4804" extrusionOk="0">
                    <a:moveTo>
                      <a:pt x="2402" y="0"/>
                    </a:moveTo>
                    <a:cubicBezTo>
                      <a:pt x="1075" y="0"/>
                      <a:pt x="1" y="1075"/>
                      <a:pt x="1" y="2402"/>
                    </a:cubicBezTo>
                    <a:cubicBezTo>
                      <a:pt x="1" y="3727"/>
                      <a:pt x="1075" y="4803"/>
                      <a:pt x="2402" y="4803"/>
                    </a:cubicBezTo>
                    <a:cubicBezTo>
                      <a:pt x="3031" y="4803"/>
                      <a:pt x="3602" y="4563"/>
                      <a:pt x="4029" y="4169"/>
                    </a:cubicBezTo>
                    <a:lnTo>
                      <a:pt x="5480" y="4689"/>
                    </a:lnTo>
                    <a:lnTo>
                      <a:pt x="4496" y="3579"/>
                    </a:lnTo>
                    <a:cubicBezTo>
                      <a:pt x="4693" y="3231"/>
                      <a:pt x="4804" y="2830"/>
                      <a:pt x="4804" y="2402"/>
                    </a:cubicBezTo>
                    <a:cubicBezTo>
                      <a:pt x="4804" y="1075"/>
                      <a:pt x="3729" y="0"/>
                      <a:pt x="24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60"/>
              <p:cNvSpPr/>
              <p:nvPr/>
            </p:nvSpPr>
            <p:spPr>
              <a:xfrm>
                <a:off x="2069700" y="980425"/>
                <a:ext cx="10525" cy="10475"/>
              </a:xfrm>
              <a:custGeom>
                <a:avLst/>
                <a:gdLst/>
                <a:ahLst/>
                <a:cxnLst/>
                <a:rect l="l" t="t" r="r" b="b"/>
                <a:pathLst>
                  <a:path w="421" h="419" extrusionOk="0">
                    <a:moveTo>
                      <a:pt x="211" y="0"/>
                    </a:moveTo>
                    <a:cubicBezTo>
                      <a:pt x="94" y="0"/>
                      <a:pt x="1" y="95"/>
                      <a:pt x="1" y="209"/>
                    </a:cubicBezTo>
                    <a:cubicBezTo>
                      <a:pt x="1" y="325"/>
                      <a:pt x="95" y="418"/>
                      <a:pt x="211" y="418"/>
                    </a:cubicBezTo>
                    <a:cubicBezTo>
                      <a:pt x="325" y="418"/>
                      <a:pt x="420" y="325"/>
                      <a:pt x="420" y="209"/>
                    </a:cubicBezTo>
                    <a:cubicBezTo>
                      <a:pt x="420" y="95"/>
                      <a:pt x="325" y="0"/>
                      <a:pt x="2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60"/>
              <p:cNvSpPr/>
              <p:nvPr/>
            </p:nvSpPr>
            <p:spPr>
              <a:xfrm>
                <a:off x="2091450" y="980425"/>
                <a:ext cx="10475" cy="10475"/>
              </a:xfrm>
              <a:custGeom>
                <a:avLst/>
                <a:gdLst/>
                <a:ahLst/>
                <a:cxnLst/>
                <a:rect l="l" t="t" r="r" b="b"/>
                <a:pathLst>
                  <a:path w="419" h="419" extrusionOk="0">
                    <a:moveTo>
                      <a:pt x="210" y="0"/>
                    </a:moveTo>
                    <a:cubicBezTo>
                      <a:pt x="93" y="0"/>
                      <a:pt x="1" y="95"/>
                      <a:pt x="1" y="209"/>
                    </a:cubicBezTo>
                    <a:cubicBezTo>
                      <a:pt x="1" y="325"/>
                      <a:pt x="96" y="418"/>
                      <a:pt x="210" y="418"/>
                    </a:cubicBezTo>
                    <a:cubicBezTo>
                      <a:pt x="325" y="418"/>
                      <a:pt x="419" y="325"/>
                      <a:pt x="419" y="209"/>
                    </a:cubicBezTo>
                    <a:cubicBezTo>
                      <a:pt x="419" y="95"/>
                      <a:pt x="325" y="0"/>
                      <a:pt x="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60"/>
              <p:cNvSpPr/>
              <p:nvPr/>
            </p:nvSpPr>
            <p:spPr>
              <a:xfrm>
                <a:off x="2113125" y="980425"/>
                <a:ext cx="10500" cy="10475"/>
              </a:xfrm>
              <a:custGeom>
                <a:avLst/>
                <a:gdLst/>
                <a:ahLst/>
                <a:cxnLst/>
                <a:rect l="l" t="t" r="r" b="b"/>
                <a:pathLst>
                  <a:path w="420" h="419" extrusionOk="0">
                    <a:moveTo>
                      <a:pt x="210" y="0"/>
                    </a:moveTo>
                    <a:cubicBezTo>
                      <a:pt x="94" y="0"/>
                      <a:pt x="1" y="95"/>
                      <a:pt x="1" y="209"/>
                    </a:cubicBezTo>
                    <a:cubicBezTo>
                      <a:pt x="1" y="325"/>
                      <a:pt x="96" y="418"/>
                      <a:pt x="210" y="418"/>
                    </a:cubicBezTo>
                    <a:cubicBezTo>
                      <a:pt x="326" y="418"/>
                      <a:pt x="419" y="325"/>
                      <a:pt x="419" y="209"/>
                    </a:cubicBezTo>
                    <a:cubicBezTo>
                      <a:pt x="419" y="95"/>
                      <a:pt x="327" y="0"/>
                      <a:pt x="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99" name="Google Shape;1699;p60"/>
          <p:cNvGrpSpPr/>
          <p:nvPr/>
        </p:nvGrpSpPr>
        <p:grpSpPr>
          <a:xfrm>
            <a:off x="4385095" y="1396830"/>
            <a:ext cx="3902133" cy="3866426"/>
            <a:chOff x="5487426" y="2882378"/>
            <a:chExt cx="2484011" cy="2461281"/>
          </a:xfrm>
        </p:grpSpPr>
        <p:sp>
          <p:nvSpPr>
            <p:cNvPr id="1700" name="Google Shape;1700;p60"/>
            <p:cNvSpPr/>
            <p:nvPr/>
          </p:nvSpPr>
          <p:spPr>
            <a:xfrm>
              <a:off x="6213725" y="2882378"/>
              <a:ext cx="1128202" cy="1012941"/>
            </a:xfrm>
            <a:custGeom>
              <a:avLst/>
              <a:gdLst/>
              <a:ahLst/>
              <a:cxnLst/>
              <a:rect l="l" t="t" r="r" b="b"/>
              <a:pathLst>
                <a:path w="17264" h="11425" extrusionOk="0">
                  <a:moveTo>
                    <a:pt x="6419" y="1"/>
                  </a:moveTo>
                  <a:cubicBezTo>
                    <a:pt x="5139" y="1"/>
                    <a:pt x="4100" y="1322"/>
                    <a:pt x="3935" y="2311"/>
                  </a:cubicBezTo>
                  <a:cubicBezTo>
                    <a:pt x="3755" y="3394"/>
                    <a:pt x="2743" y="3214"/>
                    <a:pt x="2166" y="4261"/>
                  </a:cubicBezTo>
                  <a:cubicBezTo>
                    <a:pt x="1588" y="5307"/>
                    <a:pt x="2528" y="6173"/>
                    <a:pt x="1409" y="6787"/>
                  </a:cubicBezTo>
                  <a:cubicBezTo>
                    <a:pt x="289" y="7399"/>
                    <a:pt x="0" y="8664"/>
                    <a:pt x="0" y="8664"/>
                  </a:cubicBezTo>
                  <a:cubicBezTo>
                    <a:pt x="1716" y="10522"/>
                    <a:pt x="5219" y="11425"/>
                    <a:pt x="8688" y="11425"/>
                  </a:cubicBezTo>
                  <a:cubicBezTo>
                    <a:pt x="12225" y="11425"/>
                    <a:pt x="15726" y="10486"/>
                    <a:pt x="17262" y="8664"/>
                  </a:cubicBezTo>
                  <a:cubicBezTo>
                    <a:pt x="17264" y="8664"/>
                    <a:pt x="16974" y="7399"/>
                    <a:pt x="15855" y="6787"/>
                  </a:cubicBezTo>
                  <a:cubicBezTo>
                    <a:pt x="14736" y="6173"/>
                    <a:pt x="15676" y="5307"/>
                    <a:pt x="15098" y="4261"/>
                  </a:cubicBezTo>
                  <a:cubicBezTo>
                    <a:pt x="14519" y="3214"/>
                    <a:pt x="13510" y="3395"/>
                    <a:pt x="13329" y="2311"/>
                  </a:cubicBezTo>
                  <a:cubicBezTo>
                    <a:pt x="13165" y="1322"/>
                    <a:pt x="12125" y="1"/>
                    <a:pt x="10846" y="1"/>
                  </a:cubicBezTo>
                  <a:cubicBezTo>
                    <a:pt x="10725" y="1"/>
                    <a:pt x="10603" y="12"/>
                    <a:pt x="10478" y="37"/>
                  </a:cubicBezTo>
                  <a:cubicBezTo>
                    <a:pt x="9396" y="254"/>
                    <a:pt x="8842" y="553"/>
                    <a:pt x="8633" y="688"/>
                  </a:cubicBezTo>
                  <a:cubicBezTo>
                    <a:pt x="8422" y="553"/>
                    <a:pt x="7869" y="254"/>
                    <a:pt x="6787" y="37"/>
                  </a:cubicBezTo>
                  <a:cubicBezTo>
                    <a:pt x="6662" y="12"/>
                    <a:pt x="6540" y="1"/>
                    <a:pt x="64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60"/>
            <p:cNvSpPr/>
            <p:nvPr/>
          </p:nvSpPr>
          <p:spPr>
            <a:xfrm>
              <a:off x="5810313" y="3608304"/>
              <a:ext cx="1945862" cy="1584863"/>
            </a:xfrm>
            <a:custGeom>
              <a:avLst/>
              <a:gdLst/>
              <a:ahLst/>
              <a:cxnLst/>
              <a:rect l="l" t="t" r="r" b="b"/>
              <a:pathLst>
                <a:path w="29776" h="24251" extrusionOk="0">
                  <a:moveTo>
                    <a:pt x="12484" y="0"/>
                  </a:moveTo>
                  <a:cubicBezTo>
                    <a:pt x="12484" y="0"/>
                    <a:pt x="9168" y="1409"/>
                    <a:pt x="6461" y="2236"/>
                  </a:cubicBezTo>
                  <a:cubicBezTo>
                    <a:pt x="3752" y="3065"/>
                    <a:pt x="2888" y="5665"/>
                    <a:pt x="2381" y="7290"/>
                  </a:cubicBezTo>
                  <a:cubicBezTo>
                    <a:pt x="1876" y="8913"/>
                    <a:pt x="0" y="12558"/>
                    <a:pt x="0" y="12558"/>
                  </a:cubicBezTo>
                  <a:lnTo>
                    <a:pt x="5774" y="13678"/>
                  </a:lnTo>
                  <a:cubicBezTo>
                    <a:pt x="5774" y="13678"/>
                    <a:pt x="4583" y="22122"/>
                    <a:pt x="4583" y="24251"/>
                  </a:cubicBezTo>
                  <a:lnTo>
                    <a:pt x="25187" y="24251"/>
                  </a:lnTo>
                  <a:cubicBezTo>
                    <a:pt x="25187" y="22122"/>
                    <a:pt x="23997" y="13678"/>
                    <a:pt x="23997" y="13678"/>
                  </a:cubicBezTo>
                  <a:lnTo>
                    <a:pt x="29776" y="12560"/>
                  </a:lnTo>
                  <a:cubicBezTo>
                    <a:pt x="29776" y="12560"/>
                    <a:pt x="27899" y="8914"/>
                    <a:pt x="27395" y="7291"/>
                  </a:cubicBezTo>
                  <a:cubicBezTo>
                    <a:pt x="26889" y="5668"/>
                    <a:pt x="26023" y="3068"/>
                    <a:pt x="23316" y="2239"/>
                  </a:cubicBezTo>
                  <a:cubicBezTo>
                    <a:pt x="20609" y="1409"/>
                    <a:pt x="17292" y="0"/>
                    <a:pt x="17292" y="0"/>
                  </a:cubicBezTo>
                  <a:lnTo>
                    <a:pt x="14889" y="103"/>
                  </a:lnTo>
                  <a:lnTo>
                    <a:pt x="124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60"/>
            <p:cNvSpPr/>
            <p:nvPr/>
          </p:nvSpPr>
          <p:spPr>
            <a:xfrm>
              <a:off x="6110008" y="4765762"/>
              <a:ext cx="347989" cy="427536"/>
            </a:xfrm>
            <a:custGeom>
              <a:avLst/>
              <a:gdLst/>
              <a:ahLst/>
              <a:cxnLst/>
              <a:rect l="l" t="t" r="r" b="b"/>
              <a:pathLst>
                <a:path w="5325" h="6542" extrusionOk="0">
                  <a:moveTo>
                    <a:pt x="653" y="0"/>
                  </a:moveTo>
                  <a:cubicBezTo>
                    <a:pt x="339" y="2485"/>
                    <a:pt x="1" y="5408"/>
                    <a:pt x="1" y="6541"/>
                  </a:cubicBezTo>
                  <a:lnTo>
                    <a:pt x="2958" y="6541"/>
                  </a:lnTo>
                  <a:cubicBezTo>
                    <a:pt x="4227" y="5008"/>
                    <a:pt x="5325" y="460"/>
                    <a:pt x="5325" y="460"/>
                  </a:cubicBezTo>
                  <a:lnTo>
                    <a:pt x="65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60"/>
            <p:cNvSpPr/>
            <p:nvPr/>
          </p:nvSpPr>
          <p:spPr>
            <a:xfrm>
              <a:off x="6187709" y="4211703"/>
              <a:ext cx="57639" cy="290492"/>
            </a:xfrm>
            <a:custGeom>
              <a:avLst/>
              <a:gdLst/>
              <a:ahLst/>
              <a:cxnLst/>
              <a:rect l="l" t="t" r="r" b="b"/>
              <a:pathLst>
                <a:path w="882" h="4445" fill="none" extrusionOk="0">
                  <a:moveTo>
                    <a:pt x="1" y="4445"/>
                  </a:moveTo>
                  <a:lnTo>
                    <a:pt x="881" y="0"/>
                  </a:ln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60"/>
            <p:cNvSpPr/>
            <p:nvPr/>
          </p:nvSpPr>
          <p:spPr>
            <a:xfrm>
              <a:off x="6506748" y="4664923"/>
              <a:ext cx="77309" cy="37839"/>
            </a:xfrm>
            <a:custGeom>
              <a:avLst/>
              <a:gdLst/>
              <a:ahLst/>
              <a:cxnLst/>
              <a:rect l="l" t="t" r="r" b="b"/>
              <a:pathLst>
                <a:path w="1183" h="579" fill="none" extrusionOk="0">
                  <a:moveTo>
                    <a:pt x="1182" y="578"/>
                  </a:moveTo>
                  <a:lnTo>
                    <a:pt x="1" y="0"/>
                  </a:ln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60"/>
            <p:cNvSpPr/>
            <p:nvPr/>
          </p:nvSpPr>
          <p:spPr>
            <a:xfrm>
              <a:off x="6545435" y="4581794"/>
              <a:ext cx="166120" cy="79665"/>
            </a:xfrm>
            <a:custGeom>
              <a:avLst/>
              <a:gdLst/>
              <a:ahLst/>
              <a:cxnLst/>
              <a:rect l="l" t="t" r="r" b="b"/>
              <a:pathLst>
                <a:path w="2542" h="1219" fill="none" extrusionOk="0">
                  <a:moveTo>
                    <a:pt x="2541" y="1219"/>
                  </a:moveTo>
                  <a:cubicBezTo>
                    <a:pt x="2541" y="1219"/>
                    <a:pt x="402" y="353"/>
                    <a:pt x="0" y="0"/>
                  </a:cubicBez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60"/>
            <p:cNvSpPr/>
            <p:nvPr/>
          </p:nvSpPr>
          <p:spPr>
            <a:xfrm>
              <a:off x="6361802" y="4765762"/>
              <a:ext cx="49013" cy="25357"/>
            </a:xfrm>
            <a:custGeom>
              <a:avLst/>
              <a:gdLst/>
              <a:ahLst/>
              <a:cxnLst/>
              <a:rect l="l" t="t" r="r" b="b"/>
              <a:pathLst>
                <a:path w="750" h="388" fill="none" extrusionOk="0">
                  <a:moveTo>
                    <a:pt x="750" y="387"/>
                  </a:moveTo>
                  <a:cubicBezTo>
                    <a:pt x="750" y="387"/>
                    <a:pt x="108" y="297"/>
                    <a:pt x="1" y="0"/>
                  </a:cubicBez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60"/>
            <p:cNvSpPr/>
            <p:nvPr/>
          </p:nvSpPr>
          <p:spPr>
            <a:xfrm>
              <a:off x="7361722" y="4434882"/>
              <a:ext cx="545476" cy="663981"/>
            </a:xfrm>
            <a:custGeom>
              <a:avLst/>
              <a:gdLst/>
              <a:ahLst/>
              <a:cxnLst/>
              <a:rect l="l" t="t" r="r" b="b"/>
              <a:pathLst>
                <a:path w="8347" h="10160" extrusionOk="0">
                  <a:moveTo>
                    <a:pt x="5572" y="1"/>
                  </a:moveTo>
                  <a:lnTo>
                    <a:pt x="0" y="1030"/>
                  </a:lnTo>
                  <a:lnTo>
                    <a:pt x="368" y="2856"/>
                  </a:lnTo>
                  <a:cubicBezTo>
                    <a:pt x="628" y="6864"/>
                    <a:pt x="2656" y="10160"/>
                    <a:pt x="4642" y="10160"/>
                  </a:cubicBezTo>
                  <a:cubicBezTo>
                    <a:pt x="5117" y="10160"/>
                    <a:pt x="5590" y="9972"/>
                    <a:pt x="6036" y="9560"/>
                  </a:cubicBezTo>
                  <a:cubicBezTo>
                    <a:pt x="8347" y="7425"/>
                    <a:pt x="5572" y="1"/>
                    <a:pt x="5572" y="1"/>
                  </a:cubicBezTo>
                  <a:close/>
                </a:path>
              </a:pathLst>
            </a:custGeom>
            <a:solidFill>
              <a:srgbClr val="502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60"/>
            <p:cNvSpPr/>
            <p:nvPr/>
          </p:nvSpPr>
          <p:spPr>
            <a:xfrm>
              <a:off x="6560400" y="4318228"/>
              <a:ext cx="580308" cy="330292"/>
            </a:xfrm>
            <a:custGeom>
              <a:avLst/>
              <a:gdLst/>
              <a:ahLst/>
              <a:cxnLst/>
              <a:rect l="l" t="t" r="r" b="b"/>
              <a:pathLst>
                <a:path w="8880" h="5054" extrusionOk="0">
                  <a:moveTo>
                    <a:pt x="542" y="1"/>
                  </a:moveTo>
                  <a:cubicBezTo>
                    <a:pt x="244" y="1"/>
                    <a:pt x="1" y="244"/>
                    <a:pt x="1" y="542"/>
                  </a:cubicBezTo>
                  <a:lnTo>
                    <a:pt x="1" y="4512"/>
                  </a:lnTo>
                  <a:cubicBezTo>
                    <a:pt x="1" y="4810"/>
                    <a:pt x="244" y="5053"/>
                    <a:pt x="542" y="5053"/>
                  </a:cubicBezTo>
                  <a:lnTo>
                    <a:pt x="8338" y="5053"/>
                  </a:lnTo>
                  <a:cubicBezTo>
                    <a:pt x="8636" y="5053"/>
                    <a:pt x="8879" y="4810"/>
                    <a:pt x="8879" y="4512"/>
                  </a:cubicBezTo>
                  <a:lnTo>
                    <a:pt x="8879" y="542"/>
                  </a:lnTo>
                  <a:cubicBezTo>
                    <a:pt x="8879" y="244"/>
                    <a:pt x="8636" y="1"/>
                    <a:pt x="83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60"/>
            <p:cNvSpPr/>
            <p:nvPr/>
          </p:nvSpPr>
          <p:spPr>
            <a:xfrm>
              <a:off x="6560400" y="4318162"/>
              <a:ext cx="580308" cy="70777"/>
            </a:xfrm>
            <a:custGeom>
              <a:avLst/>
              <a:gdLst/>
              <a:ahLst/>
              <a:cxnLst/>
              <a:rect l="l" t="t" r="r" b="b"/>
              <a:pathLst>
                <a:path w="8880" h="1083" extrusionOk="0">
                  <a:moveTo>
                    <a:pt x="542" y="0"/>
                  </a:moveTo>
                  <a:cubicBezTo>
                    <a:pt x="244" y="0"/>
                    <a:pt x="1" y="243"/>
                    <a:pt x="1" y="541"/>
                  </a:cubicBezTo>
                  <a:lnTo>
                    <a:pt x="1" y="1083"/>
                  </a:lnTo>
                  <a:cubicBezTo>
                    <a:pt x="1" y="785"/>
                    <a:pt x="244" y="541"/>
                    <a:pt x="542" y="541"/>
                  </a:cubicBezTo>
                  <a:lnTo>
                    <a:pt x="8338" y="541"/>
                  </a:lnTo>
                  <a:cubicBezTo>
                    <a:pt x="8636" y="541"/>
                    <a:pt x="8879" y="785"/>
                    <a:pt x="8879" y="1083"/>
                  </a:cubicBezTo>
                  <a:lnTo>
                    <a:pt x="8879" y="541"/>
                  </a:lnTo>
                  <a:cubicBezTo>
                    <a:pt x="8879" y="243"/>
                    <a:pt x="8636" y="0"/>
                    <a:pt x="83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60"/>
            <p:cNvSpPr/>
            <p:nvPr/>
          </p:nvSpPr>
          <p:spPr>
            <a:xfrm>
              <a:off x="7055100" y="4389005"/>
              <a:ext cx="46072" cy="46074"/>
            </a:xfrm>
            <a:custGeom>
              <a:avLst/>
              <a:gdLst/>
              <a:ahLst/>
              <a:cxnLst/>
              <a:rect l="l" t="t" r="r" b="b"/>
              <a:pathLst>
                <a:path w="705" h="705" fill="none" extrusionOk="0">
                  <a:moveTo>
                    <a:pt x="705" y="353"/>
                  </a:moveTo>
                  <a:cubicBezTo>
                    <a:pt x="705" y="547"/>
                    <a:pt x="547" y="704"/>
                    <a:pt x="352" y="704"/>
                  </a:cubicBezTo>
                  <a:cubicBezTo>
                    <a:pt x="158" y="704"/>
                    <a:pt x="0" y="547"/>
                    <a:pt x="0" y="353"/>
                  </a:cubicBezTo>
                  <a:cubicBezTo>
                    <a:pt x="0" y="159"/>
                    <a:pt x="158" y="0"/>
                    <a:pt x="352" y="0"/>
                  </a:cubicBezTo>
                  <a:cubicBezTo>
                    <a:pt x="547" y="0"/>
                    <a:pt x="705" y="159"/>
                    <a:pt x="705" y="353"/>
                  </a:cubicBezTo>
                  <a:close/>
                </a:path>
              </a:pathLst>
            </a:custGeom>
            <a:noFill/>
            <a:ln w="2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60"/>
            <p:cNvSpPr/>
            <p:nvPr/>
          </p:nvSpPr>
          <p:spPr>
            <a:xfrm>
              <a:off x="7208084" y="4275030"/>
              <a:ext cx="763353" cy="870887"/>
            </a:xfrm>
            <a:custGeom>
              <a:avLst/>
              <a:gdLst/>
              <a:ahLst/>
              <a:cxnLst/>
              <a:rect l="l" t="t" r="r" b="b"/>
              <a:pathLst>
                <a:path w="11681" h="13326" extrusionOk="0">
                  <a:moveTo>
                    <a:pt x="2847" y="1"/>
                  </a:moveTo>
                  <a:lnTo>
                    <a:pt x="276" y="1333"/>
                  </a:lnTo>
                  <a:cubicBezTo>
                    <a:pt x="0" y="2363"/>
                    <a:pt x="1283" y="13326"/>
                    <a:pt x="5670" y="13326"/>
                  </a:cubicBezTo>
                  <a:cubicBezTo>
                    <a:pt x="5926" y="13326"/>
                    <a:pt x="6193" y="13289"/>
                    <a:pt x="6471" y="13209"/>
                  </a:cubicBezTo>
                  <a:cubicBezTo>
                    <a:pt x="11681" y="11727"/>
                    <a:pt x="7220" y="5123"/>
                    <a:pt x="5235" y="3215"/>
                  </a:cubicBezTo>
                  <a:cubicBezTo>
                    <a:pt x="3520" y="1565"/>
                    <a:pt x="2847" y="1"/>
                    <a:pt x="2847"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60"/>
            <p:cNvSpPr/>
            <p:nvPr/>
          </p:nvSpPr>
          <p:spPr>
            <a:xfrm>
              <a:off x="7019680" y="3882131"/>
              <a:ext cx="301198" cy="199390"/>
            </a:xfrm>
            <a:custGeom>
              <a:avLst/>
              <a:gdLst/>
              <a:ahLst/>
              <a:cxnLst/>
              <a:rect l="l" t="t" r="r" b="b"/>
              <a:pathLst>
                <a:path w="4609" h="3051" extrusionOk="0">
                  <a:moveTo>
                    <a:pt x="1296" y="0"/>
                  </a:moveTo>
                  <a:cubicBezTo>
                    <a:pt x="591" y="0"/>
                    <a:pt x="0" y="84"/>
                    <a:pt x="89" y="344"/>
                  </a:cubicBezTo>
                  <a:cubicBezTo>
                    <a:pt x="224" y="741"/>
                    <a:pt x="873" y="1053"/>
                    <a:pt x="1587" y="1053"/>
                  </a:cubicBezTo>
                  <a:cubicBezTo>
                    <a:pt x="1693" y="1053"/>
                    <a:pt x="1801" y="1046"/>
                    <a:pt x="1909" y="1032"/>
                  </a:cubicBezTo>
                  <a:lnTo>
                    <a:pt x="2606" y="1009"/>
                  </a:lnTo>
                  <a:lnTo>
                    <a:pt x="3642" y="3051"/>
                  </a:lnTo>
                  <a:lnTo>
                    <a:pt x="4609" y="2573"/>
                  </a:lnTo>
                  <a:cubicBezTo>
                    <a:pt x="4609" y="2573"/>
                    <a:pt x="3817" y="237"/>
                    <a:pt x="2845" y="105"/>
                  </a:cubicBezTo>
                  <a:cubicBezTo>
                    <a:pt x="2426" y="48"/>
                    <a:pt x="1828" y="0"/>
                    <a:pt x="1296" y="0"/>
                  </a:cubicBezTo>
                  <a:close/>
                </a:path>
              </a:pathLst>
            </a:custGeom>
            <a:solidFill>
              <a:srgbClr val="502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60"/>
            <p:cNvSpPr/>
            <p:nvPr/>
          </p:nvSpPr>
          <p:spPr>
            <a:xfrm>
              <a:off x="6959297" y="3941994"/>
              <a:ext cx="538680" cy="458840"/>
            </a:xfrm>
            <a:custGeom>
              <a:avLst/>
              <a:gdLst/>
              <a:ahLst/>
              <a:cxnLst/>
              <a:rect l="l" t="t" r="r" b="b"/>
              <a:pathLst>
                <a:path w="8243" h="7021" extrusionOk="0">
                  <a:moveTo>
                    <a:pt x="5782" y="0"/>
                  </a:moveTo>
                  <a:cubicBezTo>
                    <a:pt x="5755" y="0"/>
                    <a:pt x="5726" y="3"/>
                    <a:pt x="5694" y="9"/>
                  </a:cubicBezTo>
                  <a:cubicBezTo>
                    <a:pt x="4958" y="145"/>
                    <a:pt x="3484" y="1703"/>
                    <a:pt x="3632" y="2233"/>
                  </a:cubicBezTo>
                  <a:cubicBezTo>
                    <a:pt x="3781" y="2760"/>
                    <a:pt x="4245" y="3433"/>
                    <a:pt x="4245" y="3433"/>
                  </a:cubicBezTo>
                  <a:lnTo>
                    <a:pt x="3475" y="4204"/>
                  </a:lnTo>
                  <a:cubicBezTo>
                    <a:pt x="3475" y="4204"/>
                    <a:pt x="2428" y="3269"/>
                    <a:pt x="1474" y="3269"/>
                  </a:cubicBezTo>
                  <a:cubicBezTo>
                    <a:pt x="1325" y="3269"/>
                    <a:pt x="1178" y="3291"/>
                    <a:pt x="1038" y="3344"/>
                  </a:cubicBezTo>
                  <a:cubicBezTo>
                    <a:pt x="0" y="3734"/>
                    <a:pt x="1589" y="4038"/>
                    <a:pt x="1846" y="4400"/>
                  </a:cubicBezTo>
                  <a:cubicBezTo>
                    <a:pt x="2105" y="4762"/>
                    <a:pt x="2792" y="6615"/>
                    <a:pt x="3674" y="6778"/>
                  </a:cubicBezTo>
                  <a:cubicBezTo>
                    <a:pt x="3947" y="6828"/>
                    <a:pt x="4336" y="6904"/>
                    <a:pt x="4744" y="6984"/>
                  </a:cubicBezTo>
                  <a:cubicBezTo>
                    <a:pt x="4872" y="7009"/>
                    <a:pt x="4998" y="7021"/>
                    <a:pt x="5123" y="7021"/>
                  </a:cubicBezTo>
                  <a:cubicBezTo>
                    <a:pt x="6043" y="7021"/>
                    <a:pt x="6861" y="6369"/>
                    <a:pt x="7035" y="5432"/>
                  </a:cubicBezTo>
                  <a:lnTo>
                    <a:pt x="7152" y="4808"/>
                  </a:lnTo>
                  <a:cubicBezTo>
                    <a:pt x="7152" y="4808"/>
                    <a:pt x="7869" y="3808"/>
                    <a:pt x="7940" y="3186"/>
                  </a:cubicBezTo>
                  <a:cubicBezTo>
                    <a:pt x="8013" y="2563"/>
                    <a:pt x="8243" y="1628"/>
                    <a:pt x="7762" y="1362"/>
                  </a:cubicBezTo>
                  <a:cubicBezTo>
                    <a:pt x="7394" y="1157"/>
                    <a:pt x="7199" y="1133"/>
                    <a:pt x="7129" y="1133"/>
                  </a:cubicBezTo>
                  <a:cubicBezTo>
                    <a:pt x="7108" y="1133"/>
                    <a:pt x="7098" y="1136"/>
                    <a:pt x="7098" y="1136"/>
                  </a:cubicBezTo>
                  <a:cubicBezTo>
                    <a:pt x="7098" y="1136"/>
                    <a:pt x="7004" y="352"/>
                    <a:pt x="6532" y="352"/>
                  </a:cubicBezTo>
                  <a:cubicBezTo>
                    <a:pt x="6501" y="352"/>
                    <a:pt x="6469" y="355"/>
                    <a:pt x="6436" y="362"/>
                  </a:cubicBezTo>
                  <a:lnTo>
                    <a:pt x="6158" y="425"/>
                  </a:lnTo>
                  <a:cubicBezTo>
                    <a:pt x="6158" y="425"/>
                    <a:pt x="6125" y="0"/>
                    <a:pt x="5782"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60"/>
            <p:cNvSpPr/>
            <p:nvPr/>
          </p:nvSpPr>
          <p:spPr>
            <a:xfrm>
              <a:off x="7326956" y="4016169"/>
              <a:ext cx="114493" cy="222002"/>
            </a:xfrm>
            <a:custGeom>
              <a:avLst/>
              <a:gdLst/>
              <a:ahLst/>
              <a:cxnLst/>
              <a:rect l="l" t="t" r="r" b="b"/>
              <a:pathLst>
                <a:path w="1752" h="3397" fill="none" extrusionOk="0">
                  <a:moveTo>
                    <a:pt x="1474" y="1"/>
                  </a:moveTo>
                  <a:lnTo>
                    <a:pt x="54" y="1916"/>
                  </a:lnTo>
                  <a:cubicBezTo>
                    <a:pt x="54" y="1916"/>
                    <a:pt x="0" y="2945"/>
                    <a:pt x="252" y="3108"/>
                  </a:cubicBezTo>
                  <a:cubicBezTo>
                    <a:pt x="504" y="3271"/>
                    <a:pt x="939" y="3397"/>
                    <a:pt x="1010" y="3108"/>
                  </a:cubicBezTo>
                  <a:cubicBezTo>
                    <a:pt x="1082" y="2819"/>
                    <a:pt x="1173" y="2187"/>
                    <a:pt x="1173" y="2187"/>
                  </a:cubicBezTo>
                  <a:lnTo>
                    <a:pt x="1751" y="1520"/>
                  </a:ln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60"/>
            <p:cNvSpPr/>
            <p:nvPr/>
          </p:nvSpPr>
          <p:spPr>
            <a:xfrm>
              <a:off x="7403546" y="4158964"/>
              <a:ext cx="22546" cy="35552"/>
            </a:xfrm>
            <a:custGeom>
              <a:avLst/>
              <a:gdLst/>
              <a:ahLst/>
              <a:cxnLst/>
              <a:rect l="l" t="t" r="r" b="b"/>
              <a:pathLst>
                <a:path w="345" h="544" fill="none" extrusionOk="0">
                  <a:moveTo>
                    <a:pt x="1" y="1"/>
                  </a:moveTo>
                  <a:lnTo>
                    <a:pt x="345" y="543"/>
                  </a:ln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60"/>
            <p:cNvSpPr/>
            <p:nvPr/>
          </p:nvSpPr>
          <p:spPr>
            <a:xfrm>
              <a:off x="7250300" y="3969834"/>
              <a:ext cx="111552" cy="241935"/>
            </a:xfrm>
            <a:custGeom>
              <a:avLst/>
              <a:gdLst/>
              <a:ahLst/>
              <a:cxnLst/>
              <a:rect l="l" t="t" r="r" b="b"/>
              <a:pathLst>
                <a:path w="1707" h="3702" fill="none" extrusionOk="0">
                  <a:moveTo>
                    <a:pt x="1336" y="3701"/>
                  </a:moveTo>
                  <a:cubicBezTo>
                    <a:pt x="1336" y="3701"/>
                    <a:pt x="577" y="3634"/>
                    <a:pt x="343" y="3166"/>
                  </a:cubicBezTo>
                  <a:cubicBezTo>
                    <a:pt x="107" y="2697"/>
                    <a:pt x="1" y="1964"/>
                    <a:pt x="199" y="1707"/>
                  </a:cubicBezTo>
                  <a:cubicBezTo>
                    <a:pt x="398" y="1452"/>
                    <a:pt x="1707" y="1"/>
                    <a:pt x="1707" y="1"/>
                  </a:cubicBez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60"/>
            <p:cNvSpPr/>
            <p:nvPr/>
          </p:nvSpPr>
          <p:spPr>
            <a:xfrm>
              <a:off x="7236773" y="4166414"/>
              <a:ext cx="44503" cy="28886"/>
            </a:xfrm>
            <a:custGeom>
              <a:avLst/>
              <a:gdLst/>
              <a:ahLst/>
              <a:cxnLst/>
              <a:rect l="l" t="t" r="r" b="b"/>
              <a:pathLst>
                <a:path w="681" h="442" fill="none" extrusionOk="0">
                  <a:moveTo>
                    <a:pt x="0" y="1"/>
                  </a:moveTo>
                  <a:cubicBezTo>
                    <a:pt x="0" y="1"/>
                    <a:pt x="322" y="441"/>
                    <a:pt x="681" y="336"/>
                  </a:cubicBez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60"/>
            <p:cNvSpPr/>
            <p:nvPr/>
          </p:nvSpPr>
          <p:spPr>
            <a:xfrm>
              <a:off x="7186453" y="4216735"/>
              <a:ext cx="72538" cy="88487"/>
            </a:xfrm>
            <a:custGeom>
              <a:avLst/>
              <a:gdLst/>
              <a:ahLst/>
              <a:cxnLst/>
              <a:rect l="l" t="t" r="r" b="b"/>
              <a:pathLst>
                <a:path w="1110" h="1354" fill="none" extrusionOk="0">
                  <a:moveTo>
                    <a:pt x="1" y="0"/>
                  </a:moveTo>
                  <a:cubicBezTo>
                    <a:pt x="1" y="0"/>
                    <a:pt x="972" y="417"/>
                    <a:pt x="1110" y="1354"/>
                  </a:cubicBez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60"/>
            <p:cNvSpPr/>
            <p:nvPr/>
          </p:nvSpPr>
          <p:spPr>
            <a:xfrm>
              <a:off x="7271212" y="4205103"/>
              <a:ext cx="38034" cy="100120"/>
            </a:xfrm>
            <a:custGeom>
              <a:avLst/>
              <a:gdLst/>
              <a:ahLst/>
              <a:cxnLst/>
              <a:rect l="l" t="t" r="r" b="b"/>
              <a:pathLst>
                <a:path w="582" h="1532" fill="none" extrusionOk="0">
                  <a:moveTo>
                    <a:pt x="275" y="1532"/>
                  </a:moveTo>
                  <a:cubicBezTo>
                    <a:pt x="275" y="1532"/>
                    <a:pt x="1" y="632"/>
                    <a:pt x="582" y="0"/>
                  </a:cubicBez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60"/>
            <p:cNvSpPr/>
            <p:nvPr/>
          </p:nvSpPr>
          <p:spPr>
            <a:xfrm>
              <a:off x="7414721" y="4314633"/>
              <a:ext cx="65" cy="48426"/>
            </a:xfrm>
            <a:custGeom>
              <a:avLst/>
              <a:gdLst/>
              <a:ahLst/>
              <a:cxnLst/>
              <a:rect l="l" t="t" r="r" b="b"/>
              <a:pathLst>
                <a:path w="1" h="741" fill="none" extrusionOk="0">
                  <a:moveTo>
                    <a:pt x="0" y="1"/>
                  </a:moveTo>
                  <a:lnTo>
                    <a:pt x="0" y="741"/>
                  </a:lnTo>
                </a:path>
              </a:pathLst>
            </a:custGeom>
            <a:noFill/>
            <a:ln w="54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60"/>
            <p:cNvSpPr/>
            <p:nvPr/>
          </p:nvSpPr>
          <p:spPr>
            <a:xfrm>
              <a:off x="6418199" y="3608369"/>
              <a:ext cx="735514" cy="226381"/>
            </a:xfrm>
            <a:custGeom>
              <a:avLst/>
              <a:gdLst/>
              <a:ahLst/>
              <a:cxnLst/>
              <a:rect l="l" t="t" r="r" b="b"/>
              <a:pathLst>
                <a:path w="11255" h="3464" extrusionOk="0">
                  <a:moveTo>
                    <a:pt x="3182" y="1"/>
                  </a:moveTo>
                  <a:cubicBezTo>
                    <a:pt x="3182" y="1"/>
                    <a:pt x="1750" y="609"/>
                    <a:pt x="1" y="1261"/>
                  </a:cubicBezTo>
                  <a:cubicBezTo>
                    <a:pt x="1027" y="2565"/>
                    <a:pt x="3166" y="3464"/>
                    <a:pt x="5641" y="3464"/>
                  </a:cubicBezTo>
                  <a:cubicBezTo>
                    <a:pt x="8099" y="3464"/>
                    <a:pt x="10224" y="2579"/>
                    <a:pt x="11254" y="1291"/>
                  </a:cubicBezTo>
                  <a:cubicBezTo>
                    <a:pt x="9466" y="626"/>
                    <a:pt x="7990" y="1"/>
                    <a:pt x="7990" y="1"/>
                  </a:cubicBezTo>
                  <a:lnTo>
                    <a:pt x="5587" y="105"/>
                  </a:lnTo>
                  <a:lnTo>
                    <a:pt x="3182"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60"/>
            <p:cNvSpPr/>
            <p:nvPr/>
          </p:nvSpPr>
          <p:spPr>
            <a:xfrm>
              <a:off x="6906886" y="3193577"/>
              <a:ext cx="125733" cy="146651"/>
            </a:xfrm>
            <a:custGeom>
              <a:avLst/>
              <a:gdLst/>
              <a:ahLst/>
              <a:cxnLst/>
              <a:rect l="l" t="t" r="r" b="b"/>
              <a:pathLst>
                <a:path w="1924" h="2244" extrusionOk="0">
                  <a:moveTo>
                    <a:pt x="1209" y="1"/>
                  </a:moveTo>
                  <a:cubicBezTo>
                    <a:pt x="855" y="1"/>
                    <a:pt x="459" y="327"/>
                    <a:pt x="251" y="824"/>
                  </a:cubicBezTo>
                  <a:cubicBezTo>
                    <a:pt x="0" y="1420"/>
                    <a:pt x="117" y="2037"/>
                    <a:pt x="510" y="2203"/>
                  </a:cubicBezTo>
                  <a:cubicBezTo>
                    <a:pt x="576" y="2230"/>
                    <a:pt x="645" y="2243"/>
                    <a:pt x="716" y="2243"/>
                  </a:cubicBezTo>
                  <a:cubicBezTo>
                    <a:pt x="1070" y="2243"/>
                    <a:pt x="1465" y="1918"/>
                    <a:pt x="1674" y="1420"/>
                  </a:cubicBezTo>
                  <a:cubicBezTo>
                    <a:pt x="1923" y="824"/>
                    <a:pt x="1807" y="206"/>
                    <a:pt x="1415" y="41"/>
                  </a:cubicBezTo>
                  <a:cubicBezTo>
                    <a:pt x="1349" y="14"/>
                    <a:pt x="1280" y="1"/>
                    <a:pt x="1209"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60"/>
            <p:cNvSpPr/>
            <p:nvPr/>
          </p:nvSpPr>
          <p:spPr>
            <a:xfrm>
              <a:off x="6946946" y="3232069"/>
              <a:ext cx="55221" cy="61105"/>
            </a:xfrm>
            <a:custGeom>
              <a:avLst/>
              <a:gdLst/>
              <a:ahLst/>
              <a:cxnLst/>
              <a:rect l="l" t="t" r="r" b="b"/>
              <a:pathLst>
                <a:path w="845" h="935" fill="none" extrusionOk="0">
                  <a:moveTo>
                    <a:pt x="845" y="1"/>
                  </a:moveTo>
                  <a:cubicBezTo>
                    <a:pt x="601" y="47"/>
                    <a:pt x="120" y="229"/>
                    <a:pt x="1" y="935"/>
                  </a:cubicBezTo>
                </a:path>
              </a:pathLst>
            </a:custGeom>
            <a:noFill/>
            <a:ln w="2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60"/>
            <p:cNvSpPr/>
            <p:nvPr/>
          </p:nvSpPr>
          <p:spPr>
            <a:xfrm>
              <a:off x="6550467" y="3193577"/>
              <a:ext cx="125799" cy="146651"/>
            </a:xfrm>
            <a:custGeom>
              <a:avLst/>
              <a:gdLst/>
              <a:ahLst/>
              <a:cxnLst/>
              <a:rect l="l" t="t" r="r" b="b"/>
              <a:pathLst>
                <a:path w="1925" h="2244" extrusionOk="0">
                  <a:moveTo>
                    <a:pt x="716" y="1"/>
                  </a:moveTo>
                  <a:cubicBezTo>
                    <a:pt x="645" y="1"/>
                    <a:pt x="576" y="14"/>
                    <a:pt x="510" y="41"/>
                  </a:cubicBezTo>
                  <a:cubicBezTo>
                    <a:pt x="117" y="206"/>
                    <a:pt x="0" y="824"/>
                    <a:pt x="251" y="1420"/>
                  </a:cubicBezTo>
                  <a:cubicBezTo>
                    <a:pt x="459" y="1918"/>
                    <a:pt x="855" y="2243"/>
                    <a:pt x="1209" y="2243"/>
                  </a:cubicBezTo>
                  <a:cubicBezTo>
                    <a:pt x="1280" y="2243"/>
                    <a:pt x="1349" y="2230"/>
                    <a:pt x="1415" y="2203"/>
                  </a:cubicBezTo>
                  <a:cubicBezTo>
                    <a:pt x="1807" y="2037"/>
                    <a:pt x="1925" y="1420"/>
                    <a:pt x="1674" y="824"/>
                  </a:cubicBezTo>
                  <a:cubicBezTo>
                    <a:pt x="1465" y="327"/>
                    <a:pt x="1070" y="1"/>
                    <a:pt x="716"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60"/>
            <p:cNvSpPr/>
            <p:nvPr/>
          </p:nvSpPr>
          <p:spPr>
            <a:xfrm>
              <a:off x="6580986" y="3232069"/>
              <a:ext cx="55155" cy="61105"/>
            </a:xfrm>
            <a:custGeom>
              <a:avLst/>
              <a:gdLst/>
              <a:ahLst/>
              <a:cxnLst/>
              <a:rect l="l" t="t" r="r" b="b"/>
              <a:pathLst>
                <a:path w="844" h="935" fill="none" extrusionOk="0">
                  <a:moveTo>
                    <a:pt x="0" y="1"/>
                  </a:moveTo>
                  <a:cubicBezTo>
                    <a:pt x="243" y="47"/>
                    <a:pt x="725" y="229"/>
                    <a:pt x="844" y="935"/>
                  </a:cubicBezTo>
                </a:path>
              </a:pathLst>
            </a:custGeom>
            <a:noFill/>
            <a:ln w="2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60"/>
            <p:cNvSpPr/>
            <p:nvPr/>
          </p:nvSpPr>
          <p:spPr>
            <a:xfrm>
              <a:off x="6626339" y="3354148"/>
              <a:ext cx="316163" cy="336761"/>
            </a:xfrm>
            <a:custGeom>
              <a:avLst/>
              <a:gdLst/>
              <a:ahLst/>
              <a:cxnLst/>
              <a:rect l="l" t="t" r="r" b="b"/>
              <a:pathLst>
                <a:path w="4838" h="5153" extrusionOk="0">
                  <a:moveTo>
                    <a:pt x="322" y="1"/>
                  </a:moveTo>
                  <a:lnTo>
                    <a:pt x="0" y="5152"/>
                  </a:lnTo>
                  <a:lnTo>
                    <a:pt x="4837" y="5152"/>
                  </a:lnTo>
                  <a:lnTo>
                    <a:pt x="4658"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60"/>
            <p:cNvSpPr/>
            <p:nvPr/>
          </p:nvSpPr>
          <p:spPr>
            <a:xfrm>
              <a:off x="6643264" y="3354148"/>
              <a:ext cx="295905" cy="237752"/>
            </a:xfrm>
            <a:custGeom>
              <a:avLst/>
              <a:gdLst/>
              <a:ahLst/>
              <a:cxnLst/>
              <a:rect l="l" t="t" r="r" b="b"/>
              <a:pathLst>
                <a:path w="4528" h="3638" extrusionOk="0">
                  <a:moveTo>
                    <a:pt x="66" y="1"/>
                  </a:moveTo>
                  <a:lnTo>
                    <a:pt x="0" y="1043"/>
                  </a:lnTo>
                  <a:cubicBezTo>
                    <a:pt x="377" y="1673"/>
                    <a:pt x="1755" y="3638"/>
                    <a:pt x="4306" y="3638"/>
                  </a:cubicBezTo>
                  <a:cubicBezTo>
                    <a:pt x="4379" y="3638"/>
                    <a:pt x="4453" y="3636"/>
                    <a:pt x="4528" y="3633"/>
                  </a:cubicBezTo>
                  <a:lnTo>
                    <a:pt x="4399" y="1"/>
                  </a:lnTo>
                  <a:close/>
                </a:path>
              </a:pathLst>
            </a:custGeom>
            <a:solidFill>
              <a:srgbClr val="502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60"/>
            <p:cNvSpPr/>
            <p:nvPr/>
          </p:nvSpPr>
          <p:spPr>
            <a:xfrm>
              <a:off x="6612092" y="3107115"/>
              <a:ext cx="353936" cy="425837"/>
            </a:xfrm>
            <a:custGeom>
              <a:avLst/>
              <a:gdLst/>
              <a:ahLst/>
              <a:cxnLst/>
              <a:rect l="l" t="t" r="r" b="b"/>
              <a:pathLst>
                <a:path w="5416" h="6516" extrusionOk="0">
                  <a:moveTo>
                    <a:pt x="2535" y="0"/>
                  </a:moveTo>
                  <a:cubicBezTo>
                    <a:pt x="2199" y="1370"/>
                    <a:pt x="168" y="1444"/>
                    <a:pt x="160" y="1444"/>
                  </a:cubicBezTo>
                  <a:cubicBezTo>
                    <a:pt x="58" y="1845"/>
                    <a:pt x="0" y="2276"/>
                    <a:pt x="0" y="2727"/>
                  </a:cubicBezTo>
                  <a:cubicBezTo>
                    <a:pt x="0" y="4819"/>
                    <a:pt x="1213" y="6516"/>
                    <a:pt x="2709" y="6516"/>
                  </a:cubicBezTo>
                  <a:cubicBezTo>
                    <a:pt x="4203" y="6516"/>
                    <a:pt x="5416" y="4819"/>
                    <a:pt x="5416" y="2727"/>
                  </a:cubicBezTo>
                  <a:cubicBezTo>
                    <a:pt x="5416" y="2276"/>
                    <a:pt x="5359" y="1845"/>
                    <a:pt x="5255" y="1444"/>
                  </a:cubicBezTo>
                  <a:cubicBezTo>
                    <a:pt x="5138" y="1460"/>
                    <a:pt x="5025" y="1467"/>
                    <a:pt x="4915" y="1467"/>
                  </a:cubicBezTo>
                  <a:cubicBezTo>
                    <a:pt x="3336" y="1467"/>
                    <a:pt x="2535" y="0"/>
                    <a:pt x="2535"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60"/>
            <p:cNvSpPr/>
            <p:nvPr/>
          </p:nvSpPr>
          <p:spPr>
            <a:xfrm>
              <a:off x="6763182" y="3359507"/>
              <a:ext cx="47248" cy="24769"/>
            </a:xfrm>
            <a:custGeom>
              <a:avLst/>
              <a:gdLst/>
              <a:ahLst/>
              <a:cxnLst/>
              <a:rect l="l" t="t" r="r" b="b"/>
              <a:pathLst>
                <a:path w="723" h="379" fill="none" extrusionOk="0">
                  <a:moveTo>
                    <a:pt x="1" y="0"/>
                  </a:moveTo>
                  <a:cubicBezTo>
                    <a:pt x="1" y="0"/>
                    <a:pt x="254" y="378"/>
                    <a:pt x="723" y="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60"/>
            <p:cNvSpPr/>
            <p:nvPr/>
          </p:nvSpPr>
          <p:spPr>
            <a:xfrm>
              <a:off x="6853691" y="3276770"/>
              <a:ext cx="22154" cy="22154"/>
            </a:xfrm>
            <a:custGeom>
              <a:avLst/>
              <a:gdLst/>
              <a:ahLst/>
              <a:cxnLst/>
              <a:rect l="l" t="t" r="r" b="b"/>
              <a:pathLst>
                <a:path w="339" h="339" extrusionOk="0">
                  <a:moveTo>
                    <a:pt x="169" y="0"/>
                  </a:moveTo>
                  <a:cubicBezTo>
                    <a:pt x="76" y="0"/>
                    <a:pt x="0" y="76"/>
                    <a:pt x="0" y="169"/>
                  </a:cubicBezTo>
                  <a:cubicBezTo>
                    <a:pt x="0" y="263"/>
                    <a:pt x="76" y="338"/>
                    <a:pt x="169" y="338"/>
                  </a:cubicBezTo>
                  <a:cubicBezTo>
                    <a:pt x="263" y="338"/>
                    <a:pt x="338" y="263"/>
                    <a:pt x="338" y="169"/>
                  </a:cubicBezTo>
                  <a:cubicBezTo>
                    <a:pt x="338" y="76"/>
                    <a:pt x="263" y="0"/>
                    <a:pt x="1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60"/>
            <p:cNvSpPr/>
            <p:nvPr/>
          </p:nvSpPr>
          <p:spPr>
            <a:xfrm>
              <a:off x="6703909" y="3276770"/>
              <a:ext cx="22154" cy="22154"/>
            </a:xfrm>
            <a:custGeom>
              <a:avLst/>
              <a:gdLst/>
              <a:ahLst/>
              <a:cxnLst/>
              <a:rect l="l" t="t" r="r" b="b"/>
              <a:pathLst>
                <a:path w="339" h="339" extrusionOk="0">
                  <a:moveTo>
                    <a:pt x="169" y="0"/>
                  </a:moveTo>
                  <a:cubicBezTo>
                    <a:pt x="76" y="0"/>
                    <a:pt x="0" y="76"/>
                    <a:pt x="0" y="169"/>
                  </a:cubicBezTo>
                  <a:cubicBezTo>
                    <a:pt x="0" y="263"/>
                    <a:pt x="76" y="338"/>
                    <a:pt x="169" y="338"/>
                  </a:cubicBezTo>
                  <a:cubicBezTo>
                    <a:pt x="263" y="338"/>
                    <a:pt x="338" y="263"/>
                    <a:pt x="338" y="169"/>
                  </a:cubicBezTo>
                  <a:cubicBezTo>
                    <a:pt x="338" y="76"/>
                    <a:pt x="263" y="0"/>
                    <a:pt x="1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60"/>
            <p:cNvSpPr/>
            <p:nvPr/>
          </p:nvSpPr>
          <p:spPr>
            <a:xfrm>
              <a:off x="6745395" y="3410153"/>
              <a:ext cx="82800" cy="28375"/>
            </a:xfrm>
            <a:custGeom>
              <a:avLst/>
              <a:gdLst/>
              <a:ahLst/>
              <a:cxnLst/>
              <a:rect l="l" t="t" r="r" b="b"/>
              <a:pathLst>
                <a:path w="723" h="108" fill="none" extrusionOk="0">
                  <a:moveTo>
                    <a:pt x="1" y="1"/>
                  </a:moveTo>
                  <a:cubicBezTo>
                    <a:pt x="1" y="1"/>
                    <a:pt x="416" y="107"/>
                    <a:pt x="723" y="1"/>
                  </a:cubicBez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60"/>
            <p:cNvSpPr/>
            <p:nvPr/>
          </p:nvSpPr>
          <p:spPr>
            <a:xfrm>
              <a:off x="6678357" y="3217953"/>
              <a:ext cx="73192" cy="28363"/>
            </a:xfrm>
            <a:custGeom>
              <a:avLst/>
              <a:gdLst/>
              <a:ahLst/>
              <a:cxnLst/>
              <a:rect l="l" t="t" r="r" b="b"/>
              <a:pathLst>
                <a:path w="1120" h="434" fill="none" extrusionOk="0">
                  <a:moveTo>
                    <a:pt x="0" y="433"/>
                  </a:moveTo>
                  <a:cubicBezTo>
                    <a:pt x="0" y="433"/>
                    <a:pt x="507" y="0"/>
                    <a:pt x="1119" y="433"/>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60"/>
            <p:cNvSpPr/>
            <p:nvPr/>
          </p:nvSpPr>
          <p:spPr>
            <a:xfrm>
              <a:off x="6828205" y="3217953"/>
              <a:ext cx="73127" cy="28363"/>
            </a:xfrm>
            <a:custGeom>
              <a:avLst/>
              <a:gdLst/>
              <a:ahLst/>
              <a:cxnLst/>
              <a:rect l="l" t="t" r="r" b="b"/>
              <a:pathLst>
                <a:path w="1119" h="434" fill="none" extrusionOk="0">
                  <a:moveTo>
                    <a:pt x="0" y="433"/>
                  </a:moveTo>
                  <a:cubicBezTo>
                    <a:pt x="0" y="433"/>
                    <a:pt x="506" y="0"/>
                    <a:pt x="1118" y="433"/>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60"/>
            <p:cNvSpPr/>
            <p:nvPr/>
          </p:nvSpPr>
          <p:spPr>
            <a:xfrm>
              <a:off x="7195929" y="3470018"/>
              <a:ext cx="437714" cy="419890"/>
            </a:xfrm>
            <a:custGeom>
              <a:avLst/>
              <a:gdLst/>
              <a:ahLst/>
              <a:cxnLst/>
              <a:rect l="l" t="t" r="r" b="b"/>
              <a:pathLst>
                <a:path w="6698" h="6425" extrusionOk="0">
                  <a:moveTo>
                    <a:pt x="1193" y="1"/>
                  </a:moveTo>
                  <a:cubicBezTo>
                    <a:pt x="538" y="1"/>
                    <a:pt x="1" y="537"/>
                    <a:pt x="1" y="1193"/>
                  </a:cubicBezTo>
                  <a:lnTo>
                    <a:pt x="1" y="4167"/>
                  </a:lnTo>
                  <a:cubicBezTo>
                    <a:pt x="1" y="4822"/>
                    <a:pt x="536" y="5358"/>
                    <a:pt x="1193" y="5358"/>
                  </a:cubicBezTo>
                  <a:lnTo>
                    <a:pt x="1990" y="5358"/>
                  </a:lnTo>
                  <a:lnTo>
                    <a:pt x="1990" y="6120"/>
                  </a:lnTo>
                  <a:cubicBezTo>
                    <a:pt x="1990" y="6304"/>
                    <a:pt x="2140" y="6424"/>
                    <a:pt x="2296" y="6424"/>
                  </a:cubicBezTo>
                  <a:cubicBezTo>
                    <a:pt x="2375" y="6424"/>
                    <a:pt x="2456" y="6393"/>
                    <a:pt x="2520" y="6324"/>
                  </a:cubicBezTo>
                  <a:lnTo>
                    <a:pt x="3390" y="5360"/>
                  </a:lnTo>
                  <a:lnTo>
                    <a:pt x="5507" y="5360"/>
                  </a:lnTo>
                  <a:cubicBezTo>
                    <a:pt x="6161" y="5360"/>
                    <a:pt x="6697" y="4825"/>
                    <a:pt x="6697" y="4170"/>
                  </a:cubicBezTo>
                  <a:lnTo>
                    <a:pt x="6697" y="1194"/>
                  </a:lnTo>
                  <a:cubicBezTo>
                    <a:pt x="6697" y="537"/>
                    <a:pt x="6162" y="1"/>
                    <a:pt x="550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60"/>
            <p:cNvSpPr/>
            <p:nvPr/>
          </p:nvSpPr>
          <p:spPr>
            <a:xfrm>
              <a:off x="7282649" y="3520927"/>
              <a:ext cx="247154" cy="246967"/>
            </a:xfrm>
            <a:custGeom>
              <a:avLst/>
              <a:gdLst/>
              <a:ahLst/>
              <a:cxnLst/>
              <a:rect l="l" t="t" r="r" b="b"/>
              <a:pathLst>
                <a:path w="3782" h="3779" extrusionOk="0">
                  <a:moveTo>
                    <a:pt x="3565" y="212"/>
                  </a:moveTo>
                  <a:lnTo>
                    <a:pt x="3565" y="218"/>
                  </a:lnTo>
                  <a:lnTo>
                    <a:pt x="3565" y="2147"/>
                  </a:lnTo>
                  <a:lnTo>
                    <a:pt x="3006" y="1512"/>
                  </a:lnTo>
                  <a:cubicBezTo>
                    <a:pt x="2985" y="1490"/>
                    <a:pt x="2958" y="1477"/>
                    <a:pt x="2929" y="1475"/>
                  </a:cubicBezTo>
                  <a:cubicBezTo>
                    <a:pt x="2927" y="1475"/>
                    <a:pt x="2925" y="1475"/>
                    <a:pt x="2924" y="1475"/>
                  </a:cubicBezTo>
                  <a:cubicBezTo>
                    <a:pt x="2893" y="1475"/>
                    <a:pt x="2868" y="1488"/>
                    <a:pt x="2849" y="1508"/>
                  </a:cubicBezTo>
                  <a:lnTo>
                    <a:pt x="2288" y="2076"/>
                  </a:lnTo>
                  <a:lnTo>
                    <a:pt x="1677" y="1438"/>
                  </a:lnTo>
                  <a:cubicBezTo>
                    <a:pt x="1656" y="1416"/>
                    <a:pt x="1628" y="1405"/>
                    <a:pt x="1599" y="1405"/>
                  </a:cubicBezTo>
                  <a:cubicBezTo>
                    <a:pt x="1574" y="1405"/>
                    <a:pt x="1550" y="1413"/>
                    <a:pt x="1531" y="1429"/>
                  </a:cubicBezTo>
                  <a:lnTo>
                    <a:pt x="219" y="2513"/>
                  </a:lnTo>
                  <a:lnTo>
                    <a:pt x="219" y="212"/>
                  </a:lnTo>
                  <a:close/>
                  <a:moveTo>
                    <a:pt x="1588" y="1665"/>
                  </a:moveTo>
                  <a:lnTo>
                    <a:pt x="2131" y="2230"/>
                  </a:lnTo>
                  <a:lnTo>
                    <a:pt x="1752" y="2587"/>
                  </a:lnTo>
                  <a:cubicBezTo>
                    <a:pt x="1709" y="2629"/>
                    <a:pt x="1706" y="2697"/>
                    <a:pt x="1747" y="2741"/>
                  </a:cubicBezTo>
                  <a:cubicBezTo>
                    <a:pt x="1769" y="2763"/>
                    <a:pt x="1797" y="2774"/>
                    <a:pt x="1827" y="2774"/>
                  </a:cubicBezTo>
                  <a:cubicBezTo>
                    <a:pt x="1854" y="2774"/>
                    <a:pt x="1881" y="2765"/>
                    <a:pt x="1901" y="2746"/>
                  </a:cubicBezTo>
                  <a:lnTo>
                    <a:pt x="2361" y="2311"/>
                  </a:lnTo>
                  <a:cubicBezTo>
                    <a:pt x="2361" y="2311"/>
                    <a:pt x="2361" y="2310"/>
                    <a:pt x="2362" y="2310"/>
                  </a:cubicBezTo>
                  <a:cubicBezTo>
                    <a:pt x="2365" y="2310"/>
                    <a:pt x="2365" y="2310"/>
                    <a:pt x="2365" y="2308"/>
                  </a:cubicBezTo>
                  <a:lnTo>
                    <a:pt x="2921" y="1741"/>
                  </a:lnTo>
                  <a:lnTo>
                    <a:pt x="3563" y="2471"/>
                  </a:lnTo>
                  <a:lnTo>
                    <a:pt x="3563" y="3562"/>
                  </a:lnTo>
                  <a:lnTo>
                    <a:pt x="217" y="3562"/>
                  </a:lnTo>
                  <a:lnTo>
                    <a:pt x="217" y="2799"/>
                  </a:lnTo>
                  <a:lnTo>
                    <a:pt x="1588" y="1665"/>
                  </a:lnTo>
                  <a:close/>
                  <a:moveTo>
                    <a:pt x="107" y="0"/>
                  </a:moveTo>
                  <a:cubicBezTo>
                    <a:pt x="48" y="0"/>
                    <a:pt x="1" y="49"/>
                    <a:pt x="1" y="108"/>
                  </a:cubicBezTo>
                  <a:lnTo>
                    <a:pt x="1" y="3672"/>
                  </a:lnTo>
                  <a:cubicBezTo>
                    <a:pt x="1" y="3731"/>
                    <a:pt x="48" y="3779"/>
                    <a:pt x="107" y="3779"/>
                  </a:cubicBezTo>
                  <a:lnTo>
                    <a:pt x="3671" y="3779"/>
                  </a:lnTo>
                  <a:cubicBezTo>
                    <a:pt x="3731" y="3779"/>
                    <a:pt x="3778" y="3731"/>
                    <a:pt x="3778" y="3672"/>
                  </a:cubicBezTo>
                  <a:lnTo>
                    <a:pt x="3778" y="108"/>
                  </a:lnTo>
                  <a:cubicBezTo>
                    <a:pt x="3781" y="49"/>
                    <a:pt x="3732" y="0"/>
                    <a:pt x="3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60"/>
            <p:cNvSpPr/>
            <p:nvPr/>
          </p:nvSpPr>
          <p:spPr>
            <a:xfrm>
              <a:off x="7325192" y="3549290"/>
              <a:ext cx="63716" cy="63719"/>
            </a:xfrm>
            <a:custGeom>
              <a:avLst/>
              <a:gdLst/>
              <a:ahLst/>
              <a:cxnLst/>
              <a:rect l="l" t="t" r="r" b="b"/>
              <a:pathLst>
                <a:path w="975" h="975" extrusionOk="0">
                  <a:moveTo>
                    <a:pt x="487" y="217"/>
                  </a:moveTo>
                  <a:cubicBezTo>
                    <a:pt x="638" y="217"/>
                    <a:pt x="758" y="338"/>
                    <a:pt x="758" y="487"/>
                  </a:cubicBezTo>
                  <a:cubicBezTo>
                    <a:pt x="758" y="638"/>
                    <a:pt x="635" y="758"/>
                    <a:pt x="487" y="758"/>
                  </a:cubicBezTo>
                  <a:cubicBezTo>
                    <a:pt x="337" y="758"/>
                    <a:pt x="217" y="635"/>
                    <a:pt x="217" y="487"/>
                  </a:cubicBezTo>
                  <a:cubicBezTo>
                    <a:pt x="217" y="337"/>
                    <a:pt x="337" y="217"/>
                    <a:pt x="487" y="217"/>
                  </a:cubicBezTo>
                  <a:close/>
                  <a:moveTo>
                    <a:pt x="487" y="0"/>
                  </a:moveTo>
                  <a:cubicBezTo>
                    <a:pt x="218" y="0"/>
                    <a:pt x="1" y="218"/>
                    <a:pt x="1" y="488"/>
                  </a:cubicBezTo>
                  <a:cubicBezTo>
                    <a:pt x="1" y="757"/>
                    <a:pt x="218" y="974"/>
                    <a:pt x="487" y="974"/>
                  </a:cubicBezTo>
                  <a:cubicBezTo>
                    <a:pt x="757" y="974"/>
                    <a:pt x="975" y="757"/>
                    <a:pt x="975" y="488"/>
                  </a:cubicBezTo>
                  <a:cubicBezTo>
                    <a:pt x="975" y="218"/>
                    <a:pt x="757" y="0"/>
                    <a:pt x="4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60"/>
            <p:cNvSpPr/>
            <p:nvPr/>
          </p:nvSpPr>
          <p:spPr>
            <a:xfrm>
              <a:off x="6775525" y="3173750"/>
              <a:ext cx="22553" cy="27110"/>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60"/>
            <p:cNvSpPr/>
            <p:nvPr/>
          </p:nvSpPr>
          <p:spPr>
            <a:xfrm>
              <a:off x="5487426" y="4400818"/>
              <a:ext cx="1340786" cy="942841"/>
            </a:xfrm>
            <a:custGeom>
              <a:avLst/>
              <a:gdLst/>
              <a:ahLst/>
              <a:cxnLst/>
              <a:rect l="l" t="t" r="r" b="b"/>
              <a:pathLst>
                <a:path w="20517" h="14427" extrusionOk="0">
                  <a:moveTo>
                    <a:pt x="15671" y="1"/>
                  </a:moveTo>
                  <a:cubicBezTo>
                    <a:pt x="15389" y="1"/>
                    <a:pt x="15121" y="115"/>
                    <a:pt x="14925" y="318"/>
                  </a:cubicBezTo>
                  <a:lnTo>
                    <a:pt x="12578" y="2781"/>
                  </a:lnTo>
                  <a:lnTo>
                    <a:pt x="10160" y="4475"/>
                  </a:lnTo>
                  <a:lnTo>
                    <a:pt x="10575" y="1553"/>
                  </a:lnTo>
                  <a:cubicBezTo>
                    <a:pt x="10575" y="1552"/>
                    <a:pt x="6430" y="509"/>
                    <a:pt x="5348" y="509"/>
                  </a:cubicBezTo>
                  <a:cubicBezTo>
                    <a:pt x="5301" y="509"/>
                    <a:pt x="5260" y="511"/>
                    <a:pt x="5225" y="515"/>
                  </a:cubicBezTo>
                  <a:cubicBezTo>
                    <a:pt x="5225" y="515"/>
                    <a:pt x="1" y="9853"/>
                    <a:pt x="4187" y="13606"/>
                  </a:cubicBezTo>
                  <a:cubicBezTo>
                    <a:pt x="4829" y="14180"/>
                    <a:pt x="5500" y="14426"/>
                    <a:pt x="6178" y="14426"/>
                  </a:cubicBezTo>
                  <a:cubicBezTo>
                    <a:pt x="9923" y="14426"/>
                    <a:pt x="13863" y="6920"/>
                    <a:pt x="13985" y="5972"/>
                  </a:cubicBezTo>
                  <a:cubicBezTo>
                    <a:pt x="13985" y="5972"/>
                    <a:pt x="14346" y="6032"/>
                    <a:pt x="14771" y="6032"/>
                  </a:cubicBezTo>
                  <a:cubicBezTo>
                    <a:pt x="15251" y="6032"/>
                    <a:pt x="15813" y="5956"/>
                    <a:pt x="16023" y="5630"/>
                  </a:cubicBezTo>
                  <a:cubicBezTo>
                    <a:pt x="16023" y="5630"/>
                    <a:pt x="17496" y="6141"/>
                    <a:pt x="18153" y="6141"/>
                  </a:cubicBezTo>
                  <a:cubicBezTo>
                    <a:pt x="18277" y="6141"/>
                    <a:pt x="18371" y="6123"/>
                    <a:pt x="18422" y="6081"/>
                  </a:cubicBezTo>
                  <a:cubicBezTo>
                    <a:pt x="18747" y="5809"/>
                    <a:pt x="16636" y="4619"/>
                    <a:pt x="16636" y="4619"/>
                  </a:cubicBezTo>
                  <a:lnTo>
                    <a:pt x="16636" y="4619"/>
                  </a:lnTo>
                  <a:cubicBezTo>
                    <a:pt x="16636" y="4619"/>
                    <a:pt x="18068" y="4977"/>
                    <a:pt x="18892" y="4977"/>
                  </a:cubicBezTo>
                  <a:cubicBezTo>
                    <a:pt x="19193" y="4977"/>
                    <a:pt x="19412" y="4929"/>
                    <a:pt x="19451" y="4798"/>
                  </a:cubicBezTo>
                  <a:cubicBezTo>
                    <a:pt x="19583" y="4356"/>
                    <a:pt x="18585" y="3986"/>
                    <a:pt x="18585" y="3986"/>
                  </a:cubicBezTo>
                  <a:lnTo>
                    <a:pt x="18585" y="3986"/>
                  </a:lnTo>
                  <a:cubicBezTo>
                    <a:pt x="18585" y="3986"/>
                    <a:pt x="18970" y="4040"/>
                    <a:pt x="19379" y="4040"/>
                  </a:cubicBezTo>
                  <a:cubicBezTo>
                    <a:pt x="19787" y="4040"/>
                    <a:pt x="20219" y="3986"/>
                    <a:pt x="20318" y="3769"/>
                  </a:cubicBezTo>
                  <a:cubicBezTo>
                    <a:pt x="20517" y="3336"/>
                    <a:pt x="19541" y="3228"/>
                    <a:pt x="18966" y="2904"/>
                  </a:cubicBezTo>
                  <a:cubicBezTo>
                    <a:pt x="18387" y="2580"/>
                    <a:pt x="16891" y="1587"/>
                    <a:pt x="16169" y="1515"/>
                  </a:cubicBezTo>
                  <a:cubicBezTo>
                    <a:pt x="16169" y="1515"/>
                    <a:pt x="16926" y="1301"/>
                    <a:pt x="17785" y="1301"/>
                  </a:cubicBezTo>
                  <a:cubicBezTo>
                    <a:pt x="18098" y="1301"/>
                    <a:pt x="18424" y="1329"/>
                    <a:pt x="18732" y="1406"/>
                  </a:cubicBezTo>
                  <a:cubicBezTo>
                    <a:pt x="18732" y="1406"/>
                    <a:pt x="19145" y="1517"/>
                    <a:pt x="19533" y="1517"/>
                  </a:cubicBezTo>
                  <a:cubicBezTo>
                    <a:pt x="19751" y="1517"/>
                    <a:pt x="19961" y="1482"/>
                    <a:pt x="20084" y="1372"/>
                  </a:cubicBezTo>
                  <a:cubicBezTo>
                    <a:pt x="20428" y="1064"/>
                    <a:pt x="18461" y="1"/>
                    <a:pt x="16763"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60"/>
            <p:cNvSpPr/>
            <p:nvPr/>
          </p:nvSpPr>
          <p:spPr>
            <a:xfrm>
              <a:off x="5588515" y="4434098"/>
              <a:ext cx="599390" cy="729334"/>
            </a:xfrm>
            <a:custGeom>
              <a:avLst/>
              <a:gdLst/>
              <a:ahLst/>
              <a:cxnLst/>
              <a:rect l="l" t="t" r="r" b="b"/>
              <a:pathLst>
                <a:path w="9172" h="11160" extrusionOk="0">
                  <a:moveTo>
                    <a:pt x="3944" y="1"/>
                  </a:moveTo>
                  <a:cubicBezTo>
                    <a:pt x="3897" y="1"/>
                    <a:pt x="3856" y="3"/>
                    <a:pt x="3821" y="7"/>
                  </a:cubicBezTo>
                  <a:cubicBezTo>
                    <a:pt x="3821" y="7"/>
                    <a:pt x="1" y="6834"/>
                    <a:pt x="1511" y="11159"/>
                  </a:cubicBezTo>
                  <a:cubicBezTo>
                    <a:pt x="1427" y="6822"/>
                    <a:pt x="8756" y="3965"/>
                    <a:pt x="8756" y="3965"/>
                  </a:cubicBezTo>
                  <a:lnTo>
                    <a:pt x="9171" y="1043"/>
                  </a:lnTo>
                  <a:cubicBezTo>
                    <a:pt x="9171" y="1043"/>
                    <a:pt x="5026" y="1"/>
                    <a:pt x="3944" y="1"/>
                  </a:cubicBezTo>
                  <a:close/>
                </a:path>
              </a:pathLst>
            </a:custGeom>
            <a:solidFill>
              <a:srgbClr val="502C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1" name="Google Shape;1741;p60"/>
          <p:cNvGrpSpPr/>
          <p:nvPr/>
        </p:nvGrpSpPr>
        <p:grpSpPr>
          <a:xfrm>
            <a:off x="7805187" y="3895753"/>
            <a:ext cx="856418" cy="712737"/>
            <a:chOff x="494362" y="3493178"/>
            <a:chExt cx="856418" cy="712737"/>
          </a:xfrm>
        </p:grpSpPr>
        <p:grpSp>
          <p:nvGrpSpPr>
            <p:cNvPr id="1742" name="Google Shape;1742;p60"/>
            <p:cNvGrpSpPr/>
            <p:nvPr/>
          </p:nvGrpSpPr>
          <p:grpSpPr>
            <a:xfrm>
              <a:off x="865326" y="3493178"/>
              <a:ext cx="485454" cy="712737"/>
              <a:chOff x="7629064" y="673091"/>
              <a:chExt cx="485454" cy="712737"/>
            </a:xfrm>
          </p:grpSpPr>
          <p:grpSp>
            <p:nvGrpSpPr>
              <p:cNvPr id="1743" name="Google Shape;1743;p60"/>
              <p:cNvGrpSpPr/>
              <p:nvPr/>
            </p:nvGrpSpPr>
            <p:grpSpPr>
              <a:xfrm>
                <a:off x="7629064" y="673091"/>
                <a:ext cx="485454" cy="442220"/>
                <a:chOff x="1453550" y="959950"/>
                <a:chExt cx="167925" cy="152975"/>
              </a:xfrm>
            </p:grpSpPr>
            <p:sp>
              <p:nvSpPr>
                <p:cNvPr id="1744" name="Google Shape;1744;p60"/>
                <p:cNvSpPr/>
                <p:nvPr/>
              </p:nvSpPr>
              <p:spPr>
                <a:xfrm>
                  <a:off x="1453550" y="959950"/>
                  <a:ext cx="167925" cy="152975"/>
                </a:xfrm>
                <a:custGeom>
                  <a:avLst/>
                  <a:gdLst/>
                  <a:ahLst/>
                  <a:cxnLst/>
                  <a:rect l="l" t="t" r="r" b="b"/>
                  <a:pathLst>
                    <a:path w="6717" h="6119" extrusionOk="0">
                      <a:moveTo>
                        <a:pt x="3359" y="0"/>
                      </a:moveTo>
                      <a:cubicBezTo>
                        <a:pt x="2576" y="0"/>
                        <a:pt x="1793" y="299"/>
                        <a:pt x="1195" y="896"/>
                      </a:cubicBezTo>
                      <a:cubicBezTo>
                        <a:pt x="1" y="2091"/>
                        <a:pt x="1" y="4027"/>
                        <a:pt x="1195" y="5222"/>
                      </a:cubicBezTo>
                      <a:cubicBezTo>
                        <a:pt x="1793" y="5820"/>
                        <a:pt x="2576" y="6118"/>
                        <a:pt x="3359" y="6118"/>
                      </a:cubicBezTo>
                      <a:cubicBezTo>
                        <a:pt x="4142" y="6118"/>
                        <a:pt x="4925" y="5820"/>
                        <a:pt x="5523" y="5222"/>
                      </a:cubicBezTo>
                      <a:cubicBezTo>
                        <a:pt x="6716" y="4027"/>
                        <a:pt x="6716" y="2091"/>
                        <a:pt x="5523" y="896"/>
                      </a:cubicBezTo>
                      <a:cubicBezTo>
                        <a:pt x="4925" y="299"/>
                        <a:pt x="4142" y="0"/>
                        <a:pt x="3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60"/>
                <p:cNvSpPr/>
                <p:nvPr/>
              </p:nvSpPr>
              <p:spPr>
                <a:xfrm>
                  <a:off x="1495475" y="998925"/>
                  <a:ext cx="84150" cy="80175"/>
                </a:xfrm>
                <a:custGeom>
                  <a:avLst/>
                  <a:gdLst/>
                  <a:ahLst/>
                  <a:cxnLst/>
                  <a:rect l="l" t="t" r="r" b="b"/>
                  <a:pathLst>
                    <a:path w="3366" h="3207" extrusionOk="0">
                      <a:moveTo>
                        <a:pt x="909" y="0"/>
                      </a:moveTo>
                      <a:cubicBezTo>
                        <a:pt x="863" y="0"/>
                        <a:pt x="811" y="2"/>
                        <a:pt x="758" y="8"/>
                      </a:cubicBezTo>
                      <a:cubicBezTo>
                        <a:pt x="427" y="40"/>
                        <a:pt x="46" y="343"/>
                        <a:pt x="0" y="921"/>
                      </a:cubicBezTo>
                      <a:lnTo>
                        <a:pt x="0" y="1113"/>
                      </a:lnTo>
                      <a:cubicBezTo>
                        <a:pt x="42" y="1668"/>
                        <a:pt x="461" y="2351"/>
                        <a:pt x="1683" y="3207"/>
                      </a:cubicBezTo>
                      <a:cubicBezTo>
                        <a:pt x="2903" y="2350"/>
                        <a:pt x="3322" y="1668"/>
                        <a:pt x="3365" y="1113"/>
                      </a:cubicBezTo>
                      <a:lnTo>
                        <a:pt x="3365" y="921"/>
                      </a:lnTo>
                      <a:cubicBezTo>
                        <a:pt x="3318" y="341"/>
                        <a:pt x="2937" y="39"/>
                        <a:pt x="2606" y="8"/>
                      </a:cubicBezTo>
                      <a:cubicBezTo>
                        <a:pt x="2553" y="2"/>
                        <a:pt x="2503" y="0"/>
                        <a:pt x="2455" y="0"/>
                      </a:cubicBezTo>
                      <a:cubicBezTo>
                        <a:pt x="2076" y="0"/>
                        <a:pt x="1892" y="165"/>
                        <a:pt x="1683" y="412"/>
                      </a:cubicBezTo>
                      <a:cubicBezTo>
                        <a:pt x="1472" y="165"/>
                        <a:pt x="1291" y="0"/>
                        <a:pt x="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46" name="Google Shape;1746;p60"/>
              <p:cNvSpPr/>
              <p:nvPr/>
            </p:nvSpPr>
            <p:spPr>
              <a:xfrm>
                <a:off x="7708929" y="1285924"/>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7" name="Google Shape;1747;p60"/>
            <p:cNvGrpSpPr/>
            <p:nvPr/>
          </p:nvGrpSpPr>
          <p:grpSpPr>
            <a:xfrm>
              <a:off x="494362" y="3493185"/>
              <a:ext cx="247722" cy="247722"/>
              <a:chOff x="1252775" y="959150"/>
              <a:chExt cx="154575" cy="154575"/>
            </a:xfrm>
          </p:grpSpPr>
          <p:sp>
            <p:nvSpPr>
              <p:cNvPr id="1748" name="Google Shape;1748;p60"/>
              <p:cNvSpPr/>
              <p:nvPr/>
            </p:nvSpPr>
            <p:spPr>
              <a:xfrm>
                <a:off x="1252775" y="959150"/>
                <a:ext cx="154575" cy="154575"/>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60"/>
              <p:cNvSpPr/>
              <p:nvPr/>
            </p:nvSpPr>
            <p:spPr>
              <a:xfrm>
                <a:off x="1281950" y="1000925"/>
                <a:ext cx="30900" cy="29375"/>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60"/>
              <p:cNvSpPr/>
              <p:nvPr/>
            </p:nvSpPr>
            <p:spPr>
              <a:xfrm>
                <a:off x="1347325" y="1000925"/>
                <a:ext cx="30875" cy="29375"/>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60"/>
              <p:cNvSpPr/>
              <p:nvPr/>
            </p:nvSpPr>
            <p:spPr>
              <a:xfrm>
                <a:off x="1280725" y="1044625"/>
                <a:ext cx="98625" cy="49300"/>
              </a:xfrm>
              <a:custGeom>
                <a:avLst/>
                <a:gdLst/>
                <a:ahLst/>
                <a:cxnLst/>
                <a:rect l="l" t="t" r="r" b="b"/>
                <a:pathLst>
                  <a:path w="3945" h="1972" extrusionOk="0">
                    <a:moveTo>
                      <a:pt x="1" y="0"/>
                    </a:moveTo>
                    <a:cubicBezTo>
                      <a:pt x="1" y="1090"/>
                      <a:pt x="883" y="1972"/>
                      <a:pt x="1972" y="1972"/>
                    </a:cubicBezTo>
                    <a:cubicBezTo>
                      <a:pt x="3062" y="1972"/>
                      <a:pt x="3944" y="1090"/>
                      <a:pt x="39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60"/>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rgbClr val="FF9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60"/>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54" name="Google Shape;1754;p60"/>
            <p:cNvSpPr/>
            <p:nvPr/>
          </p:nvSpPr>
          <p:spPr>
            <a:xfrm rot="10800000">
              <a:off x="646170" y="3842185"/>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55" name="Google Shape;1755;p60"/>
          <p:cNvSpPr txBox="1"/>
          <p:nvPr/>
        </p:nvSpPr>
        <p:spPr>
          <a:xfrm>
            <a:off x="1955375" y="1440904"/>
            <a:ext cx="1841700" cy="951900"/>
          </a:xfrm>
          <a:prstGeom prst="rect">
            <a:avLst/>
          </a:prstGeom>
          <a:solidFill>
            <a:srgbClr val="46847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0">
                <a:solidFill>
                  <a:srgbClr val="FFF6F7"/>
                </a:solidFill>
                <a:latin typeface="Bowlby One"/>
                <a:ea typeface="Bowlby One"/>
                <a:cs typeface="Bowlby One"/>
                <a:sym typeface="Bowlby One"/>
              </a:rPr>
              <a:t>06</a:t>
            </a:r>
            <a:endParaRPr sz="6000">
              <a:solidFill>
                <a:srgbClr val="FFF6F7"/>
              </a:solidFill>
              <a:latin typeface="Bowlby One"/>
              <a:ea typeface="Bowlby One"/>
              <a:cs typeface="Bowlby One"/>
              <a:sym typeface="Bowlby One"/>
            </a:endParaRPr>
          </a:p>
        </p:txBody>
      </p:sp>
      <p:sp>
        <p:nvSpPr>
          <p:cNvPr id="1756" name="Google Shape;1756;p60"/>
          <p:cNvSpPr txBox="1"/>
          <p:nvPr/>
        </p:nvSpPr>
        <p:spPr>
          <a:xfrm>
            <a:off x="347975" y="2392800"/>
            <a:ext cx="5056500" cy="122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700">
                <a:solidFill>
                  <a:srgbClr val="6E597A"/>
                </a:solidFill>
                <a:latin typeface="Bowlby One"/>
                <a:ea typeface="Bowlby One"/>
                <a:cs typeface="Bowlby One"/>
                <a:sym typeface="Bowlby One"/>
              </a:rPr>
              <a:t>CONCLUSIONS</a:t>
            </a:r>
            <a:endParaRPr sz="4700">
              <a:solidFill>
                <a:srgbClr val="6E597A"/>
              </a:solidFill>
              <a:latin typeface="Bowlby One"/>
              <a:ea typeface="Bowlby One"/>
              <a:cs typeface="Bowlby One"/>
              <a:sym typeface="Bowlby On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685"/>
                                        </p:tgtEl>
                                        <p:attrNameLst>
                                          <p:attrName>style.visibility</p:attrName>
                                        </p:attrNameLst>
                                      </p:cBhvr>
                                      <p:to>
                                        <p:strVal val="visible"/>
                                      </p:to>
                                    </p:set>
                                    <p:anim calcmode="lin" valueType="num">
                                      <p:cBhvr additive="base">
                                        <p:cTn id="7" dur="600"/>
                                        <p:tgtEl>
                                          <p:spTgt spid="1685"/>
                                        </p:tgtEl>
                                        <p:attrNameLst>
                                          <p:attrName>ppt_w</p:attrName>
                                        </p:attrNameLst>
                                      </p:cBhvr>
                                      <p:tavLst>
                                        <p:tav tm="0">
                                          <p:val>
                                            <p:strVal val="0"/>
                                          </p:val>
                                        </p:tav>
                                        <p:tav tm="100000">
                                          <p:val>
                                            <p:strVal val="#ppt_w"/>
                                          </p:val>
                                        </p:tav>
                                      </p:tavLst>
                                    </p:anim>
                                    <p:anim calcmode="lin" valueType="num">
                                      <p:cBhvr additive="base">
                                        <p:cTn id="8" dur="600"/>
                                        <p:tgtEl>
                                          <p:spTgt spid="1685"/>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741"/>
                                        </p:tgtEl>
                                        <p:attrNameLst>
                                          <p:attrName>style.visibility</p:attrName>
                                        </p:attrNameLst>
                                      </p:cBhvr>
                                      <p:to>
                                        <p:strVal val="visible"/>
                                      </p:to>
                                    </p:set>
                                    <p:anim calcmode="lin" valueType="num">
                                      <p:cBhvr additive="base">
                                        <p:cTn id="11" dur="600"/>
                                        <p:tgtEl>
                                          <p:spTgt spid="1741"/>
                                        </p:tgtEl>
                                        <p:attrNameLst>
                                          <p:attrName>ppt_w</p:attrName>
                                        </p:attrNameLst>
                                      </p:cBhvr>
                                      <p:tavLst>
                                        <p:tav tm="0">
                                          <p:val>
                                            <p:strVal val="0"/>
                                          </p:val>
                                        </p:tav>
                                        <p:tav tm="100000">
                                          <p:val>
                                            <p:strVal val="#ppt_w"/>
                                          </p:val>
                                        </p:tav>
                                      </p:tavLst>
                                    </p:anim>
                                    <p:anim calcmode="lin" valueType="num">
                                      <p:cBhvr additive="base">
                                        <p:cTn id="12" dur="600"/>
                                        <p:tgtEl>
                                          <p:spTgt spid="1741"/>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1691"/>
                                        </p:tgtEl>
                                        <p:attrNameLst>
                                          <p:attrName>style.visibility</p:attrName>
                                        </p:attrNameLst>
                                      </p:cBhvr>
                                      <p:to>
                                        <p:strVal val="visible"/>
                                      </p:to>
                                    </p:set>
                                    <p:anim calcmode="lin" valueType="num">
                                      <p:cBhvr additive="base">
                                        <p:cTn id="15" dur="600"/>
                                        <p:tgtEl>
                                          <p:spTgt spid="1691"/>
                                        </p:tgtEl>
                                        <p:attrNameLst>
                                          <p:attrName>ppt_w</p:attrName>
                                        </p:attrNameLst>
                                      </p:cBhvr>
                                      <p:tavLst>
                                        <p:tav tm="0">
                                          <p:val>
                                            <p:strVal val="0"/>
                                          </p:val>
                                        </p:tav>
                                        <p:tav tm="100000">
                                          <p:val>
                                            <p:strVal val="#ppt_w"/>
                                          </p:val>
                                        </p:tav>
                                      </p:tavLst>
                                    </p:anim>
                                    <p:anim calcmode="lin" valueType="num">
                                      <p:cBhvr additive="base">
                                        <p:cTn id="16" dur="600"/>
                                        <p:tgtEl>
                                          <p:spTgt spid="169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60"/>
        <p:cNvGrpSpPr/>
        <p:nvPr/>
      </p:nvGrpSpPr>
      <p:grpSpPr>
        <a:xfrm>
          <a:off x="0" y="0"/>
          <a:ext cx="0" cy="0"/>
          <a:chOff x="0" y="0"/>
          <a:chExt cx="0" cy="0"/>
        </a:xfrm>
      </p:grpSpPr>
      <p:sp>
        <p:nvSpPr>
          <p:cNvPr id="1761" name="Google Shape;1761;p6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CONCLUSIONS</a:t>
            </a:r>
            <a:endParaRPr/>
          </a:p>
        </p:txBody>
      </p:sp>
      <p:sp>
        <p:nvSpPr>
          <p:cNvPr id="1762" name="Google Shape;1762;p61"/>
          <p:cNvSpPr txBox="1">
            <a:spLocks noGrp="1"/>
          </p:cNvSpPr>
          <p:nvPr>
            <p:ph type="body" idx="1"/>
          </p:nvPr>
        </p:nvSpPr>
        <p:spPr>
          <a:xfrm>
            <a:off x="666750" y="967150"/>
            <a:ext cx="8044800" cy="35316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Impact depends on purpose, not time</a:t>
            </a:r>
            <a:endParaRPr sz="1400"/>
          </a:p>
          <a:p>
            <a:pPr marL="914400" lvl="1" indent="-317500" algn="l" rtl="0">
              <a:lnSpc>
                <a:spcPct val="115000"/>
              </a:lnSpc>
              <a:spcBef>
                <a:spcPts val="0"/>
              </a:spcBef>
              <a:spcAft>
                <a:spcPts val="0"/>
              </a:spcAft>
              <a:buSzPts val="1400"/>
              <a:buChar char="○"/>
            </a:pPr>
            <a:r>
              <a:rPr lang="en" sz="1400"/>
              <a:t>Total hours of use do not predict academic performance or mental health</a:t>
            </a:r>
            <a:endParaRPr sz="1400"/>
          </a:p>
          <a:p>
            <a:pPr marL="914400" lvl="1" indent="-317500" algn="l" rtl="0">
              <a:lnSpc>
                <a:spcPct val="115000"/>
              </a:lnSpc>
              <a:spcBef>
                <a:spcPts val="0"/>
              </a:spcBef>
              <a:spcAft>
                <a:spcPts val="0"/>
              </a:spcAft>
              <a:buSzPts val="1400"/>
              <a:buChar char="○"/>
            </a:pPr>
            <a:r>
              <a:rPr lang="en" sz="1400"/>
              <a:t>Compulsive patterns and nighttime use are more relevant</a:t>
            </a:r>
            <a:endParaRPr sz="1400"/>
          </a:p>
          <a:p>
            <a:pPr marL="457200" lvl="0" indent="-317500" algn="l" rtl="0">
              <a:lnSpc>
                <a:spcPct val="115000"/>
              </a:lnSpc>
              <a:spcBef>
                <a:spcPts val="0"/>
              </a:spcBef>
              <a:spcAft>
                <a:spcPts val="0"/>
              </a:spcAft>
              <a:buSzPts val="1400"/>
              <a:buChar char="●"/>
            </a:pPr>
            <a:r>
              <a:rPr lang="en" sz="1400"/>
              <a:t>Positive uses exist</a:t>
            </a:r>
            <a:endParaRPr sz="1400"/>
          </a:p>
          <a:p>
            <a:pPr marL="914400" lvl="1" indent="-317500" algn="l" rtl="0">
              <a:lnSpc>
                <a:spcPct val="115000"/>
              </a:lnSpc>
              <a:spcBef>
                <a:spcPts val="0"/>
              </a:spcBef>
              <a:spcAft>
                <a:spcPts val="0"/>
              </a:spcAft>
              <a:buSzPts val="1400"/>
              <a:buChar char="○"/>
            </a:pPr>
            <a:r>
              <a:rPr lang="en" sz="1400"/>
              <a:t>Educational apps support learning</a:t>
            </a:r>
            <a:endParaRPr sz="1400"/>
          </a:p>
          <a:p>
            <a:pPr marL="914400" lvl="1" indent="-317500" algn="l" rtl="0">
              <a:lnSpc>
                <a:spcPct val="115000"/>
              </a:lnSpc>
              <a:spcBef>
                <a:spcPts val="0"/>
              </a:spcBef>
              <a:spcAft>
                <a:spcPts val="0"/>
              </a:spcAft>
              <a:buSzPts val="1400"/>
              <a:buChar char="○"/>
            </a:pPr>
            <a:r>
              <a:rPr lang="en" sz="1400"/>
              <a:t>Gaming can support emotional well-being and academic outcomes</a:t>
            </a:r>
            <a:endParaRPr sz="1400"/>
          </a:p>
          <a:p>
            <a:pPr marL="457200" lvl="0" indent="-317500" algn="l" rtl="0">
              <a:lnSpc>
                <a:spcPct val="115000"/>
              </a:lnSpc>
              <a:spcBef>
                <a:spcPts val="0"/>
              </a:spcBef>
              <a:spcAft>
                <a:spcPts val="0"/>
              </a:spcAft>
              <a:buSzPts val="1400"/>
              <a:buChar char="●"/>
            </a:pPr>
            <a:r>
              <a:rPr lang="en" sz="1400"/>
              <a:t>Risks arise from misuse</a:t>
            </a:r>
            <a:endParaRPr sz="1400"/>
          </a:p>
          <a:p>
            <a:pPr marL="914400" lvl="1" indent="-317500" algn="l" rtl="0">
              <a:lnSpc>
                <a:spcPct val="115000"/>
              </a:lnSpc>
              <a:spcBef>
                <a:spcPts val="0"/>
              </a:spcBef>
              <a:spcAft>
                <a:spcPts val="0"/>
              </a:spcAft>
              <a:buSzPts val="1400"/>
              <a:buChar char="○"/>
            </a:pPr>
            <a:r>
              <a:rPr lang="en" sz="1400"/>
              <a:t>Social media-heavy patterns linked to lower grades, higher depression, reduced self-esteem</a:t>
            </a:r>
            <a:endParaRPr sz="1400"/>
          </a:p>
          <a:p>
            <a:pPr marL="914400" lvl="1" indent="-317500" algn="l" rtl="0">
              <a:lnSpc>
                <a:spcPct val="115000"/>
              </a:lnSpc>
              <a:spcBef>
                <a:spcPts val="0"/>
              </a:spcBef>
              <a:spcAft>
                <a:spcPts val="0"/>
              </a:spcAft>
              <a:buSzPts val="1400"/>
              <a:buChar char="○"/>
            </a:pPr>
            <a:r>
              <a:rPr lang="en" sz="1400"/>
              <a:t>Emotional reliance, multitasking, and academic pressure increase stress</a:t>
            </a:r>
            <a:endParaRPr sz="1400"/>
          </a:p>
          <a:p>
            <a:pPr marL="457200" lvl="0" indent="-317500" algn="l" rtl="0">
              <a:lnSpc>
                <a:spcPct val="115000"/>
              </a:lnSpc>
              <a:spcBef>
                <a:spcPts val="0"/>
              </a:spcBef>
              <a:spcAft>
                <a:spcPts val="0"/>
              </a:spcAft>
              <a:buSzPts val="1400"/>
              <a:buChar char="●"/>
            </a:pPr>
            <a:r>
              <a:rPr lang="en" sz="1400"/>
              <a:t>Guidance matters</a:t>
            </a:r>
            <a:endParaRPr sz="1400"/>
          </a:p>
          <a:p>
            <a:pPr marL="914400" lvl="1" indent="-317500" algn="l" rtl="0">
              <a:lnSpc>
                <a:spcPct val="115000"/>
              </a:lnSpc>
              <a:spcBef>
                <a:spcPts val="0"/>
              </a:spcBef>
              <a:spcAft>
                <a:spcPts val="0"/>
              </a:spcAft>
              <a:buSzPts val="1400"/>
              <a:buChar char="○"/>
            </a:pPr>
            <a:r>
              <a:rPr lang="en" sz="1400"/>
              <a:t>Parents and schools can promote offline activities, sleep hygiene, and purposeful device use</a:t>
            </a:r>
            <a:endParaRPr sz="1400"/>
          </a:p>
          <a:p>
            <a:pPr marL="914400" lvl="1" indent="-317500" algn="l" rtl="0">
              <a:lnSpc>
                <a:spcPct val="115000"/>
              </a:lnSpc>
              <a:spcBef>
                <a:spcPts val="0"/>
              </a:spcBef>
              <a:spcAft>
                <a:spcPts val="0"/>
              </a:spcAft>
              <a:buSzPts val="1400"/>
              <a:buChar char="○"/>
            </a:pPr>
            <a:r>
              <a:rPr lang="en" sz="1400"/>
              <a:t>Healthy habits allow teens to benefit from technology without harm</a:t>
            </a:r>
            <a:endParaRPr sz="1400"/>
          </a:p>
        </p:txBody>
      </p:sp>
      <p:grpSp>
        <p:nvGrpSpPr>
          <p:cNvPr id="1763" name="Google Shape;1763;p61"/>
          <p:cNvGrpSpPr/>
          <p:nvPr/>
        </p:nvGrpSpPr>
        <p:grpSpPr>
          <a:xfrm>
            <a:off x="4540965" y="445037"/>
            <a:ext cx="564714" cy="750503"/>
            <a:chOff x="7396503" y="613546"/>
            <a:chExt cx="736552" cy="978875"/>
          </a:xfrm>
        </p:grpSpPr>
        <p:sp>
          <p:nvSpPr>
            <p:cNvPr id="1764" name="Google Shape;1764;p61"/>
            <p:cNvSpPr/>
            <p:nvPr/>
          </p:nvSpPr>
          <p:spPr>
            <a:xfrm rot="-1149736">
              <a:off x="7458450" y="688837"/>
              <a:ext cx="537783" cy="468222"/>
            </a:xfrm>
            <a:custGeom>
              <a:avLst/>
              <a:gdLst/>
              <a:ahLst/>
              <a:cxnLst/>
              <a:rect l="l" t="t" r="r" b="b"/>
              <a:pathLst>
                <a:path w="6958" h="6058" extrusionOk="0">
                  <a:moveTo>
                    <a:pt x="3903" y="1"/>
                  </a:moveTo>
                  <a:cubicBezTo>
                    <a:pt x="3640" y="1"/>
                    <a:pt x="3429" y="195"/>
                    <a:pt x="3429" y="435"/>
                  </a:cubicBezTo>
                  <a:lnTo>
                    <a:pt x="3429" y="898"/>
                  </a:lnTo>
                  <a:cubicBezTo>
                    <a:pt x="3304" y="2429"/>
                    <a:pt x="2141" y="2828"/>
                    <a:pt x="2141" y="2828"/>
                  </a:cubicBezTo>
                  <a:lnTo>
                    <a:pt x="2141" y="2396"/>
                  </a:lnTo>
                  <a:lnTo>
                    <a:pt x="0" y="2396"/>
                  </a:lnTo>
                  <a:lnTo>
                    <a:pt x="0" y="6058"/>
                  </a:lnTo>
                  <a:lnTo>
                    <a:pt x="2141" y="6058"/>
                  </a:lnTo>
                  <a:lnTo>
                    <a:pt x="2141" y="5594"/>
                  </a:lnTo>
                  <a:cubicBezTo>
                    <a:pt x="2141" y="5594"/>
                    <a:pt x="2633" y="5935"/>
                    <a:pt x="4016" y="5954"/>
                  </a:cubicBezTo>
                  <a:cubicBezTo>
                    <a:pt x="4083" y="5985"/>
                    <a:pt x="4155" y="6006"/>
                    <a:pt x="4233" y="6006"/>
                  </a:cubicBezTo>
                  <a:lnTo>
                    <a:pt x="5862" y="6006"/>
                  </a:lnTo>
                  <a:cubicBezTo>
                    <a:pt x="6136" y="6006"/>
                    <a:pt x="6358" y="5782"/>
                    <a:pt x="6358" y="5508"/>
                  </a:cubicBezTo>
                  <a:cubicBezTo>
                    <a:pt x="6358" y="5335"/>
                    <a:pt x="6269" y="5183"/>
                    <a:pt x="6136" y="5094"/>
                  </a:cubicBezTo>
                  <a:cubicBezTo>
                    <a:pt x="6375" y="5057"/>
                    <a:pt x="6558" y="4853"/>
                    <a:pt x="6558" y="4605"/>
                  </a:cubicBezTo>
                  <a:cubicBezTo>
                    <a:pt x="6558" y="4433"/>
                    <a:pt x="6470" y="4281"/>
                    <a:pt x="6336" y="4192"/>
                  </a:cubicBezTo>
                  <a:cubicBezTo>
                    <a:pt x="6575" y="4154"/>
                    <a:pt x="6759" y="3951"/>
                    <a:pt x="6759" y="3702"/>
                  </a:cubicBezTo>
                  <a:cubicBezTo>
                    <a:pt x="6759" y="3530"/>
                    <a:pt x="6670" y="3378"/>
                    <a:pt x="6536" y="3287"/>
                  </a:cubicBezTo>
                  <a:cubicBezTo>
                    <a:pt x="6772" y="3252"/>
                    <a:pt x="6957" y="3049"/>
                    <a:pt x="6957" y="2800"/>
                  </a:cubicBezTo>
                  <a:cubicBezTo>
                    <a:pt x="6957" y="2525"/>
                    <a:pt x="6735" y="2301"/>
                    <a:pt x="6461" y="2301"/>
                  </a:cubicBezTo>
                  <a:lnTo>
                    <a:pt x="4831" y="2301"/>
                  </a:lnTo>
                  <a:cubicBezTo>
                    <a:pt x="4756" y="2301"/>
                    <a:pt x="4683" y="2321"/>
                    <a:pt x="4618" y="2352"/>
                  </a:cubicBezTo>
                  <a:lnTo>
                    <a:pt x="4284" y="2352"/>
                  </a:lnTo>
                  <a:cubicBezTo>
                    <a:pt x="4514" y="1683"/>
                    <a:pt x="4379" y="435"/>
                    <a:pt x="4379" y="435"/>
                  </a:cubicBezTo>
                  <a:cubicBezTo>
                    <a:pt x="4379" y="195"/>
                    <a:pt x="4166" y="1"/>
                    <a:pt x="39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5" name="Google Shape;1765;p61"/>
            <p:cNvGrpSpPr/>
            <p:nvPr/>
          </p:nvGrpSpPr>
          <p:grpSpPr>
            <a:xfrm>
              <a:off x="7650428" y="1131936"/>
              <a:ext cx="482627" cy="460485"/>
              <a:chOff x="543765" y="376748"/>
              <a:chExt cx="482627" cy="460485"/>
            </a:xfrm>
          </p:grpSpPr>
          <p:sp>
            <p:nvSpPr>
              <p:cNvPr id="1766" name="Google Shape;1766;p61"/>
              <p:cNvSpPr/>
              <p:nvPr/>
            </p:nvSpPr>
            <p:spPr>
              <a:xfrm>
                <a:off x="543765" y="534993"/>
                <a:ext cx="302354" cy="302240"/>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61"/>
              <p:cNvSpPr/>
              <p:nvPr/>
            </p:nvSpPr>
            <p:spPr>
              <a:xfrm>
                <a:off x="846124" y="376748"/>
                <a:ext cx="180268" cy="18019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68" name="Google Shape;1768;p61"/>
          <p:cNvGrpSpPr/>
          <p:nvPr/>
        </p:nvGrpSpPr>
        <p:grpSpPr>
          <a:xfrm rot="10576049">
            <a:off x="8364792" y="265350"/>
            <a:ext cx="438233" cy="387674"/>
            <a:chOff x="8114529" y="2756174"/>
            <a:chExt cx="438224" cy="387666"/>
          </a:xfrm>
        </p:grpSpPr>
        <p:sp>
          <p:nvSpPr>
            <p:cNvPr id="1769" name="Google Shape;1769;p61"/>
            <p:cNvSpPr/>
            <p:nvPr/>
          </p:nvSpPr>
          <p:spPr>
            <a:xfrm>
              <a:off x="8305031" y="2756175"/>
              <a:ext cx="247721" cy="247627"/>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61"/>
            <p:cNvSpPr/>
            <p:nvPr/>
          </p:nvSpPr>
          <p:spPr>
            <a:xfrm>
              <a:off x="8214477" y="3003802"/>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61"/>
            <p:cNvSpPr/>
            <p:nvPr/>
          </p:nvSpPr>
          <p:spPr>
            <a:xfrm>
              <a:off x="8114529" y="2756174"/>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2" name="Google Shape;1772;p61"/>
          <p:cNvGrpSpPr/>
          <p:nvPr/>
        </p:nvGrpSpPr>
        <p:grpSpPr>
          <a:xfrm rot="-548241">
            <a:off x="370665" y="3933826"/>
            <a:ext cx="762278" cy="556790"/>
            <a:chOff x="400909" y="2493843"/>
            <a:chExt cx="762286" cy="556796"/>
          </a:xfrm>
        </p:grpSpPr>
        <p:grpSp>
          <p:nvGrpSpPr>
            <p:cNvPr id="1773" name="Google Shape;1773;p61"/>
            <p:cNvGrpSpPr/>
            <p:nvPr/>
          </p:nvGrpSpPr>
          <p:grpSpPr>
            <a:xfrm rot="-463406">
              <a:off x="430907" y="2529837"/>
              <a:ext cx="568393" cy="484806"/>
              <a:chOff x="1680400" y="948625"/>
              <a:chExt cx="211775" cy="180625"/>
            </a:xfrm>
          </p:grpSpPr>
          <p:sp>
            <p:nvSpPr>
              <p:cNvPr id="1774" name="Google Shape;1774;p61"/>
              <p:cNvSpPr/>
              <p:nvPr/>
            </p:nvSpPr>
            <p:spPr>
              <a:xfrm>
                <a:off x="1680400" y="948700"/>
                <a:ext cx="211725" cy="180550"/>
              </a:xfrm>
              <a:custGeom>
                <a:avLst/>
                <a:gdLst/>
                <a:ahLst/>
                <a:cxnLst/>
                <a:rect l="l" t="t" r="r" b="b"/>
                <a:pathLst>
                  <a:path w="8469" h="7222" extrusionOk="0">
                    <a:moveTo>
                      <a:pt x="7855" y="0"/>
                    </a:moveTo>
                    <a:cubicBezTo>
                      <a:pt x="7855" y="0"/>
                      <a:pt x="8235" y="1897"/>
                      <a:pt x="2466" y="1897"/>
                    </a:cubicBezTo>
                    <a:cubicBezTo>
                      <a:pt x="1977" y="1897"/>
                      <a:pt x="1444" y="1883"/>
                      <a:pt x="863" y="1853"/>
                    </a:cubicBezTo>
                    <a:lnTo>
                      <a:pt x="16" y="2679"/>
                    </a:lnTo>
                    <a:lnTo>
                      <a:pt x="1" y="3859"/>
                    </a:lnTo>
                    <a:lnTo>
                      <a:pt x="826" y="4709"/>
                    </a:lnTo>
                    <a:cubicBezTo>
                      <a:pt x="948" y="4704"/>
                      <a:pt x="1070" y="4703"/>
                      <a:pt x="1188" y="4701"/>
                    </a:cubicBezTo>
                    <a:lnTo>
                      <a:pt x="2270" y="7192"/>
                    </a:lnTo>
                    <a:cubicBezTo>
                      <a:pt x="2270" y="7192"/>
                      <a:pt x="2419" y="7222"/>
                      <a:pt x="2619" y="7222"/>
                    </a:cubicBezTo>
                    <a:cubicBezTo>
                      <a:pt x="2892" y="7222"/>
                      <a:pt x="3263" y="7166"/>
                      <a:pt x="3487" y="6903"/>
                    </a:cubicBezTo>
                    <a:lnTo>
                      <a:pt x="3124" y="4732"/>
                    </a:lnTo>
                    <a:lnTo>
                      <a:pt x="3124" y="4732"/>
                    </a:lnTo>
                    <a:cubicBezTo>
                      <a:pt x="8162" y="5005"/>
                      <a:pt x="7770" y="6735"/>
                      <a:pt x="7770" y="6735"/>
                    </a:cubicBezTo>
                    <a:lnTo>
                      <a:pt x="8383" y="6743"/>
                    </a:lnTo>
                    <a:lnTo>
                      <a:pt x="8469" y="5"/>
                    </a:lnTo>
                    <a:lnTo>
                      <a:pt x="7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61"/>
              <p:cNvSpPr/>
              <p:nvPr/>
            </p:nvSpPr>
            <p:spPr>
              <a:xfrm>
                <a:off x="1680400" y="995025"/>
                <a:ext cx="77300" cy="71875"/>
              </a:xfrm>
              <a:custGeom>
                <a:avLst/>
                <a:gdLst/>
                <a:ahLst/>
                <a:cxnLst/>
                <a:rect l="l" t="t" r="r" b="b"/>
                <a:pathLst>
                  <a:path w="3092" h="2875" extrusionOk="0">
                    <a:moveTo>
                      <a:pt x="863" y="0"/>
                    </a:moveTo>
                    <a:lnTo>
                      <a:pt x="16" y="826"/>
                    </a:lnTo>
                    <a:lnTo>
                      <a:pt x="1" y="2006"/>
                    </a:lnTo>
                    <a:lnTo>
                      <a:pt x="826" y="2856"/>
                    </a:lnTo>
                    <a:cubicBezTo>
                      <a:pt x="1133" y="2848"/>
                      <a:pt x="1426" y="2844"/>
                      <a:pt x="1706" y="2844"/>
                    </a:cubicBezTo>
                    <a:cubicBezTo>
                      <a:pt x="2193" y="2844"/>
                      <a:pt x="2641" y="2855"/>
                      <a:pt x="3055" y="2875"/>
                    </a:cubicBezTo>
                    <a:lnTo>
                      <a:pt x="3092" y="35"/>
                    </a:lnTo>
                    <a:lnTo>
                      <a:pt x="3092" y="35"/>
                    </a:lnTo>
                    <a:cubicBezTo>
                      <a:pt x="2889" y="40"/>
                      <a:pt x="2679" y="43"/>
                      <a:pt x="2459" y="43"/>
                    </a:cubicBezTo>
                    <a:cubicBezTo>
                      <a:pt x="1972" y="43"/>
                      <a:pt x="1442" y="29"/>
                      <a:pt x="8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61"/>
              <p:cNvSpPr/>
              <p:nvPr/>
            </p:nvSpPr>
            <p:spPr>
              <a:xfrm>
                <a:off x="1874675" y="948625"/>
                <a:ext cx="17500" cy="168650"/>
              </a:xfrm>
              <a:custGeom>
                <a:avLst/>
                <a:gdLst/>
                <a:ahLst/>
                <a:cxnLst/>
                <a:rect l="l" t="t" r="r" b="b"/>
                <a:pathLst>
                  <a:path w="700" h="6746" extrusionOk="0">
                    <a:moveTo>
                      <a:pt x="87" y="0"/>
                    </a:moveTo>
                    <a:cubicBezTo>
                      <a:pt x="84" y="3"/>
                      <a:pt x="96" y="67"/>
                      <a:pt x="82" y="171"/>
                    </a:cubicBezTo>
                    <a:lnTo>
                      <a:pt x="2" y="6571"/>
                    </a:lnTo>
                    <a:cubicBezTo>
                      <a:pt x="16" y="6676"/>
                      <a:pt x="1" y="6738"/>
                      <a:pt x="1" y="6738"/>
                    </a:cubicBezTo>
                    <a:lnTo>
                      <a:pt x="615" y="6746"/>
                    </a:lnTo>
                    <a:lnTo>
                      <a:pt x="699" y="8"/>
                    </a:lnTo>
                    <a:lnTo>
                      <a:pt x="8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7" name="Google Shape;1777;p61"/>
            <p:cNvSpPr/>
            <p:nvPr/>
          </p:nvSpPr>
          <p:spPr>
            <a:xfrm>
              <a:off x="1029291" y="2583078"/>
              <a:ext cx="133905" cy="133854"/>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62"/>
                                        </p:tgtEl>
                                        <p:attrNameLst>
                                          <p:attrName>style.visibility</p:attrName>
                                        </p:attrNameLst>
                                      </p:cBhvr>
                                      <p:to>
                                        <p:strVal val="visible"/>
                                      </p:to>
                                    </p:set>
                                    <p:anim calcmode="lin" valueType="num">
                                      <p:cBhvr additive="base">
                                        <p:cTn id="7" dur="1000"/>
                                        <p:tgtEl>
                                          <p:spTgt spid="1762"/>
                                        </p:tgtEl>
                                        <p:attrNameLst>
                                          <p:attrName>ppt_y</p:attrName>
                                        </p:attrNameLst>
                                      </p:cBhvr>
                                      <p:tavLst>
                                        <p:tav tm="0">
                                          <p:val>
                                            <p:strVal val="#ppt_y+1"/>
                                          </p:val>
                                        </p:tav>
                                        <p:tav tm="100000">
                                          <p:val>
                                            <p:strVal val="#ppt_y"/>
                                          </p:val>
                                        </p:tav>
                                      </p:tavLst>
                                    </p:anim>
                                  </p:childTnLst>
                                </p:cTn>
                              </p:par>
                              <p:par>
                                <p:cTn id="8" presetID="23" presetClass="entr" presetSubtype="16" fill="hold" nodeType="withEffect">
                                  <p:stCondLst>
                                    <p:cond delay="0"/>
                                  </p:stCondLst>
                                  <p:childTnLst>
                                    <p:set>
                                      <p:cBhvr>
                                        <p:cTn id="9" dur="1" fill="hold">
                                          <p:stCondLst>
                                            <p:cond delay="0"/>
                                          </p:stCondLst>
                                        </p:cTn>
                                        <p:tgtEl>
                                          <p:spTgt spid="1763"/>
                                        </p:tgtEl>
                                        <p:attrNameLst>
                                          <p:attrName>style.visibility</p:attrName>
                                        </p:attrNameLst>
                                      </p:cBhvr>
                                      <p:to>
                                        <p:strVal val="visible"/>
                                      </p:to>
                                    </p:set>
                                    <p:anim calcmode="lin" valueType="num">
                                      <p:cBhvr additive="base">
                                        <p:cTn id="10" dur="1000"/>
                                        <p:tgtEl>
                                          <p:spTgt spid="1763"/>
                                        </p:tgtEl>
                                        <p:attrNameLst>
                                          <p:attrName>ppt_w</p:attrName>
                                        </p:attrNameLst>
                                      </p:cBhvr>
                                      <p:tavLst>
                                        <p:tav tm="0">
                                          <p:val>
                                            <p:strVal val="0"/>
                                          </p:val>
                                        </p:tav>
                                        <p:tav tm="100000">
                                          <p:val>
                                            <p:strVal val="#ppt_w"/>
                                          </p:val>
                                        </p:tav>
                                      </p:tavLst>
                                    </p:anim>
                                    <p:anim calcmode="lin" valueType="num">
                                      <p:cBhvr additive="base">
                                        <p:cTn id="11" dur="1000"/>
                                        <p:tgtEl>
                                          <p:spTgt spid="1763"/>
                                        </p:tgtEl>
                                        <p:attrNameLst>
                                          <p:attrName>ppt_h</p:attrName>
                                        </p:attrNameLst>
                                      </p:cBhvr>
                                      <p:tavLst>
                                        <p:tav tm="0">
                                          <p:val>
                                            <p:strVal val="0"/>
                                          </p:val>
                                        </p:tav>
                                        <p:tav tm="100000">
                                          <p:val>
                                            <p:strVal val="#ppt_h"/>
                                          </p:val>
                                        </p:tav>
                                      </p:tavLst>
                                    </p:anim>
                                  </p:childTnLst>
                                </p:cTn>
                              </p:par>
                              <p:par>
                                <p:cTn id="12" presetID="23" presetClass="entr" presetSubtype="16" fill="hold" nodeType="withEffect">
                                  <p:stCondLst>
                                    <p:cond delay="0"/>
                                  </p:stCondLst>
                                  <p:childTnLst>
                                    <p:set>
                                      <p:cBhvr>
                                        <p:cTn id="13" dur="1" fill="hold">
                                          <p:stCondLst>
                                            <p:cond delay="0"/>
                                          </p:stCondLst>
                                        </p:cTn>
                                        <p:tgtEl>
                                          <p:spTgt spid="1772"/>
                                        </p:tgtEl>
                                        <p:attrNameLst>
                                          <p:attrName>style.visibility</p:attrName>
                                        </p:attrNameLst>
                                      </p:cBhvr>
                                      <p:to>
                                        <p:strVal val="visible"/>
                                      </p:to>
                                    </p:set>
                                    <p:anim calcmode="lin" valueType="num">
                                      <p:cBhvr additive="base">
                                        <p:cTn id="14" dur="1000"/>
                                        <p:tgtEl>
                                          <p:spTgt spid="1772"/>
                                        </p:tgtEl>
                                        <p:attrNameLst>
                                          <p:attrName>ppt_w</p:attrName>
                                        </p:attrNameLst>
                                      </p:cBhvr>
                                      <p:tavLst>
                                        <p:tav tm="0">
                                          <p:val>
                                            <p:strVal val="0"/>
                                          </p:val>
                                        </p:tav>
                                        <p:tav tm="100000">
                                          <p:val>
                                            <p:strVal val="#ppt_w"/>
                                          </p:val>
                                        </p:tav>
                                      </p:tavLst>
                                    </p:anim>
                                    <p:anim calcmode="lin" valueType="num">
                                      <p:cBhvr additive="base">
                                        <p:cTn id="15" dur="1000"/>
                                        <p:tgtEl>
                                          <p:spTgt spid="177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81"/>
        <p:cNvGrpSpPr/>
        <p:nvPr/>
      </p:nvGrpSpPr>
      <p:grpSpPr>
        <a:xfrm>
          <a:off x="0" y="0"/>
          <a:ext cx="0" cy="0"/>
          <a:chOff x="0" y="0"/>
          <a:chExt cx="0" cy="0"/>
        </a:xfrm>
      </p:grpSpPr>
      <p:sp>
        <p:nvSpPr>
          <p:cNvPr id="1782" name="Google Shape;1782;p62"/>
          <p:cNvSpPr txBox="1">
            <a:spLocks noGrp="1"/>
          </p:cNvSpPr>
          <p:nvPr>
            <p:ph type="title"/>
          </p:nvPr>
        </p:nvSpPr>
        <p:spPr>
          <a:xfrm>
            <a:off x="720000" y="445025"/>
            <a:ext cx="7704000" cy="69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t>REFERENCES</a:t>
            </a:r>
            <a:endParaRPr sz="3600"/>
          </a:p>
        </p:txBody>
      </p:sp>
      <p:sp>
        <p:nvSpPr>
          <p:cNvPr id="1783" name="Google Shape;1783;p62"/>
          <p:cNvSpPr/>
          <p:nvPr/>
        </p:nvSpPr>
        <p:spPr>
          <a:xfrm>
            <a:off x="8230665" y="1820543"/>
            <a:ext cx="302354" cy="302240"/>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62"/>
          <p:cNvSpPr txBox="1"/>
          <p:nvPr/>
        </p:nvSpPr>
        <p:spPr>
          <a:xfrm>
            <a:off x="877950" y="1077050"/>
            <a:ext cx="7388100" cy="3429000"/>
          </a:xfrm>
          <a:prstGeom prst="rect">
            <a:avLst/>
          </a:prstGeom>
          <a:noFill/>
          <a:ln>
            <a:noFill/>
          </a:ln>
        </p:spPr>
        <p:txBody>
          <a:bodyPr spcFirstLastPara="1" wrap="square" lIns="91425" tIns="91425" rIns="91425" bIns="91425" anchor="t" anchorCtr="0">
            <a:noAutofit/>
          </a:bodyPr>
          <a:lstStyle/>
          <a:p>
            <a:pPr marL="457200" lvl="0" indent="-457200" algn="l" rtl="0">
              <a:lnSpc>
                <a:spcPct val="200000"/>
              </a:lnSpc>
              <a:spcBef>
                <a:spcPts val="0"/>
              </a:spcBef>
              <a:spcAft>
                <a:spcPts val="0"/>
              </a:spcAft>
              <a:buNone/>
            </a:pPr>
            <a:r>
              <a:rPr lang="en" sz="850">
                <a:latin typeface="DM Sans Light"/>
                <a:ea typeface="DM Sans Light"/>
                <a:cs typeface="DM Sans Light"/>
                <a:sym typeface="DM Sans Light"/>
              </a:rPr>
              <a:t>Amez, S., &amp; Baert, S. (2020). Smartphone use and academic performance: A literature review. </a:t>
            </a:r>
            <a:r>
              <a:rPr lang="en" sz="850" i="1">
                <a:latin typeface="DM Sans Light"/>
                <a:ea typeface="DM Sans Light"/>
                <a:cs typeface="DM Sans Light"/>
                <a:sym typeface="DM Sans Light"/>
              </a:rPr>
              <a:t>International Journal of Educational Research, 103</a:t>
            </a:r>
            <a:r>
              <a:rPr lang="en" sz="850">
                <a:latin typeface="DM Sans Light"/>
                <a:ea typeface="DM Sans Light"/>
                <a:cs typeface="DM Sans Light"/>
                <a:sym typeface="DM Sans Light"/>
              </a:rPr>
              <a:t>, 101618. https://doi.org/10.1016/j.ijer.2020.101618</a:t>
            </a:r>
            <a:endParaRPr sz="850" u="sng">
              <a:solidFill>
                <a:srgbClr val="096ADC"/>
              </a:solidFill>
              <a:latin typeface="DM Sans Light"/>
              <a:ea typeface="DM Sans Light"/>
              <a:cs typeface="DM Sans Light"/>
              <a:sym typeface="DM Sans Light"/>
            </a:endParaRPr>
          </a:p>
          <a:p>
            <a:pPr marL="457200" lvl="0" indent="-457200" algn="l" rtl="0">
              <a:lnSpc>
                <a:spcPct val="200000"/>
              </a:lnSpc>
              <a:spcBef>
                <a:spcPts val="0"/>
              </a:spcBef>
              <a:spcAft>
                <a:spcPts val="0"/>
              </a:spcAft>
              <a:buNone/>
            </a:pPr>
            <a:r>
              <a:rPr lang="en" sz="850">
                <a:latin typeface="DM Sans Light"/>
                <a:ea typeface="DM Sans Light"/>
                <a:cs typeface="DM Sans Light"/>
                <a:sym typeface="DM Sans Light"/>
              </a:rPr>
              <a:t>Arooj, I., Munir, I., &amp; Yasmeen, H. (2025). Physical and mental implications of mobile phone addiction. </a:t>
            </a:r>
            <a:r>
              <a:rPr lang="en" sz="850" i="1">
                <a:latin typeface="DM Sans Light"/>
                <a:ea typeface="DM Sans Light"/>
                <a:cs typeface="DM Sans Light"/>
                <a:sym typeface="DM Sans Light"/>
              </a:rPr>
              <a:t>Environmental Research, 238</a:t>
            </a:r>
            <a:r>
              <a:rPr lang="en" sz="850">
                <a:latin typeface="DM Sans Light"/>
                <a:ea typeface="DM Sans Light"/>
                <a:cs typeface="DM Sans Light"/>
                <a:sym typeface="DM Sans Light"/>
              </a:rPr>
              <a:t>, 117276. https://doi.org/10.1016/j.envres.2022.117276</a:t>
            </a:r>
            <a:endParaRPr sz="850" u="sng">
              <a:solidFill>
                <a:srgbClr val="096ADC"/>
              </a:solidFill>
              <a:latin typeface="DM Sans Light"/>
              <a:ea typeface="DM Sans Light"/>
              <a:cs typeface="DM Sans Light"/>
              <a:sym typeface="DM Sans Light"/>
            </a:endParaRPr>
          </a:p>
          <a:p>
            <a:pPr marL="457200" lvl="0" indent="-457200" algn="l" rtl="0">
              <a:lnSpc>
                <a:spcPct val="200000"/>
              </a:lnSpc>
              <a:spcBef>
                <a:spcPts val="0"/>
              </a:spcBef>
              <a:spcAft>
                <a:spcPts val="0"/>
              </a:spcAft>
              <a:buNone/>
            </a:pPr>
            <a:r>
              <a:rPr lang="en" sz="850">
                <a:latin typeface="DM Sans Light"/>
                <a:ea typeface="DM Sans Light"/>
                <a:cs typeface="DM Sans Light"/>
                <a:sym typeface="DM Sans Light"/>
              </a:rPr>
              <a:t>DataCamp. (2025, June 30). </a:t>
            </a:r>
            <a:r>
              <a:rPr lang="en" sz="850" i="1">
                <a:latin typeface="DM Sans Light"/>
                <a:ea typeface="DM Sans Light"/>
                <a:cs typeface="DM Sans Light"/>
                <a:sym typeface="DM Sans Light"/>
              </a:rPr>
              <a:t>Understanding RMSE: Root Mean Square Error in depth</a:t>
            </a:r>
            <a:r>
              <a:rPr lang="en" sz="850">
                <a:latin typeface="DM Sans Light"/>
                <a:ea typeface="DM Sans Light"/>
                <a:cs typeface="DM Sans Light"/>
                <a:sym typeface="DM Sans Light"/>
              </a:rPr>
              <a:t>. DataCamp. Retrieved from https://www.datacamp.com/tutorial/rmse</a:t>
            </a:r>
            <a:endParaRPr sz="850" u="sng">
              <a:solidFill>
                <a:srgbClr val="096ADC"/>
              </a:solidFill>
              <a:latin typeface="DM Sans Light"/>
              <a:ea typeface="DM Sans Light"/>
              <a:cs typeface="DM Sans Light"/>
              <a:sym typeface="DM Sans Light"/>
            </a:endParaRPr>
          </a:p>
          <a:p>
            <a:pPr marL="457200" lvl="0" indent="-457200" algn="l" rtl="0">
              <a:lnSpc>
                <a:spcPct val="200000"/>
              </a:lnSpc>
              <a:spcBef>
                <a:spcPts val="0"/>
              </a:spcBef>
              <a:spcAft>
                <a:spcPts val="0"/>
              </a:spcAft>
              <a:buNone/>
            </a:pPr>
            <a:r>
              <a:rPr lang="en" sz="850">
                <a:latin typeface="DM Sans Light"/>
                <a:ea typeface="DM Sans Light"/>
                <a:cs typeface="DM Sans Light"/>
                <a:sym typeface="DM Sans Light"/>
              </a:rPr>
              <a:t>Domoff, S. E., Foley, R. P., &amp; Ferkel, R. (2020). Addictive phone use and academic performance in adolescents. </a:t>
            </a:r>
            <a:r>
              <a:rPr lang="en" sz="850" i="1">
                <a:latin typeface="DM Sans Light"/>
                <a:ea typeface="DM Sans Light"/>
                <a:cs typeface="DM Sans Light"/>
                <a:sym typeface="DM Sans Light"/>
              </a:rPr>
              <a:t>Human Behavior and Emerging Technologies, 2</a:t>
            </a:r>
            <a:r>
              <a:rPr lang="en" sz="850">
                <a:latin typeface="DM Sans Light"/>
                <a:ea typeface="DM Sans Light"/>
                <a:cs typeface="DM Sans Light"/>
                <a:sym typeface="DM Sans Light"/>
              </a:rPr>
              <a:t>(1), 33–38. https://doi.org/10.1002/hbe2.171</a:t>
            </a:r>
            <a:endParaRPr sz="850" u="sng">
              <a:solidFill>
                <a:srgbClr val="096ADC"/>
              </a:solidFill>
              <a:latin typeface="DM Sans Light"/>
              <a:ea typeface="DM Sans Light"/>
              <a:cs typeface="DM Sans Light"/>
              <a:sym typeface="DM Sans Light"/>
            </a:endParaRPr>
          </a:p>
          <a:p>
            <a:pPr marL="457200" lvl="0" indent="-457200" algn="l" rtl="0">
              <a:lnSpc>
                <a:spcPct val="200000"/>
              </a:lnSpc>
              <a:spcBef>
                <a:spcPts val="0"/>
              </a:spcBef>
              <a:spcAft>
                <a:spcPts val="0"/>
              </a:spcAft>
              <a:buNone/>
            </a:pPr>
            <a:r>
              <a:rPr lang="en" sz="850">
                <a:latin typeface="DM Sans Light"/>
                <a:ea typeface="DM Sans Light"/>
                <a:cs typeface="DM Sans Light"/>
                <a:sym typeface="DM Sans Light"/>
              </a:rPr>
              <a:t>EasyMedStat. (n.d.). </a:t>
            </a:r>
            <a:r>
              <a:rPr lang="en" sz="850" i="1">
                <a:latin typeface="DM Sans Light"/>
                <a:ea typeface="DM Sans Light"/>
                <a:cs typeface="DM Sans Light"/>
                <a:sym typeface="DM Sans Light"/>
              </a:rPr>
              <a:t>Dunn-Bonferroni post-hoc test</a:t>
            </a:r>
            <a:r>
              <a:rPr lang="en" sz="850">
                <a:latin typeface="DM Sans Light"/>
                <a:ea typeface="DM Sans Light"/>
                <a:cs typeface="DM Sans Light"/>
                <a:sym typeface="DM Sans Light"/>
              </a:rPr>
              <a:t>. EasyMedStat. Retrieved from https://help.easymedstat.com/support/solutions/articles/77000536997-dunn-bonferroni-post-hoc-test#:~:text=The%20Dunn%2DBonferroni%20post%2Dhoc,analysis%20of%20variance%20(ANOVA)</a:t>
            </a:r>
            <a:r>
              <a:rPr lang="en" sz="850">
                <a:solidFill>
                  <a:srgbClr val="096ADC"/>
                </a:solidFill>
                <a:latin typeface="DM Sans Light"/>
                <a:ea typeface="DM Sans Light"/>
                <a:cs typeface="DM Sans Light"/>
                <a:sym typeface="DM Sans Light"/>
              </a:rPr>
              <a:t>.</a:t>
            </a:r>
            <a:endParaRPr sz="850">
              <a:solidFill>
                <a:srgbClr val="096ADC"/>
              </a:solidFill>
              <a:latin typeface="DM Sans Light"/>
              <a:ea typeface="DM Sans Light"/>
              <a:cs typeface="DM Sans Light"/>
              <a:sym typeface="DM Sans Light"/>
            </a:endParaRPr>
          </a:p>
          <a:p>
            <a:pPr marL="457200" lvl="0" indent="-457200" algn="l" rtl="0">
              <a:lnSpc>
                <a:spcPct val="200000"/>
              </a:lnSpc>
              <a:spcBef>
                <a:spcPts val="0"/>
              </a:spcBef>
              <a:spcAft>
                <a:spcPts val="0"/>
              </a:spcAft>
              <a:buNone/>
            </a:pPr>
            <a:r>
              <a:rPr lang="en" sz="850">
                <a:latin typeface="DM Sans Light"/>
                <a:ea typeface="DM Sans Light"/>
                <a:cs typeface="DM Sans Light"/>
                <a:sym typeface="DM Sans Light"/>
              </a:rPr>
              <a:t>Fantom, L. (2023, June 4). </a:t>
            </a:r>
            <a:r>
              <a:rPr lang="en" sz="850" i="1">
                <a:latin typeface="DM Sans Light"/>
                <a:ea typeface="DM Sans Light"/>
                <a:cs typeface="DM Sans Light"/>
                <a:sym typeface="DM Sans Light"/>
              </a:rPr>
              <a:t>Beginner’s guide to pairwise correlation: Pearson correlation coefficient</a:t>
            </a:r>
            <a:r>
              <a:rPr lang="en" sz="850">
                <a:latin typeface="DM Sans Light"/>
                <a:ea typeface="DM Sans Light"/>
                <a:cs typeface="DM Sans Light"/>
                <a:sym typeface="DM Sans Light"/>
              </a:rPr>
              <a:t>. Medium. Retrieved from https://medium.com/@lewis.fantom9291/beginners-guide-to-pairwise-correlation-pearson-correlation-coefficient-8a7a832c2bfd</a:t>
            </a:r>
            <a:endParaRPr sz="850" u="sng">
              <a:solidFill>
                <a:srgbClr val="096ADC"/>
              </a:solidFill>
              <a:latin typeface="DM Sans Light"/>
              <a:ea typeface="DM Sans Light"/>
              <a:cs typeface="DM Sans Light"/>
              <a:sym typeface="DM Sans Light"/>
            </a:endParaRPr>
          </a:p>
          <a:p>
            <a:pPr marL="457200" lvl="0" indent="-457200" algn="l" rtl="0">
              <a:lnSpc>
                <a:spcPct val="200000"/>
              </a:lnSpc>
              <a:spcBef>
                <a:spcPts val="0"/>
              </a:spcBef>
              <a:spcAft>
                <a:spcPts val="0"/>
              </a:spcAft>
              <a:buNone/>
            </a:pPr>
            <a:endParaRPr sz="800" u="sng">
              <a:solidFill>
                <a:srgbClr val="096ADC"/>
              </a:solidFill>
              <a:latin typeface="DM Sans Light"/>
              <a:ea typeface="DM Sans Light"/>
              <a:cs typeface="DM Sans Light"/>
              <a:sym typeface="DM Sans Light"/>
            </a:endParaRPr>
          </a:p>
          <a:p>
            <a:pPr marL="457200" lvl="0" indent="-457200" algn="l" rtl="0">
              <a:lnSpc>
                <a:spcPct val="200000"/>
              </a:lnSpc>
              <a:spcBef>
                <a:spcPts val="0"/>
              </a:spcBef>
              <a:spcAft>
                <a:spcPts val="0"/>
              </a:spcAft>
              <a:buNone/>
            </a:pPr>
            <a:endParaRPr sz="800" u="sng">
              <a:solidFill>
                <a:srgbClr val="096ADC"/>
              </a:solidFill>
              <a:latin typeface="DM Sans Light"/>
              <a:ea typeface="DM Sans Light"/>
              <a:cs typeface="DM Sans Light"/>
              <a:sym typeface="DM Sans Light"/>
            </a:endParaRPr>
          </a:p>
          <a:p>
            <a:pPr marL="457200" lvl="0" indent="-457200" algn="l" rtl="0">
              <a:lnSpc>
                <a:spcPct val="200000"/>
              </a:lnSpc>
              <a:spcBef>
                <a:spcPts val="0"/>
              </a:spcBef>
              <a:spcAft>
                <a:spcPts val="0"/>
              </a:spcAft>
              <a:buNone/>
            </a:pPr>
            <a:endParaRPr sz="800">
              <a:solidFill>
                <a:schemeClr val="dk1"/>
              </a:solidFill>
              <a:latin typeface="DM Sans"/>
              <a:ea typeface="DM Sans"/>
              <a:cs typeface="DM Sans"/>
              <a:sym typeface="DM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84"/>
                                        </p:tgtEl>
                                        <p:attrNameLst>
                                          <p:attrName>style.visibility</p:attrName>
                                        </p:attrNameLst>
                                      </p:cBhvr>
                                      <p:to>
                                        <p:strVal val="visible"/>
                                      </p:to>
                                    </p:set>
                                    <p:anim calcmode="lin" valueType="num">
                                      <p:cBhvr additive="base">
                                        <p:cTn id="7" dur="1000"/>
                                        <p:tgtEl>
                                          <p:spTgt spid="178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88"/>
        <p:cNvGrpSpPr/>
        <p:nvPr/>
      </p:nvGrpSpPr>
      <p:grpSpPr>
        <a:xfrm>
          <a:off x="0" y="0"/>
          <a:ext cx="0" cy="0"/>
          <a:chOff x="0" y="0"/>
          <a:chExt cx="0" cy="0"/>
        </a:xfrm>
      </p:grpSpPr>
      <p:sp>
        <p:nvSpPr>
          <p:cNvPr id="1789" name="Google Shape;1789;p63"/>
          <p:cNvSpPr txBox="1">
            <a:spLocks noGrp="1"/>
          </p:cNvSpPr>
          <p:nvPr>
            <p:ph type="title"/>
          </p:nvPr>
        </p:nvSpPr>
        <p:spPr>
          <a:xfrm>
            <a:off x="720000" y="445025"/>
            <a:ext cx="7704000" cy="69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t>REFERENCES CONT.</a:t>
            </a:r>
            <a:endParaRPr sz="3600"/>
          </a:p>
        </p:txBody>
      </p:sp>
      <p:grpSp>
        <p:nvGrpSpPr>
          <p:cNvPr id="1790" name="Google Shape;1790;p63"/>
          <p:cNvGrpSpPr/>
          <p:nvPr/>
        </p:nvGrpSpPr>
        <p:grpSpPr>
          <a:xfrm>
            <a:off x="8012967" y="865283"/>
            <a:ext cx="723701" cy="484815"/>
            <a:chOff x="2568593" y="4127352"/>
            <a:chExt cx="831936" cy="557322"/>
          </a:xfrm>
        </p:grpSpPr>
        <p:sp>
          <p:nvSpPr>
            <p:cNvPr id="1791" name="Google Shape;1791;p63"/>
            <p:cNvSpPr/>
            <p:nvPr/>
          </p:nvSpPr>
          <p:spPr>
            <a:xfrm>
              <a:off x="2568593" y="4127352"/>
              <a:ext cx="831936" cy="557322"/>
            </a:xfrm>
            <a:custGeom>
              <a:avLst/>
              <a:gdLst/>
              <a:ahLst/>
              <a:cxnLst/>
              <a:rect l="l" t="t" r="r" b="b"/>
              <a:pathLst>
                <a:path w="10033" h="6721" extrusionOk="0">
                  <a:moveTo>
                    <a:pt x="921" y="1"/>
                  </a:moveTo>
                  <a:cubicBezTo>
                    <a:pt x="413" y="1"/>
                    <a:pt x="1" y="411"/>
                    <a:pt x="1" y="921"/>
                  </a:cubicBezTo>
                  <a:lnTo>
                    <a:pt x="1" y="3679"/>
                  </a:lnTo>
                  <a:cubicBezTo>
                    <a:pt x="1" y="4186"/>
                    <a:pt x="411" y="4599"/>
                    <a:pt x="921" y="4599"/>
                  </a:cubicBezTo>
                  <a:lnTo>
                    <a:pt x="1720" y="4599"/>
                  </a:lnTo>
                  <a:lnTo>
                    <a:pt x="383" y="6721"/>
                  </a:lnTo>
                  <a:lnTo>
                    <a:pt x="3404" y="4599"/>
                  </a:lnTo>
                  <a:lnTo>
                    <a:pt x="9112" y="4599"/>
                  </a:lnTo>
                  <a:cubicBezTo>
                    <a:pt x="9619" y="4599"/>
                    <a:pt x="10033" y="4189"/>
                    <a:pt x="10033" y="3679"/>
                  </a:cubicBezTo>
                  <a:lnTo>
                    <a:pt x="10033" y="921"/>
                  </a:lnTo>
                  <a:cubicBezTo>
                    <a:pt x="10030" y="413"/>
                    <a:pt x="9617" y="1"/>
                    <a:pt x="91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63"/>
            <p:cNvSpPr/>
            <p:nvPr/>
          </p:nvSpPr>
          <p:spPr>
            <a:xfrm>
              <a:off x="3000440" y="4247424"/>
              <a:ext cx="148178" cy="141134"/>
            </a:xfrm>
            <a:custGeom>
              <a:avLst/>
              <a:gdLst/>
              <a:ahLst/>
              <a:cxnLst/>
              <a:rect l="l" t="t" r="r" b="b"/>
              <a:pathLst>
                <a:path w="1787" h="1702" extrusionOk="0">
                  <a:moveTo>
                    <a:pt x="484" y="1"/>
                  </a:moveTo>
                  <a:cubicBezTo>
                    <a:pt x="459" y="1"/>
                    <a:pt x="432" y="2"/>
                    <a:pt x="402" y="4"/>
                  </a:cubicBezTo>
                  <a:cubicBezTo>
                    <a:pt x="227" y="22"/>
                    <a:pt x="24" y="180"/>
                    <a:pt x="1" y="489"/>
                  </a:cubicBezTo>
                  <a:lnTo>
                    <a:pt x="1" y="590"/>
                  </a:lnTo>
                  <a:cubicBezTo>
                    <a:pt x="23" y="885"/>
                    <a:pt x="245" y="1246"/>
                    <a:pt x="895" y="1701"/>
                  </a:cubicBezTo>
                  <a:cubicBezTo>
                    <a:pt x="1542" y="1246"/>
                    <a:pt x="1765" y="885"/>
                    <a:pt x="1787" y="590"/>
                  </a:cubicBezTo>
                  <a:lnTo>
                    <a:pt x="1787" y="489"/>
                  </a:lnTo>
                  <a:cubicBezTo>
                    <a:pt x="1763" y="182"/>
                    <a:pt x="1562" y="22"/>
                    <a:pt x="1385" y="4"/>
                  </a:cubicBezTo>
                  <a:cubicBezTo>
                    <a:pt x="1356" y="2"/>
                    <a:pt x="1330" y="1"/>
                    <a:pt x="1304" y="1"/>
                  </a:cubicBezTo>
                  <a:cubicBezTo>
                    <a:pt x="1102" y="1"/>
                    <a:pt x="1004" y="88"/>
                    <a:pt x="895" y="222"/>
                  </a:cubicBezTo>
                  <a:cubicBezTo>
                    <a:pt x="783" y="88"/>
                    <a:pt x="687" y="1"/>
                    <a:pt x="4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3" name="Google Shape;1793;p63"/>
            <p:cNvGrpSpPr/>
            <p:nvPr/>
          </p:nvGrpSpPr>
          <p:grpSpPr>
            <a:xfrm>
              <a:off x="2811963" y="4290958"/>
              <a:ext cx="515928" cy="98927"/>
              <a:chOff x="2811963" y="4290958"/>
              <a:chExt cx="515928" cy="98927"/>
            </a:xfrm>
          </p:grpSpPr>
          <p:sp>
            <p:nvSpPr>
              <p:cNvPr id="1794" name="Google Shape;1794;p63"/>
              <p:cNvSpPr/>
              <p:nvPr/>
            </p:nvSpPr>
            <p:spPr>
              <a:xfrm>
                <a:off x="2811963" y="4290958"/>
                <a:ext cx="45357" cy="97683"/>
              </a:xfrm>
              <a:custGeom>
                <a:avLst/>
                <a:gdLst/>
                <a:ahLst/>
                <a:cxnLst/>
                <a:rect l="l" t="t" r="r" b="b"/>
                <a:pathLst>
                  <a:path w="547" h="1178" extrusionOk="0">
                    <a:moveTo>
                      <a:pt x="275" y="1"/>
                    </a:moveTo>
                    <a:cubicBezTo>
                      <a:pt x="94" y="1"/>
                      <a:pt x="2" y="106"/>
                      <a:pt x="2" y="293"/>
                    </a:cubicBezTo>
                    <a:lnTo>
                      <a:pt x="2" y="406"/>
                    </a:lnTo>
                    <a:lnTo>
                      <a:pt x="174" y="406"/>
                    </a:lnTo>
                    <a:lnTo>
                      <a:pt x="174" y="282"/>
                    </a:lnTo>
                    <a:cubicBezTo>
                      <a:pt x="174" y="199"/>
                      <a:pt x="212" y="167"/>
                      <a:pt x="269" y="167"/>
                    </a:cubicBezTo>
                    <a:cubicBezTo>
                      <a:pt x="327" y="167"/>
                      <a:pt x="364" y="195"/>
                      <a:pt x="364" y="299"/>
                    </a:cubicBezTo>
                    <a:cubicBezTo>
                      <a:pt x="364" y="634"/>
                      <a:pt x="1" y="692"/>
                      <a:pt x="1" y="1034"/>
                    </a:cubicBezTo>
                    <a:lnTo>
                      <a:pt x="1" y="1178"/>
                    </a:lnTo>
                    <a:lnTo>
                      <a:pt x="530" y="1178"/>
                    </a:lnTo>
                    <a:lnTo>
                      <a:pt x="530" y="1010"/>
                    </a:lnTo>
                    <a:lnTo>
                      <a:pt x="183" y="1010"/>
                    </a:lnTo>
                    <a:cubicBezTo>
                      <a:pt x="182" y="1003"/>
                      <a:pt x="182" y="994"/>
                      <a:pt x="182" y="987"/>
                    </a:cubicBezTo>
                    <a:cubicBezTo>
                      <a:pt x="182" y="795"/>
                      <a:pt x="547" y="660"/>
                      <a:pt x="547" y="293"/>
                    </a:cubicBezTo>
                    <a:cubicBezTo>
                      <a:pt x="547" y="106"/>
                      <a:pt x="455" y="1"/>
                      <a:pt x="2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63"/>
              <p:cNvSpPr/>
              <p:nvPr/>
            </p:nvSpPr>
            <p:spPr>
              <a:xfrm>
                <a:off x="2865446" y="4290958"/>
                <a:ext cx="46186" cy="98927"/>
              </a:xfrm>
              <a:custGeom>
                <a:avLst/>
                <a:gdLst/>
                <a:ahLst/>
                <a:cxnLst/>
                <a:rect l="l" t="t" r="r" b="b"/>
                <a:pathLst>
                  <a:path w="557" h="1193" extrusionOk="0">
                    <a:moveTo>
                      <a:pt x="278" y="167"/>
                    </a:moveTo>
                    <a:cubicBezTo>
                      <a:pt x="336" y="167"/>
                      <a:pt x="373" y="199"/>
                      <a:pt x="373" y="282"/>
                    </a:cubicBezTo>
                    <a:lnTo>
                      <a:pt x="373" y="911"/>
                    </a:lnTo>
                    <a:cubicBezTo>
                      <a:pt x="373" y="994"/>
                      <a:pt x="336" y="1025"/>
                      <a:pt x="278" y="1025"/>
                    </a:cubicBezTo>
                    <a:cubicBezTo>
                      <a:pt x="220" y="1025"/>
                      <a:pt x="183" y="994"/>
                      <a:pt x="183" y="911"/>
                    </a:cubicBezTo>
                    <a:lnTo>
                      <a:pt x="183" y="282"/>
                    </a:lnTo>
                    <a:cubicBezTo>
                      <a:pt x="183" y="199"/>
                      <a:pt x="220" y="167"/>
                      <a:pt x="278" y="167"/>
                    </a:cubicBezTo>
                    <a:close/>
                    <a:moveTo>
                      <a:pt x="278" y="1"/>
                    </a:moveTo>
                    <a:cubicBezTo>
                      <a:pt x="99" y="1"/>
                      <a:pt x="1" y="106"/>
                      <a:pt x="1" y="293"/>
                    </a:cubicBezTo>
                    <a:lnTo>
                      <a:pt x="1" y="899"/>
                    </a:lnTo>
                    <a:cubicBezTo>
                      <a:pt x="1" y="1086"/>
                      <a:pt x="99" y="1193"/>
                      <a:pt x="278" y="1193"/>
                    </a:cubicBezTo>
                    <a:cubicBezTo>
                      <a:pt x="457" y="1193"/>
                      <a:pt x="557" y="1086"/>
                      <a:pt x="557" y="899"/>
                    </a:cubicBezTo>
                    <a:lnTo>
                      <a:pt x="557" y="293"/>
                    </a:lnTo>
                    <a:cubicBezTo>
                      <a:pt x="557" y="106"/>
                      <a:pt x="457" y="1"/>
                      <a:pt x="2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63"/>
              <p:cNvSpPr/>
              <p:nvPr/>
            </p:nvSpPr>
            <p:spPr>
              <a:xfrm>
                <a:off x="2919925" y="4290958"/>
                <a:ext cx="46186" cy="98927"/>
              </a:xfrm>
              <a:custGeom>
                <a:avLst/>
                <a:gdLst/>
                <a:ahLst/>
                <a:cxnLst/>
                <a:rect l="l" t="t" r="r" b="b"/>
                <a:pathLst>
                  <a:path w="557" h="1193" extrusionOk="0">
                    <a:moveTo>
                      <a:pt x="279" y="167"/>
                    </a:moveTo>
                    <a:cubicBezTo>
                      <a:pt x="337" y="167"/>
                      <a:pt x="374" y="199"/>
                      <a:pt x="374" y="282"/>
                    </a:cubicBezTo>
                    <a:lnTo>
                      <a:pt x="374" y="911"/>
                    </a:lnTo>
                    <a:cubicBezTo>
                      <a:pt x="374" y="994"/>
                      <a:pt x="337" y="1025"/>
                      <a:pt x="279" y="1025"/>
                    </a:cubicBezTo>
                    <a:cubicBezTo>
                      <a:pt x="221" y="1025"/>
                      <a:pt x="184" y="994"/>
                      <a:pt x="184" y="911"/>
                    </a:cubicBezTo>
                    <a:lnTo>
                      <a:pt x="184" y="282"/>
                    </a:lnTo>
                    <a:cubicBezTo>
                      <a:pt x="184" y="199"/>
                      <a:pt x="221" y="167"/>
                      <a:pt x="279" y="167"/>
                    </a:cubicBezTo>
                    <a:close/>
                    <a:moveTo>
                      <a:pt x="279" y="1"/>
                    </a:moveTo>
                    <a:cubicBezTo>
                      <a:pt x="100" y="1"/>
                      <a:pt x="1" y="106"/>
                      <a:pt x="1" y="293"/>
                    </a:cubicBezTo>
                    <a:lnTo>
                      <a:pt x="1" y="899"/>
                    </a:lnTo>
                    <a:cubicBezTo>
                      <a:pt x="1" y="1086"/>
                      <a:pt x="100" y="1193"/>
                      <a:pt x="279" y="1193"/>
                    </a:cubicBezTo>
                    <a:cubicBezTo>
                      <a:pt x="459" y="1193"/>
                      <a:pt x="557" y="1086"/>
                      <a:pt x="557" y="899"/>
                    </a:cubicBezTo>
                    <a:lnTo>
                      <a:pt x="557" y="293"/>
                    </a:lnTo>
                    <a:cubicBezTo>
                      <a:pt x="557" y="106"/>
                      <a:pt x="459" y="1"/>
                      <a:pt x="2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63"/>
              <p:cNvSpPr/>
              <p:nvPr/>
            </p:nvSpPr>
            <p:spPr>
              <a:xfrm>
                <a:off x="3172582" y="4290958"/>
                <a:ext cx="46269" cy="98927"/>
              </a:xfrm>
              <a:custGeom>
                <a:avLst/>
                <a:gdLst/>
                <a:ahLst/>
                <a:cxnLst/>
                <a:rect l="l" t="t" r="r" b="b"/>
                <a:pathLst>
                  <a:path w="558" h="1193" extrusionOk="0">
                    <a:moveTo>
                      <a:pt x="279" y="586"/>
                    </a:moveTo>
                    <a:cubicBezTo>
                      <a:pt x="337" y="586"/>
                      <a:pt x="374" y="617"/>
                      <a:pt x="374" y="701"/>
                    </a:cubicBezTo>
                    <a:lnTo>
                      <a:pt x="374" y="911"/>
                    </a:lnTo>
                    <a:cubicBezTo>
                      <a:pt x="374" y="994"/>
                      <a:pt x="337" y="1024"/>
                      <a:pt x="279" y="1024"/>
                    </a:cubicBezTo>
                    <a:cubicBezTo>
                      <a:pt x="221" y="1024"/>
                      <a:pt x="184" y="994"/>
                      <a:pt x="184" y="911"/>
                    </a:cubicBezTo>
                    <a:lnTo>
                      <a:pt x="184" y="701"/>
                    </a:lnTo>
                    <a:cubicBezTo>
                      <a:pt x="184" y="617"/>
                      <a:pt x="221" y="586"/>
                      <a:pt x="279" y="586"/>
                    </a:cubicBezTo>
                    <a:close/>
                    <a:moveTo>
                      <a:pt x="280" y="1"/>
                    </a:moveTo>
                    <a:cubicBezTo>
                      <a:pt x="89" y="1"/>
                      <a:pt x="0" y="106"/>
                      <a:pt x="0" y="303"/>
                    </a:cubicBezTo>
                    <a:lnTo>
                      <a:pt x="2" y="303"/>
                    </a:lnTo>
                    <a:lnTo>
                      <a:pt x="2" y="899"/>
                    </a:lnTo>
                    <a:cubicBezTo>
                      <a:pt x="2" y="1086"/>
                      <a:pt x="101" y="1193"/>
                      <a:pt x="280" y="1193"/>
                    </a:cubicBezTo>
                    <a:cubicBezTo>
                      <a:pt x="460" y="1193"/>
                      <a:pt x="557" y="1086"/>
                      <a:pt x="557" y="899"/>
                    </a:cubicBezTo>
                    <a:lnTo>
                      <a:pt x="557" y="686"/>
                    </a:lnTo>
                    <a:cubicBezTo>
                      <a:pt x="557" y="514"/>
                      <a:pt x="489" y="419"/>
                      <a:pt x="354" y="419"/>
                    </a:cubicBezTo>
                    <a:cubicBezTo>
                      <a:pt x="273" y="419"/>
                      <a:pt x="215" y="456"/>
                      <a:pt x="184" y="523"/>
                    </a:cubicBezTo>
                    <a:lnTo>
                      <a:pt x="184" y="311"/>
                    </a:lnTo>
                    <a:cubicBezTo>
                      <a:pt x="184" y="199"/>
                      <a:pt x="221" y="167"/>
                      <a:pt x="286" y="167"/>
                    </a:cubicBezTo>
                    <a:cubicBezTo>
                      <a:pt x="343" y="167"/>
                      <a:pt x="380" y="199"/>
                      <a:pt x="380" y="282"/>
                    </a:cubicBezTo>
                    <a:lnTo>
                      <a:pt x="380" y="322"/>
                    </a:lnTo>
                    <a:lnTo>
                      <a:pt x="553" y="322"/>
                    </a:lnTo>
                    <a:lnTo>
                      <a:pt x="553" y="293"/>
                    </a:lnTo>
                    <a:cubicBezTo>
                      <a:pt x="553" y="106"/>
                      <a:pt x="460" y="1"/>
                      <a:pt x="2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63"/>
              <p:cNvSpPr/>
              <p:nvPr/>
            </p:nvSpPr>
            <p:spPr>
              <a:xfrm>
                <a:off x="3226977" y="4290958"/>
                <a:ext cx="46186" cy="98927"/>
              </a:xfrm>
              <a:custGeom>
                <a:avLst/>
                <a:gdLst/>
                <a:ahLst/>
                <a:cxnLst/>
                <a:rect l="l" t="t" r="r" b="b"/>
                <a:pathLst>
                  <a:path w="557" h="1193" extrusionOk="0">
                    <a:moveTo>
                      <a:pt x="278" y="167"/>
                    </a:moveTo>
                    <a:cubicBezTo>
                      <a:pt x="336" y="167"/>
                      <a:pt x="373" y="199"/>
                      <a:pt x="373" y="282"/>
                    </a:cubicBezTo>
                    <a:lnTo>
                      <a:pt x="373" y="911"/>
                    </a:lnTo>
                    <a:cubicBezTo>
                      <a:pt x="373" y="994"/>
                      <a:pt x="336" y="1025"/>
                      <a:pt x="278" y="1025"/>
                    </a:cubicBezTo>
                    <a:cubicBezTo>
                      <a:pt x="220" y="1025"/>
                      <a:pt x="183" y="994"/>
                      <a:pt x="183" y="911"/>
                    </a:cubicBezTo>
                    <a:lnTo>
                      <a:pt x="183" y="282"/>
                    </a:lnTo>
                    <a:cubicBezTo>
                      <a:pt x="183" y="199"/>
                      <a:pt x="220" y="167"/>
                      <a:pt x="278" y="167"/>
                    </a:cubicBezTo>
                    <a:close/>
                    <a:moveTo>
                      <a:pt x="278" y="1"/>
                    </a:moveTo>
                    <a:cubicBezTo>
                      <a:pt x="99" y="1"/>
                      <a:pt x="1" y="106"/>
                      <a:pt x="1" y="293"/>
                    </a:cubicBezTo>
                    <a:lnTo>
                      <a:pt x="1" y="899"/>
                    </a:lnTo>
                    <a:cubicBezTo>
                      <a:pt x="1" y="1086"/>
                      <a:pt x="99" y="1193"/>
                      <a:pt x="278" y="1193"/>
                    </a:cubicBezTo>
                    <a:cubicBezTo>
                      <a:pt x="459" y="1193"/>
                      <a:pt x="557" y="1086"/>
                      <a:pt x="557" y="899"/>
                    </a:cubicBezTo>
                    <a:lnTo>
                      <a:pt x="557" y="293"/>
                    </a:lnTo>
                    <a:cubicBezTo>
                      <a:pt x="557" y="106"/>
                      <a:pt x="459" y="1"/>
                      <a:pt x="2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63"/>
              <p:cNvSpPr/>
              <p:nvPr/>
            </p:nvSpPr>
            <p:spPr>
              <a:xfrm>
                <a:off x="3281705" y="4290958"/>
                <a:ext cx="46186" cy="98927"/>
              </a:xfrm>
              <a:custGeom>
                <a:avLst/>
                <a:gdLst/>
                <a:ahLst/>
                <a:cxnLst/>
                <a:rect l="l" t="t" r="r" b="b"/>
                <a:pathLst>
                  <a:path w="557" h="1193" extrusionOk="0">
                    <a:moveTo>
                      <a:pt x="278" y="167"/>
                    </a:moveTo>
                    <a:cubicBezTo>
                      <a:pt x="336" y="167"/>
                      <a:pt x="373" y="199"/>
                      <a:pt x="373" y="282"/>
                    </a:cubicBezTo>
                    <a:lnTo>
                      <a:pt x="373" y="911"/>
                    </a:lnTo>
                    <a:cubicBezTo>
                      <a:pt x="373" y="994"/>
                      <a:pt x="336" y="1025"/>
                      <a:pt x="278" y="1025"/>
                    </a:cubicBezTo>
                    <a:cubicBezTo>
                      <a:pt x="221" y="1025"/>
                      <a:pt x="184" y="994"/>
                      <a:pt x="184" y="911"/>
                    </a:cubicBezTo>
                    <a:lnTo>
                      <a:pt x="184" y="282"/>
                    </a:lnTo>
                    <a:cubicBezTo>
                      <a:pt x="184" y="199"/>
                      <a:pt x="221" y="167"/>
                      <a:pt x="278" y="167"/>
                    </a:cubicBezTo>
                    <a:close/>
                    <a:moveTo>
                      <a:pt x="278" y="1"/>
                    </a:moveTo>
                    <a:cubicBezTo>
                      <a:pt x="98" y="1"/>
                      <a:pt x="1" y="106"/>
                      <a:pt x="1" y="293"/>
                    </a:cubicBezTo>
                    <a:lnTo>
                      <a:pt x="1" y="899"/>
                    </a:lnTo>
                    <a:cubicBezTo>
                      <a:pt x="1" y="1086"/>
                      <a:pt x="98" y="1193"/>
                      <a:pt x="278" y="1193"/>
                    </a:cubicBezTo>
                    <a:cubicBezTo>
                      <a:pt x="459" y="1193"/>
                      <a:pt x="556" y="1086"/>
                      <a:pt x="556" y="899"/>
                    </a:cubicBezTo>
                    <a:lnTo>
                      <a:pt x="556" y="293"/>
                    </a:lnTo>
                    <a:cubicBezTo>
                      <a:pt x="556" y="106"/>
                      <a:pt x="459" y="1"/>
                      <a:pt x="2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00" name="Google Shape;1800;p63"/>
            <p:cNvSpPr/>
            <p:nvPr/>
          </p:nvSpPr>
          <p:spPr>
            <a:xfrm>
              <a:off x="2668511" y="4225864"/>
              <a:ext cx="89637" cy="89390"/>
            </a:xfrm>
            <a:custGeom>
              <a:avLst/>
              <a:gdLst/>
              <a:ahLst/>
              <a:cxnLst/>
              <a:rect l="l" t="t" r="r" b="b"/>
              <a:pathLst>
                <a:path w="1081" h="1078" extrusionOk="0">
                  <a:moveTo>
                    <a:pt x="541" y="0"/>
                  </a:moveTo>
                  <a:cubicBezTo>
                    <a:pt x="243" y="0"/>
                    <a:pt x="1" y="240"/>
                    <a:pt x="1" y="540"/>
                  </a:cubicBezTo>
                  <a:cubicBezTo>
                    <a:pt x="1" y="838"/>
                    <a:pt x="243" y="1078"/>
                    <a:pt x="541" y="1078"/>
                  </a:cubicBezTo>
                  <a:cubicBezTo>
                    <a:pt x="839" y="1078"/>
                    <a:pt x="1080" y="838"/>
                    <a:pt x="1080" y="540"/>
                  </a:cubicBezTo>
                  <a:cubicBezTo>
                    <a:pt x="1080" y="243"/>
                    <a:pt x="837" y="0"/>
                    <a:pt x="5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63"/>
            <p:cNvSpPr/>
            <p:nvPr/>
          </p:nvSpPr>
          <p:spPr>
            <a:xfrm>
              <a:off x="2636587" y="4309533"/>
              <a:ext cx="153153" cy="100917"/>
            </a:xfrm>
            <a:custGeom>
              <a:avLst/>
              <a:gdLst/>
              <a:ahLst/>
              <a:cxnLst/>
              <a:rect l="l" t="t" r="r" b="b"/>
              <a:pathLst>
                <a:path w="1847" h="1217" extrusionOk="0">
                  <a:moveTo>
                    <a:pt x="886" y="1"/>
                  </a:moveTo>
                  <a:cubicBezTo>
                    <a:pt x="398" y="1"/>
                    <a:pt x="1" y="543"/>
                    <a:pt x="1" y="1216"/>
                  </a:cubicBezTo>
                  <a:lnTo>
                    <a:pt x="1846" y="1216"/>
                  </a:lnTo>
                  <a:cubicBezTo>
                    <a:pt x="1846" y="543"/>
                    <a:pt x="1452" y="1"/>
                    <a:pt x="9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02" name="Google Shape;1802;p63"/>
          <p:cNvSpPr/>
          <p:nvPr/>
        </p:nvSpPr>
        <p:spPr>
          <a:xfrm>
            <a:off x="8230665" y="1820543"/>
            <a:ext cx="302354" cy="302240"/>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63"/>
          <p:cNvSpPr txBox="1"/>
          <p:nvPr/>
        </p:nvSpPr>
        <p:spPr>
          <a:xfrm>
            <a:off x="877950" y="1113125"/>
            <a:ext cx="7388100" cy="3393000"/>
          </a:xfrm>
          <a:prstGeom prst="rect">
            <a:avLst/>
          </a:prstGeom>
          <a:noFill/>
          <a:ln>
            <a:noFill/>
          </a:ln>
        </p:spPr>
        <p:txBody>
          <a:bodyPr spcFirstLastPara="1" wrap="square" lIns="91425" tIns="91425" rIns="91425" bIns="91425" anchor="t" anchorCtr="0">
            <a:noAutofit/>
          </a:bodyPr>
          <a:lstStyle/>
          <a:p>
            <a:pPr marL="457200" lvl="0" indent="-457200" algn="l" rtl="0">
              <a:lnSpc>
                <a:spcPct val="200000"/>
              </a:lnSpc>
              <a:spcBef>
                <a:spcPts val="0"/>
              </a:spcBef>
              <a:spcAft>
                <a:spcPts val="0"/>
              </a:spcAft>
              <a:buNone/>
            </a:pPr>
            <a:r>
              <a:rPr lang="en" sz="900">
                <a:latin typeface="DM Sans Light"/>
                <a:ea typeface="DM Sans Light"/>
                <a:cs typeface="DM Sans Light"/>
                <a:sym typeface="DM Sans Light"/>
              </a:rPr>
              <a:t>IBM. (n.d.). Clustering. IBM Think Blog. Retrieved from https://www.ibm.com/think/topics/clustering</a:t>
            </a:r>
            <a:endParaRPr sz="900">
              <a:latin typeface="DM Sans Light"/>
              <a:ea typeface="DM Sans Light"/>
              <a:cs typeface="DM Sans Light"/>
              <a:sym typeface="DM Sans Light"/>
            </a:endParaRPr>
          </a:p>
          <a:p>
            <a:pPr marL="457200" lvl="0" indent="-457200" algn="l" rtl="0">
              <a:lnSpc>
                <a:spcPct val="200000"/>
              </a:lnSpc>
              <a:spcBef>
                <a:spcPts val="0"/>
              </a:spcBef>
              <a:spcAft>
                <a:spcPts val="0"/>
              </a:spcAft>
              <a:buNone/>
            </a:pPr>
            <a:r>
              <a:rPr lang="en" sz="900">
                <a:latin typeface="DM Sans Light"/>
                <a:ea typeface="DM Sans Light"/>
                <a:cs typeface="DM Sans Light"/>
                <a:sym typeface="DM Sans Light"/>
              </a:rPr>
              <a:t>Kavlakoglu, E., &amp; Winland, V. (n.d.). K-means clustering. IBM Think Blog. Retrieved from https://www.ibm.com/think/topics/k-means-clustering</a:t>
            </a:r>
            <a:endParaRPr sz="900">
              <a:latin typeface="DM Sans Light"/>
              <a:ea typeface="DM Sans Light"/>
              <a:cs typeface="DM Sans Light"/>
              <a:sym typeface="DM Sans Light"/>
            </a:endParaRPr>
          </a:p>
          <a:p>
            <a:pPr marL="457200" lvl="0" indent="-457200" algn="l" rtl="0">
              <a:lnSpc>
                <a:spcPct val="200000"/>
              </a:lnSpc>
              <a:spcBef>
                <a:spcPts val="0"/>
              </a:spcBef>
              <a:spcAft>
                <a:spcPts val="0"/>
              </a:spcAft>
              <a:buNone/>
            </a:pPr>
            <a:r>
              <a:rPr lang="en" sz="900">
                <a:latin typeface="DM Sans Light"/>
                <a:ea typeface="DM Sans Light"/>
                <a:cs typeface="DM Sans Light"/>
                <a:sym typeface="DM Sans Light"/>
              </a:rPr>
              <a:t>Lomuscio, S. (2021, December 7). Getting started with the Kruskal-Wallis test. University of Virginia Library. Retrieved from https://library.virginia.edu/data/articles/getting-started-with-the-kruskal-wallis-test</a:t>
            </a:r>
            <a:endParaRPr sz="900">
              <a:latin typeface="DM Sans Light"/>
              <a:ea typeface="DM Sans Light"/>
              <a:cs typeface="DM Sans Light"/>
              <a:sym typeface="DM Sans Light"/>
            </a:endParaRPr>
          </a:p>
          <a:p>
            <a:pPr marL="457200" lvl="0" indent="-457200" algn="l" rtl="0">
              <a:lnSpc>
                <a:spcPct val="200000"/>
              </a:lnSpc>
              <a:spcBef>
                <a:spcPts val="0"/>
              </a:spcBef>
              <a:spcAft>
                <a:spcPts val="0"/>
              </a:spcAft>
              <a:buNone/>
            </a:pPr>
            <a:r>
              <a:rPr lang="en" sz="900">
                <a:latin typeface="DM Sans Light"/>
                <a:ea typeface="DM Sans Light"/>
                <a:cs typeface="DM Sans Light"/>
                <a:sym typeface="DM Sans Light"/>
              </a:rPr>
              <a:t>Mayo Clinic Health System. (2024, October 15). Fuel the school day with an A-plus breakfast. Mayo Clinic Health System. Retrieved from https://www.mayoclinichealthsystem.org/hometown-health/speaking-of-health/fuel-the-school-day-with-an-a-plus-breakfast</a:t>
            </a:r>
            <a:endParaRPr sz="900">
              <a:latin typeface="DM Sans Light"/>
              <a:ea typeface="DM Sans Light"/>
              <a:cs typeface="DM Sans Light"/>
              <a:sym typeface="DM Sans Light"/>
            </a:endParaRPr>
          </a:p>
          <a:p>
            <a:pPr marL="457200" lvl="0" indent="-457200" algn="l" rtl="0">
              <a:lnSpc>
                <a:spcPct val="200000"/>
              </a:lnSpc>
              <a:spcBef>
                <a:spcPts val="0"/>
              </a:spcBef>
              <a:spcAft>
                <a:spcPts val="0"/>
              </a:spcAft>
              <a:buNone/>
            </a:pPr>
            <a:r>
              <a:rPr lang="en" sz="900">
                <a:latin typeface="DM Sans Light"/>
                <a:ea typeface="DM Sans Light"/>
                <a:cs typeface="DM Sans Light"/>
                <a:sym typeface="DM Sans Light"/>
              </a:rPr>
              <a:t>Patil, S. (2025, July 11). Teen smartphone usage and addiction impact dataset. Kaggle. Retrieved from https://www.kaggle.com/datasets/sumedh1507/teen-phone-addiction</a:t>
            </a:r>
            <a:endParaRPr sz="900">
              <a:latin typeface="DM Sans Light"/>
              <a:ea typeface="DM Sans Light"/>
              <a:cs typeface="DM Sans Light"/>
              <a:sym typeface="DM Sans Light"/>
            </a:endParaRPr>
          </a:p>
          <a:p>
            <a:pPr marL="457200" lvl="0" indent="-457200" algn="l" rtl="0">
              <a:lnSpc>
                <a:spcPct val="200000"/>
              </a:lnSpc>
              <a:spcBef>
                <a:spcPts val="0"/>
              </a:spcBef>
              <a:spcAft>
                <a:spcPts val="0"/>
              </a:spcAft>
              <a:buNone/>
            </a:pPr>
            <a:r>
              <a:rPr lang="en" sz="900">
                <a:latin typeface="DM Sans Light"/>
                <a:ea typeface="DM Sans Light"/>
                <a:cs typeface="DM Sans Light"/>
                <a:sym typeface="DM Sans Light"/>
              </a:rPr>
              <a:t>Sahu, M., Gandhi, S., &amp; Sharma, M. K. (2019). Mobile phone addiction among children and adolescents: A systematic review. Journal of Addictions Nursing, 30(4), 261–268.</a:t>
            </a:r>
            <a:endParaRPr sz="900">
              <a:latin typeface="DM Sans Light"/>
              <a:ea typeface="DM Sans Light"/>
              <a:cs typeface="DM Sans Light"/>
              <a:sym typeface="DM Sans Light"/>
            </a:endParaRPr>
          </a:p>
          <a:p>
            <a:pPr marL="457200" lvl="0" indent="-457200" algn="l" rtl="0">
              <a:lnSpc>
                <a:spcPct val="200000"/>
              </a:lnSpc>
              <a:spcBef>
                <a:spcPts val="0"/>
              </a:spcBef>
              <a:spcAft>
                <a:spcPts val="0"/>
              </a:spcAft>
              <a:buNone/>
            </a:pPr>
            <a:endParaRPr sz="800">
              <a:latin typeface="DM Sans Light"/>
              <a:ea typeface="DM Sans Light"/>
              <a:cs typeface="DM Sans Light"/>
              <a:sym typeface="DM Sans Light"/>
            </a:endParaRPr>
          </a:p>
          <a:p>
            <a:pPr marL="457200" lvl="0" indent="-457200" algn="l" rtl="0">
              <a:lnSpc>
                <a:spcPct val="200000"/>
              </a:lnSpc>
              <a:spcBef>
                <a:spcPts val="0"/>
              </a:spcBef>
              <a:spcAft>
                <a:spcPts val="0"/>
              </a:spcAft>
              <a:buNone/>
            </a:pPr>
            <a:endParaRPr sz="800">
              <a:solidFill>
                <a:schemeClr val="dk1"/>
              </a:solidFill>
              <a:latin typeface="DM Sans"/>
              <a:ea typeface="DM Sans"/>
              <a:cs typeface="DM Sans"/>
              <a:sym typeface="DM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802"/>
                                        </p:tgtEl>
                                        <p:attrNameLst>
                                          <p:attrName>style.visibility</p:attrName>
                                        </p:attrNameLst>
                                      </p:cBhvr>
                                      <p:to>
                                        <p:strVal val="visible"/>
                                      </p:to>
                                    </p:set>
                                    <p:anim calcmode="lin" valueType="num">
                                      <p:cBhvr additive="base">
                                        <p:cTn id="7" dur="1000"/>
                                        <p:tgtEl>
                                          <p:spTgt spid="1802"/>
                                        </p:tgtEl>
                                        <p:attrNameLst>
                                          <p:attrName>ppt_w</p:attrName>
                                        </p:attrNameLst>
                                      </p:cBhvr>
                                      <p:tavLst>
                                        <p:tav tm="0">
                                          <p:val>
                                            <p:strVal val="0"/>
                                          </p:val>
                                        </p:tav>
                                        <p:tav tm="100000">
                                          <p:val>
                                            <p:strVal val="#ppt_w"/>
                                          </p:val>
                                        </p:tav>
                                      </p:tavLst>
                                    </p:anim>
                                    <p:anim calcmode="lin" valueType="num">
                                      <p:cBhvr additive="base">
                                        <p:cTn id="8" dur="1000"/>
                                        <p:tgtEl>
                                          <p:spTgt spid="1802"/>
                                        </p:tgtEl>
                                        <p:attrNameLst>
                                          <p:attrName>ppt_h</p:attrName>
                                        </p:attrNameLst>
                                      </p:cBhvr>
                                      <p:tavLst>
                                        <p:tav tm="0">
                                          <p:val>
                                            <p:strVal val="0"/>
                                          </p:val>
                                        </p:tav>
                                        <p:tav tm="100000">
                                          <p:val>
                                            <p:strVal val="#ppt_h"/>
                                          </p:val>
                                        </p:tav>
                                      </p:tavLst>
                                    </p:anim>
                                  </p:childTnLst>
                                </p:cTn>
                              </p:par>
                              <p:par>
                                <p:cTn id="9" presetID="2" presetClass="entr" presetSubtype="4" fill="hold" nodeType="withEffect">
                                  <p:stCondLst>
                                    <p:cond delay="0"/>
                                  </p:stCondLst>
                                  <p:childTnLst>
                                    <p:set>
                                      <p:cBhvr>
                                        <p:cTn id="10" dur="1" fill="hold">
                                          <p:stCondLst>
                                            <p:cond delay="0"/>
                                          </p:stCondLst>
                                        </p:cTn>
                                        <p:tgtEl>
                                          <p:spTgt spid="1803"/>
                                        </p:tgtEl>
                                        <p:attrNameLst>
                                          <p:attrName>style.visibility</p:attrName>
                                        </p:attrNameLst>
                                      </p:cBhvr>
                                      <p:to>
                                        <p:strVal val="visible"/>
                                      </p:to>
                                    </p:set>
                                    <p:anim calcmode="lin" valueType="num">
                                      <p:cBhvr additive="base">
                                        <p:cTn id="11" dur="1000"/>
                                        <p:tgtEl>
                                          <p:spTgt spid="1803"/>
                                        </p:tgtEl>
                                        <p:attrNameLst>
                                          <p:attrName>ppt_y</p:attrName>
                                        </p:attrNameLst>
                                      </p:cBhvr>
                                      <p:tavLst>
                                        <p:tav tm="0">
                                          <p:val>
                                            <p:strVal val="#ppt_y+1"/>
                                          </p:val>
                                        </p:tav>
                                        <p:tav tm="100000">
                                          <p:val>
                                            <p:strVal val="#ppt_y"/>
                                          </p:val>
                                        </p:tav>
                                      </p:tavLst>
                                    </p:anim>
                                  </p:childTnLst>
                                </p:cTn>
                              </p:par>
                              <p:par>
                                <p:cTn id="12" presetID="23" presetClass="entr" presetSubtype="16" fill="hold" nodeType="withEffect">
                                  <p:stCondLst>
                                    <p:cond delay="0"/>
                                  </p:stCondLst>
                                  <p:childTnLst>
                                    <p:set>
                                      <p:cBhvr>
                                        <p:cTn id="13" dur="1" fill="hold">
                                          <p:stCondLst>
                                            <p:cond delay="0"/>
                                          </p:stCondLst>
                                        </p:cTn>
                                        <p:tgtEl>
                                          <p:spTgt spid="1790"/>
                                        </p:tgtEl>
                                        <p:attrNameLst>
                                          <p:attrName>style.visibility</p:attrName>
                                        </p:attrNameLst>
                                      </p:cBhvr>
                                      <p:to>
                                        <p:strVal val="visible"/>
                                      </p:to>
                                    </p:set>
                                    <p:anim calcmode="lin" valueType="num">
                                      <p:cBhvr additive="base">
                                        <p:cTn id="14" dur="1000"/>
                                        <p:tgtEl>
                                          <p:spTgt spid="1790"/>
                                        </p:tgtEl>
                                        <p:attrNameLst>
                                          <p:attrName>ppt_w</p:attrName>
                                        </p:attrNameLst>
                                      </p:cBhvr>
                                      <p:tavLst>
                                        <p:tav tm="0">
                                          <p:val>
                                            <p:strVal val="0"/>
                                          </p:val>
                                        </p:tav>
                                        <p:tav tm="100000">
                                          <p:val>
                                            <p:strVal val="#ppt_w"/>
                                          </p:val>
                                        </p:tav>
                                      </p:tavLst>
                                    </p:anim>
                                    <p:anim calcmode="lin" valueType="num">
                                      <p:cBhvr additive="base">
                                        <p:cTn id="15" dur="1000"/>
                                        <p:tgtEl>
                                          <p:spTgt spid="179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07"/>
        <p:cNvGrpSpPr/>
        <p:nvPr/>
      </p:nvGrpSpPr>
      <p:grpSpPr>
        <a:xfrm>
          <a:off x="0" y="0"/>
          <a:ext cx="0" cy="0"/>
          <a:chOff x="0" y="0"/>
          <a:chExt cx="0" cy="0"/>
        </a:xfrm>
      </p:grpSpPr>
      <p:sp>
        <p:nvSpPr>
          <p:cNvPr id="1808" name="Google Shape;1808;p64"/>
          <p:cNvSpPr txBox="1">
            <a:spLocks noGrp="1"/>
          </p:cNvSpPr>
          <p:nvPr>
            <p:ph type="title"/>
          </p:nvPr>
        </p:nvSpPr>
        <p:spPr>
          <a:xfrm>
            <a:off x="951200" y="1359275"/>
            <a:ext cx="4639500" cy="140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800"/>
              <a:t>THANKS!</a:t>
            </a:r>
            <a:endParaRPr sz="6800"/>
          </a:p>
        </p:txBody>
      </p:sp>
      <p:grpSp>
        <p:nvGrpSpPr>
          <p:cNvPr id="1809" name="Google Shape;1809;p64"/>
          <p:cNvGrpSpPr/>
          <p:nvPr/>
        </p:nvGrpSpPr>
        <p:grpSpPr>
          <a:xfrm>
            <a:off x="579942" y="3203386"/>
            <a:ext cx="1101785" cy="774514"/>
            <a:chOff x="327492" y="2481661"/>
            <a:chExt cx="1101785" cy="774514"/>
          </a:xfrm>
        </p:grpSpPr>
        <p:sp>
          <p:nvSpPr>
            <p:cNvPr id="1810" name="Google Shape;1810;p64"/>
            <p:cNvSpPr/>
            <p:nvPr/>
          </p:nvSpPr>
          <p:spPr>
            <a:xfrm>
              <a:off x="1183503" y="2760428"/>
              <a:ext cx="245774" cy="213999"/>
            </a:xfrm>
            <a:custGeom>
              <a:avLst/>
              <a:gdLst/>
              <a:ahLst/>
              <a:cxnLst/>
              <a:rect l="l" t="t" r="r" b="b"/>
              <a:pathLst>
                <a:path w="6958" h="6058" extrusionOk="0">
                  <a:moveTo>
                    <a:pt x="3903" y="1"/>
                  </a:moveTo>
                  <a:cubicBezTo>
                    <a:pt x="3640" y="1"/>
                    <a:pt x="3429" y="195"/>
                    <a:pt x="3429" y="435"/>
                  </a:cubicBezTo>
                  <a:lnTo>
                    <a:pt x="3429" y="898"/>
                  </a:lnTo>
                  <a:cubicBezTo>
                    <a:pt x="3304" y="2429"/>
                    <a:pt x="2141" y="2828"/>
                    <a:pt x="2141" y="2828"/>
                  </a:cubicBezTo>
                  <a:lnTo>
                    <a:pt x="2141" y="2396"/>
                  </a:lnTo>
                  <a:lnTo>
                    <a:pt x="0" y="2396"/>
                  </a:lnTo>
                  <a:lnTo>
                    <a:pt x="0" y="6058"/>
                  </a:lnTo>
                  <a:lnTo>
                    <a:pt x="2141" y="6058"/>
                  </a:lnTo>
                  <a:lnTo>
                    <a:pt x="2141" y="5594"/>
                  </a:lnTo>
                  <a:cubicBezTo>
                    <a:pt x="2141" y="5594"/>
                    <a:pt x="2633" y="5935"/>
                    <a:pt x="4016" y="5954"/>
                  </a:cubicBezTo>
                  <a:cubicBezTo>
                    <a:pt x="4083" y="5985"/>
                    <a:pt x="4155" y="6006"/>
                    <a:pt x="4233" y="6006"/>
                  </a:cubicBezTo>
                  <a:lnTo>
                    <a:pt x="5862" y="6006"/>
                  </a:lnTo>
                  <a:cubicBezTo>
                    <a:pt x="6136" y="6006"/>
                    <a:pt x="6358" y="5782"/>
                    <a:pt x="6358" y="5508"/>
                  </a:cubicBezTo>
                  <a:cubicBezTo>
                    <a:pt x="6358" y="5335"/>
                    <a:pt x="6269" y="5183"/>
                    <a:pt x="6136" y="5094"/>
                  </a:cubicBezTo>
                  <a:cubicBezTo>
                    <a:pt x="6375" y="5057"/>
                    <a:pt x="6558" y="4853"/>
                    <a:pt x="6558" y="4605"/>
                  </a:cubicBezTo>
                  <a:cubicBezTo>
                    <a:pt x="6558" y="4433"/>
                    <a:pt x="6470" y="4281"/>
                    <a:pt x="6336" y="4192"/>
                  </a:cubicBezTo>
                  <a:cubicBezTo>
                    <a:pt x="6575" y="4154"/>
                    <a:pt x="6759" y="3951"/>
                    <a:pt x="6759" y="3702"/>
                  </a:cubicBezTo>
                  <a:cubicBezTo>
                    <a:pt x="6759" y="3530"/>
                    <a:pt x="6670" y="3378"/>
                    <a:pt x="6536" y="3287"/>
                  </a:cubicBezTo>
                  <a:cubicBezTo>
                    <a:pt x="6772" y="3252"/>
                    <a:pt x="6957" y="3049"/>
                    <a:pt x="6957" y="2800"/>
                  </a:cubicBezTo>
                  <a:cubicBezTo>
                    <a:pt x="6957" y="2525"/>
                    <a:pt x="6735" y="2301"/>
                    <a:pt x="6461" y="2301"/>
                  </a:cubicBezTo>
                  <a:lnTo>
                    <a:pt x="4831" y="2301"/>
                  </a:lnTo>
                  <a:cubicBezTo>
                    <a:pt x="4756" y="2301"/>
                    <a:pt x="4683" y="2321"/>
                    <a:pt x="4618" y="2352"/>
                  </a:cubicBezTo>
                  <a:lnTo>
                    <a:pt x="4284" y="2352"/>
                  </a:lnTo>
                  <a:cubicBezTo>
                    <a:pt x="4514" y="1683"/>
                    <a:pt x="4379" y="435"/>
                    <a:pt x="4379" y="435"/>
                  </a:cubicBezTo>
                  <a:cubicBezTo>
                    <a:pt x="4379" y="195"/>
                    <a:pt x="4166" y="1"/>
                    <a:pt x="39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11" name="Google Shape;1811;p64"/>
            <p:cNvGrpSpPr/>
            <p:nvPr/>
          </p:nvGrpSpPr>
          <p:grpSpPr>
            <a:xfrm rot="-935467">
              <a:off x="376833" y="2757945"/>
              <a:ext cx="512791" cy="437365"/>
              <a:chOff x="1680400" y="948625"/>
              <a:chExt cx="211775" cy="180625"/>
            </a:xfrm>
          </p:grpSpPr>
          <p:sp>
            <p:nvSpPr>
              <p:cNvPr id="1812" name="Google Shape;1812;p64"/>
              <p:cNvSpPr/>
              <p:nvPr/>
            </p:nvSpPr>
            <p:spPr>
              <a:xfrm>
                <a:off x="1680400" y="948700"/>
                <a:ext cx="211725" cy="180550"/>
              </a:xfrm>
              <a:custGeom>
                <a:avLst/>
                <a:gdLst/>
                <a:ahLst/>
                <a:cxnLst/>
                <a:rect l="l" t="t" r="r" b="b"/>
                <a:pathLst>
                  <a:path w="8469" h="7222" extrusionOk="0">
                    <a:moveTo>
                      <a:pt x="7855" y="0"/>
                    </a:moveTo>
                    <a:cubicBezTo>
                      <a:pt x="7855" y="0"/>
                      <a:pt x="8235" y="1897"/>
                      <a:pt x="2466" y="1897"/>
                    </a:cubicBezTo>
                    <a:cubicBezTo>
                      <a:pt x="1977" y="1897"/>
                      <a:pt x="1444" y="1883"/>
                      <a:pt x="863" y="1853"/>
                    </a:cubicBezTo>
                    <a:lnTo>
                      <a:pt x="16" y="2679"/>
                    </a:lnTo>
                    <a:lnTo>
                      <a:pt x="1" y="3859"/>
                    </a:lnTo>
                    <a:lnTo>
                      <a:pt x="826" y="4709"/>
                    </a:lnTo>
                    <a:cubicBezTo>
                      <a:pt x="948" y="4704"/>
                      <a:pt x="1070" y="4703"/>
                      <a:pt x="1188" y="4701"/>
                    </a:cubicBezTo>
                    <a:lnTo>
                      <a:pt x="2270" y="7192"/>
                    </a:lnTo>
                    <a:cubicBezTo>
                      <a:pt x="2270" y="7192"/>
                      <a:pt x="2419" y="7222"/>
                      <a:pt x="2619" y="7222"/>
                    </a:cubicBezTo>
                    <a:cubicBezTo>
                      <a:pt x="2892" y="7222"/>
                      <a:pt x="3263" y="7166"/>
                      <a:pt x="3487" y="6903"/>
                    </a:cubicBezTo>
                    <a:lnTo>
                      <a:pt x="3124" y="4732"/>
                    </a:lnTo>
                    <a:lnTo>
                      <a:pt x="3124" y="4732"/>
                    </a:lnTo>
                    <a:cubicBezTo>
                      <a:pt x="8162" y="5005"/>
                      <a:pt x="7770" y="6735"/>
                      <a:pt x="7770" y="6735"/>
                    </a:cubicBezTo>
                    <a:lnTo>
                      <a:pt x="8383" y="6743"/>
                    </a:lnTo>
                    <a:lnTo>
                      <a:pt x="8469" y="5"/>
                    </a:lnTo>
                    <a:lnTo>
                      <a:pt x="7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64"/>
              <p:cNvSpPr/>
              <p:nvPr/>
            </p:nvSpPr>
            <p:spPr>
              <a:xfrm>
                <a:off x="1680400" y="995025"/>
                <a:ext cx="77300" cy="71875"/>
              </a:xfrm>
              <a:custGeom>
                <a:avLst/>
                <a:gdLst/>
                <a:ahLst/>
                <a:cxnLst/>
                <a:rect l="l" t="t" r="r" b="b"/>
                <a:pathLst>
                  <a:path w="3092" h="2875" extrusionOk="0">
                    <a:moveTo>
                      <a:pt x="863" y="0"/>
                    </a:moveTo>
                    <a:lnTo>
                      <a:pt x="16" y="826"/>
                    </a:lnTo>
                    <a:lnTo>
                      <a:pt x="1" y="2006"/>
                    </a:lnTo>
                    <a:lnTo>
                      <a:pt x="826" y="2856"/>
                    </a:lnTo>
                    <a:cubicBezTo>
                      <a:pt x="1133" y="2848"/>
                      <a:pt x="1426" y="2844"/>
                      <a:pt x="1706" y="2844"/>
                    </a:cubicBezTo>
                    <a:cubicBezTo>
                      <a:pt x="2193" y="2844"/>
                      <a:pt x="2641" y="2855"/>
                      <a:pt x="3055" y="2875"/>
                    </a:cubicBezTo>
                    <a:lnTo>
                      <a:pt x="3092" y="35"/>
                    </a:lnTo>
                    <a:lnTo>
                      <a:pt x="3092" y="35"/>
                    </a:lnTo>
                    <a:cubicBezTo>
                      <a:pt x="2889" y="40"/>
                      <a:pt x="2679" y="43"/>
                      <a:pt x="2459" y="43"/>
                    </a:cubicBezTo>
                    <a:cubicBezTo>
                      <a:pt x="1972" y="43"/>
                      <a:pt x="1442" y="29"/>
                      <a:pt x="8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64"/>
              <p:cNvSpPr/>
              <p:nvPr/>
            </p:nvSpPr>
            <p:spPr>
              <a:xfrm>
                <a:off x="1874675" y="948625"/>
                <a:ext cx="17500" cy="168650"/>
              </a:xfrm>
              <a:custGeom>
                <a:avLst/>
                <a:gdLst/>
                <a:ahLst/>
                <a:cxnLst/>
                <a:rect l="l" t="t" r="r" b="b"/>
                <a:pathLst>
                  <a:path w="700" h="6746" extrusionOk="0">
                    <a:moveTo>
                      <a:pt x="87" y="0"/>
                    </a:moveTo>
                    <a:cubicBezTo>
                      <a:pt x="84" y="3"/>
                      <a:pt x="96" y="67"/>
                      <a:pt x="82" y="171"/>
                    </a:cubicBezTo>
                    <a:lnTo>
                      <a:pt x="2" y="6571"/>
                    </a:lnTo>
                    <a:cubicBezTo>
                      <a:pt x="16" y="6676"/>
                      <a:pt x="1" y="6738"/>
                      <a:pt x="1" y="6738"/>
                    </a:cubicBezTo>
                    <a:lnTo>
                      <a:pt x="615" y="6746"/>
                    </a:lnTo>
                    <a:lnTo>
                      <a:pt x="699" y="8"/>
                    </a:lnTo>
                    <a:lnTo>
                      <a:pt x="8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15" name="Google Shape;1815;p64"/>
            <p:cNvSpPr/>
            <p:nvPr/>
          </p:nvSpPr>
          <p:spPr>
            <a:xfrm>
              <a:off x="894787" y="2481661"/>
              <a:ext cx="180268" cy="18019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64"/>
            <p:cNvSpPr/>
            <p:nvPr/>
          </p:nvSpPr>
          <p:spPr>
            <a:xfrm>
              <a:off x="934929" y="2850874"/>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64"/>
            <p:cNvSpPr/>
            <p:nvPr/>
          </p:nvSpPr>
          <p:spPr>
            <a:xfrm>
              <a:off x="1183502" y="2571752"/>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8" name="Google Shape;1818;p64"/>
          <p:cNvGrpSpPr/>
          <p:nvPr/>
        </p:nvGrpSpPr>
        <p:grpSpPr>
          <a:xfrm flipH="1">
            <a:off x="5838219" y="643064"/>
            <a:ext cx="2680621" cy="6353107"/>
            <a:chOff x="1155906" y="1103250"/>
            <a:chExt cx="3035468" cy="7194097"/>
          </a:xfrm>
        </p:grpSpPr>
        <p:sp>
          <p:nvSpPr>
            <p:cNvPr id="1819" name="Google Shape;1819;p64"/>
            <p:cNvSpPr/>
            <p:nvPr/>
          </p:nvSpPr>
          <p:spPr>
            <a:xfrm>
              <a:off x="3464553" y="1785340"/>
              <a:ext cx="630688" cy="330110"/>
            </a:xfrm>
            <a:custGeom>
              <a:avLst/>
              <a:gdLst/>
              <a:ahLst/>
              <a:cxnLst/>
              <a:rect l="l" t="t" r="r" b="b"/>
              <a:pathLst>
                <a:path w="5078" h="2658" extrusionOk="0">
                  <a:moveTo>
                    <a:pt x="0" y="1"/>
                  </a:moveTo>
                  <a:lnTo>
                    <a:pt x="0" y="2658"/>
                  </a:lnTo>
                  <a:lnTo>
                    <a:pt x="5078" y="2589"/>
                  </a:lnTo>
                  <a:lnTo>
                    <a:pt x="50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64"/>
            <p:cNvSpPr/>
            <p:nvPr/>
          </p:nvSpPr>
          <p:spPr>
            <a:xfrm>
              <a:off x="3502310" y="2003554"/>
              <a:ext cx="167670" cy="68307"/>
            </a:xfrm>
            <a:custGeom>
              <a:avLst/>
              <a:gdLst/>
              <a:ahLst/>
              <a:cxnLst/>
              <a:rect l="l" t="t" r="r" b="b"/>
              <a:pathLst>
                <a:path w="1350" h="550" extrusionOk="0">
                  <a:moveTo>
                    <a:pt x="0" y="1"/>
                  </a:moveTo>
                  <a:lnTo>
                    <a:pt x="0" y="549"/>
                  </a:lnTo>
                  <a:lnTo>
                    <a:pt x="1349" y="549"/>
                  </a:lnTo>
                  <a:lnTo>
                    <a:pt x="1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64"/>
            <p:cNvSpPr/>
            <p:nvPr/>
          </p:nvSpPr>
          <p:spPr>
            <a:xfrm>
              <a:off x="3523051" y="2014607"/>
              <a:ext cx="46202" cy="46201"/>
            </a:xfrm>
            <a:custGeom>
              <a:avLst/>
              <a:gdLst/>
              <a:ahLst/>
              <a:cxnLst/>
              <a:rect l="l" t="t" r="r" b="b"/>
              <a:pathLst>
                <a:path w="372" h="372" extrusionOk="0">
                  <a:moveTo>
                    <a:pt x="186" y="1"/>
                  </a:moveTo>
                  <a:cubicBezTo>
                    <a:pt x="84" y="1"/>
                    <a:pt x="1" y="84"/>
                    <a:pt x="1" y="186"/>
                  </a:cubicBezTo>
                  <a:cubicBezTo>
                    <a:pt x="1" y="288"/>
                    <a:pt x="84" y="371"/>
                    <a:pt x="186" y="371"/>
                  </a:cubicBezTo>
                  <a:cubicBezTo>
                    <a:pt x="288" y="371"/>
                    <a:pt x="371" y="288"/>
                    <a:pt x="371" y="186"/>
                  </a:cubicBezTo>
                  <a:cubicBezTo>
                    <a:pt x="371" y="84"/>
                    <a:pt x="288" y="1"/>
                    <a:pt x="1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64"/>
            <p:cNvSpPr/>
            <p:nvPr/>
          </p:nvSpPr>
          <p:spPr>
            <a:xfrm>
              <a:off x="3602416" y="2014607"/>
              <a:ext cx="46202" cy="46201"/>
            </a:xfrm>
            <a:custGeom>
              <a:avLst/>
              <a:gdLst/>
              <a:ahLst/>
              <a:cxnLst/>
              <a:rect l="l" t="t" r="r" b="b"/>
              <a:pathLst>
                <a:path w="372" h="372" extrusionOk="0">
                  <a:moveTo>
                    <a:pt x="186" y="1"/>
                  </a:moveTo>
                  <a:cubicBezTo>
                    <a:pt x="84" y="1"/>
                    <a:pt x="1" y="84"/>
                    <a:pt x="1" y="186"/>
                  </a:cubicBezTo>
                  <a:cubicBezTo>
                    <a:pt x="1" y="288"/>
                    <a:pt x="84" y="371"/>
                    <a:pt x="186" y="371"/>
                  </a:cubicBezTo>
                  <a:cubicBezTo>
                    <a:pt x="290" y="371"/>
                    <a:pt x="371" y="288"/>
                    <a:pt x="371" y="186"/>
                  </a:cubicBezTo>
                  <a:cubicBezTo>
                    <a:pt x="371" y="84"/>
                    <a:pt x="290" y="1"/>
                    <a:pt x="1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64"/>
            <p:cNvSpPr/>
            <p:nvPr/>
          </p:nvSpPr>
          <p:spPr>
            <a:xfrm>
              <a:off x="2910492" y="2772084"/>
              <a:ext cx="855738" cy="493054"/>
            </a:xfrm>
            <a:custGeom>
              <a:avLst/>
              <a:gdLst/>
              <a:ahLst/>
              <a:cxnLst/>
              <a:rect l="l" t="t" r="r" b="b"/>
              <a:pathLst>
                <a:path w="6890" h="3970" extrusionOk="0">
                  <a:moveTo>
                    <a:pt x="3509" y="0"/>
                  </a:moveTo>
                  <a:cubicBezTo>
                    <a:pt x="2649" y="0"/>
                    <a:pt x="1041" y="172"/>
                    <a:pt x="0" y="1339"/>
                  </a:cubicBezTo>
                  <a:cubicBezTo>
                    <a:pt x="0" y="1339"/>
                    <a:pt x="3601" y="3853"/>
                    <a:pt x="4950" y="3965"/>
                  </a:cubicBezTo>
                  <a:cubicBezTo>
                    <a:pt x="4988" y="3968"/>
                    <a:pt x="5025" y="3969"/>
                    <a:pt x="5062" y="3969"/>
                  </a:cubicBezTo>
                  <a:cubicBezTo>
                    <a:pt x="6332" y="3969"/>
                    <a:pt x="6889" y="2143"/>
                    <a:pt x="6889" y="2143"/>
                  </a:cubicBezTo>
                  <a:lnTo>
                    <a:pt x="4099" y="30"/>
                  </a:lnTo>
                  <a:cubicBezTo>
                    <a:pt x="4099" y="30"/>
                    <a:pt x="4099" y="30"/>
                    <a:pt x="4099" y="30"/>
                  </a:cubicBezTo>
                  <a:cubicBezTo>
                    <a:pt x="4096" y="30"/>
                    <a:pt x="3868" y="0"/>
                    <a:pt x="3509"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64"/>
            <p:cNvSpPr/>
            <p:nvPr/>
          </p:nvSpPr>
          <p:spPr>
            <a:xfrm>
              <a:off x="2769276" y="2155571"/>
              <a:ext cx="711045" cy="881412"/>
            </a:xfrm>
            <a:custGeom>
              <a:avLst/>
              <a:gdLst/>
              <a:ahLst/>
              <a:cxnLst/>
              <a:rect l="l" t="t" r="r" b="b"/>
              <a:pathLst>
                <a:path w="5725" h="7097" extrusionOk="0">
                  <a:moveTo>
                    <a:pt x="460" y="0"/>
                  </a:moveTo>
                  <a:cubicBezTo>
                    <a:pt x="1" y="0"/>
                    <a:pt x="25" y="1207"/>
                    <a:pt x="211" y="2624"/>
                  </a:cubicBezTo>
                  <a:cubicBezTo>
                    <a:pt x="476" y="4644"/>
                    <a:pt x="1069" y="7096"/>
                    <a:pt x="1069" y="7096"/>
                  </a:cubicBezTo>
                  <a:cubicBezTo>
                    <a:pt x="2240" y="6134"/>
                    <a:pt x="3211" y="5660"/>
                    <a:pt x="3957" y="5437"/>
                  </a:cubicBezTo>
                  <a:cubicBezTo>
                    <a:pt x="4420" y="5299"/>
                    <a:pt x="4796" y="5258"/>
                    <a:pt x="5081" y="5258"/>
                  </a:cubicBezTo>
                  <a:cubicBezTo>
                    <a:pt x="5503" y="5258"/>
                    <a:pt x="5724" y="5348"/>
                    <a:pt x="5724" y="5348"/>
                  </a:cubicBezTo>
                  <a:cubicBezTo>
                    <a:pt x="5400" y="4672"/>
                    <a:pt x="4172" y="3409"/>
                    <a:pt x="3628" y="2096"/>
                  </a:cubicBezTo>
                  <a:cubicBezTo>
                    <a:pt x="3082" y="781"/>
                    <a:pt x="2085" y="301"/>
                    <a:pt x="515" y="6"/>
                  </a:cubicBezTo>
                  <a:cubicBezTo>
                    <a:pt x="496" y="2"/>
                    <a:pt x="478" y="0"/>
                    <a:pt x="4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64"/>
            <p:cNvSpPr/>
            <p:nvPr/>
          </p:nvSpPr>
          <p:spPr>
            <a:xfrm>
              <a:off x="2795358" y="2426693"/>
              <a:ext cx="465502" cy="610294"/>
            </a:xfrm>
            <a:custGeom>
              <a:avLst/>
              <a:gdLst/>
              <a:ahLst/>
              <a:cxnLst/>
              <a:rect l="l" t="t" r="r" b="b"/>
              <a:pathLst>
                <a:path w="3748" h="4914" extrusionOk="0">
                  <a:moveTo>
                    <a:pt x="1141" y="0"/>
                  </a:moveTo>
                  <a:lnTo>
                    <a:pt x="1" y="441"/>
                  </a:lnTo>
                  <a:cubicBezTo>
                    <a:pt x="266" y="2461"/>
                    <a:pt x="859" y="4913"/>
                    <a:pt x="859" y="4913"/>
                  </a:cubicBezTo>
                  <a:cubicBezTo>
                    <a:pt x="2030" y="3951"/>
                    <a:pt x="3001" y="3477"/>
                    <a:pt x="3747" y="3254"/>
                  </a:cubicBezTo>
                  <a:cubicBezTo>
                    <a:pt x="2256" y="1464"/>
                    <a:pt x="1142" y="0"/>
                    <a:pt x="1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64"/>
            <p:cNvSpPr/>
            <p:nvPr/>
          </p:nvSpPr>
          <p:spPr>
            <a:xfrm>
              <a:off x="2836220" y="2705018"/>
              <a:ext cx="583492" cy="233487"/>
            </a:xfrm>
            <a:custGeom>
              <a:avLst/>
              <a:gdLst/>
              <a:ahLst/>
              <a:cxnLst/>
              <a:rect l="l" t="t" r="r" b="b"/>
              <a:pathLst>
                <a:path w="4698" h="1880" fill="none" extrusionOk="0">
                  <a:moveTo>
                    <a:pt x="4697" y="179"/>
                  </a:moveTo>
                  <a:cubicBezTo>
                    <a:pt x="3845" y="1"/>
                    <a:pt x="2969" y="79"/>
                    <a:pt x="2179" y="449"/>
                  </a:cubicBezTo>
                  <a:cubicBezTo>
                    <a:pt x="1392" y="816"/>
                    <a:pt x="693" y="1350"/>
                    <a:pt x="1" y="1879"/>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64"/>
            <p:cNvSpPr/>
            <p:nvPr/>
          </p:nvSpPr>
          <p:spPr>
            <a:xfrm>
              <a:off x="3316878" y="2210342"/>
              <a:ext cx="849404" cy="947484"/>
            </a:xfrm>
            <a:custGeom>
              <a:avLst/>
              <a:gdLst/>
              <a:ahLst/>
              <a:cxnLst/>
              <a:rect l="l" t="t" r="r" b="b"/>
              <a:pathLst>
                <a:path w="6839" h="7629" extrusionOk="0">
                  <a:moveTo>
                    <a:pt x="5476" y="0"/>
                  </a:moveTo>
                  <a:cubicBezTo>
                    <a:pt x="5476" y="0"/>
                    <a:pt x="1466" y="4396"/>
                    <a:pt x="657" y="5412"/>
                  </a:cubicBezTo>
                  <a:cubicBezTo>
                    <a:pt x="0" y="6234"/>
                    <a:pt x="1154" y="7628"/>
                    <a:pt x="2263" y="7628"/>
                  </a:cubicBezTo>
                  <a:cubicBezTo>
                    <a:pt x="2524" y="7628"/>
                    <a:pt x="2782" y="7551"/>
                    <a:pt x="3014" y="7371"/>
                  </a:cubicBezTo>
                  <a:cubicBezTo>
                    <a:pt x="4231" y="6427"/>
                    <a:pt x="6839" y="232"/>
                    <a:pt x="6839" y="232"/>
                  </a:cubicBezTo>
                  <a:lnTo>
                    <a:pt x="5476" y="0"/>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64"/>
            <p:cNvSpPr/>
            <p:nvPr/>
          </p:nvSpPr>
          <p:spPr>
            <a:xfrm>
              <a:off x="3358982" y="2813318"/>
              <a:ext cx="95758" cy="117364"/>
            </a:xfrm>
            <a:custGeom>
              <a:avLst/>
              <a:gdLst/>
              <a:ahLst/>
              <a:cxnLst/>
              <a:rect l="l" t="t" r="r" b="b"/>
              <a:pathLst>
                <a:path w="771" h="945" fill="none" extrusionOk="0">
                  <a:moveTo>
                    <a:pt x="770" y="1"/>
                  </a:moveTo>
                  <a:cubicBezTo>
                    <a:pt x="770" y="1"/>
                    <a:pt x="156" y="373"/>
                    <a:pt x="1" y="945"/>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64"/>
            <p:cNvSpPr/>
            <p:nvPr/>
          </p:nvSpPr>
          <p:spPr>
            <a:xfrm>
              <a:off x="3842869" y="1841352"/>
              <a:ext cx="348505" cy="416550"/>
            </a:xfrm>
            <a:custGeom>
              <a:avLst/>
              <a:gdLst/>
              <a:ahLst/>
              <a:cxnLst/>
              <a:rect l="l" t="t" r="r" b="b"/>
              <a:pathLst>
                <a:path w="2806" h="3354" extrusionOk="0">
                  <a:moveTo>
                    <a:pt x="2061" y="0"/>
                  </a:moveTo>
                  <a:cubicBezTo>
                    <a:pt x="1954" y="0"/>
                    <a:pt x="1735" y="566"/>
                    <a:pt x="1895" y="939"/>
                  </a:cubicBezTo>
                  <a:cubicBezTo>
                    <a:pt x="1895" y="939"/>
                    <a:pt x="1416" y="445"/>
                    <a:pt x="1241" y="124"/>
                  </a:cubicBezTo>
                  <a:cubicBezTo>
                    <a:pt x="1226" y="95"/>
                    <a:pt x="1207" y="82"/>
                    <a:pt x="1187" y="82"/>
                  </a:cubicBezTo>
                  <a:cubicBezTo>
                    <a:pt x="1061" y="82"/>
                    <a:pt x="897" y="601"/>
                    <a:pt x="1425" y="1111"/>
                  </a:cubicBezTo>
                  <a:cubicBezTo>
                    <a:pt x="1425" y="1111"/>
                    <a:pt x="782" y="665"/>
                    <a:pt x="462" y="302"/>
                  </a:cubicBezTo>
                  <a:cubicBezTo>
                    <a:pt x="458" y="297"/>
                    <a:pt x="454" y="295"/>
                    <a:pt x="450" y="295"/>
                  </a:cubicBezTo>
                  <a:cubicBezTo>
                    <a:pt x="372" y="295"/>
                    <a:pt x="234" y="1044"/>
                    <a:pt x="1130" y="1350"/>
                  </a:cubicBezTo>
                  <a:cubicBezTo>
                    <a:pt x="1130" y="1350"/>
                    <a:pt x="512" y="1348"/>
                    <a:pt x="233" y="1268"/>
                  </a:cubicBezTo>
                  <a:cubicBezTo>
                    <a:pt x="218" y="1264"/>
                    <a:pt x="204" y="1262"/>
                    <a:pt x="192" y="1262"/>
                  </a:cubicBezTo>
                  <a:cubicBezTo>
                    <a:pt x="0" y="1262"/>
                    <a:pt x="215" y="1776"/>
                    <a:pt x="915" y="1776"/>
                  </a:cubicBezTo>
                  <a:cubicBezTo>
                    <a:pt x="969" y="1776"/>
                    <a:pt x="1025" y="1773"/>
                    <a:pt x="1084" y="1766"/>
                  </a:cubicBezTo>
                  <a:lnTo>
                    <a:pt x="1084" y="1766"/>
                  </a:lnTo>
                  <a:cubicBezTo>
                    <a:pt x="1084" y="1766"/>
                    <a:pt x="835" y="2218"/>
                    <a:pt x="1241" y="2971"/>
                  </a:cubicBezTo>
                  <a:cubicBezTo>
                    <a:pt x="1241" y="2971"/>
                    <a:pt x="1397" y="3354"/>
                    <a:pt x="1938" y="3354"/>
                  </a:cubicBezTo>
                  <a:cubicBezTo>
                    <a:pt x="2116" y="3354"/>
                    <a:pt x="2336" y="3312"/>
                    <a:pt x="2605" y="3203"/>
                  </a:cubicBezTo>
                  <a:cubicBezTo>
                    <a:pt x="2605" y="3203"/>
                    <a:pt x="2805" y="2633"/>
                    <a:pt x="2524" y="1766"/>
                  </a:cubicBezTo>
                  <a:cubicBezTo>
                    <a:pt x="2404" y="1393"/>
                    <a:pt x="2278" y="1267"/>
                    <a:pt x="2109" y="82"/>
                  </a:cubicBezTo>
                  <a:cubicBezTo>
                    <a:pt x="2101" y="25"/>
                    <a:pt x="2083" y="0"/>
                    <a:pt x="2061"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64"/>
            <p:cNvSpPr/>
            <p:nvPr/>
          </p:nvSpPr>
          <p:spPr>
            <a:xfrm>
              <a:off x="1179753" y="3038238"/>
              <a:ext cx="614914" cy="195110"/>
            </a:xfrm>
            <a:custGeom>
              <a:avLst/>
              <a:gdLst/>
              <a:ahLst/>
              <a:cxnLst/>
              <a:rect l="l" t="t" r="r" b="b"/>
              <a:pathLst>
                <a:path w="4951" h="1571" extrusionOk="0">
                  <a:moveTo>
                    <a:pt x="2114" y="1"/>
                  </a:moveTo>
                  <a:cubicBezTo>
                    <a:pt x="1463" y="1"/>
                    <a:pt x="742" y="186"/>
                    <a:pt x="0" y="702"/>
                  </a:cubicBezTo>
                  <a:cubicBezTo>
                    <a:pt x="0" y="702"/>
                    <a:pt x="471" y="1570"/>
                    <a:pt x="2367" y="1570"/>
                  </a:cubicBezTo>
                  <a:cubicBezTo>
                    <a:pt x="3036" y="1570"/>
                    <a:pt x="3883" y="1462"/>
                    <a:pt x="4950" y="1169"/>
                  </a:cubicBezTo>
                  <a:cubicBezTo>
                    <a:pt x="4950" y="1169"/>
                    <a:pt x="3751" y="1"/>
                    <a:pt x="21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64"/>
            <p:cNvSpPr/>
            <p:nvPr/>
          </p:nvSpPr>
          <p:spPr>
            <a:xfrm>
              <a:off x="1848699" y="3467960"/>
              <a:ext cx="1429542" cy="489204"/>
            </a:xfrm>
            <a:custGeom>
              <a:avLst/>
              <a:gdLst/>
              <a:ahLst/>
              <a:cxnLst/>
              <a:rect l="l" t="t" r="r" b="b"/>
              <a:pathLst>
                <a:path w="11510" h="3939" extrusionOk="0">
                  <a:moveTo>
                    <a:pt x="9984" y="1"/>
                  </a:moveTo>
                  <a:cubicBezTo>
                    <a:pt x="6633" y="1"/>
                    <a:pt x="1" y="3487"/>
                    <a:pt x="0" y="3487"/>
                  </a:cubicBezTo>
                  <a:cubicBezTo>
                    <a:pt x="104" y="3792"/>
                    <a:pt x="796" y="3938"/>
                    <a:pt x="1782" y="3938"/>
                  </a:cubicBezTo>
                  <a:cubicBezTo>
                    <a:pt x="3582" y="3938"/>
                    <a:pt x="6366" y="3450"/>
                    <a:pt x="8358" y="2551"/>
                  </a:cubicBezTo>
                  <a:cubicBezTo>
                    <a:pt x="11442" y="1159"/>
                    <a:pt x="11510" y="462"/>
                    <a:pt x="11510" y="462"/>
                  </a:cubicBezTo>
                  <a:cubicBezTo>
                    <a:pt x="11180" y="137"/>
                    <a:pt x="10646" y="1"/>
                    <a:pt x="99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64"/>
            <p:cNvSpPr/>
            <p:nvPr/>
          </p:nvSpPr>
          <p:spPr>
            <a:xfrm>
              <a:off x="2170131" y="4710177"/>
              <a:ext cx="1133573" cy="320671"/>
            </a:xfrm>
            <a:custGeom>
              <a:avLst/>
              <a:gdLst/>
              <a:ahLst/>
              <a:cxnLst/>
              <a:rect l="l" t="t" r="r" b="b"/>
              <a:pathLst>
                <a:path w="9127" h="2582" extrusionOk="0">
                  <a:moveTo>
                    <a:pt x="7583" y="1"/>
                  </a:moveTo>
                  <a:cubicBezTo>
                    <a:pt x="4673" y="1"/>
                    <a:pt x="0" y="1967"/>
                    <a:pt x="0" y="1969"/>
                  </a:cubicBezTo>
                  <a:cubicBezTo>
                    <a:pt x="1126" y="2409"/>
                    <a:pt x="2191" y="2582"/>
                    <a:pt x="3169" y="2582"/>
                  </a:cubicBezTo>
                  <a:cubicBezTo>
                    <a:pt x="6724" y="2582"/>
                    <a:pt x="9126" y="299"/>
                    <a:pt x="9126" y="299"/>
                  </a:cubicBezTo>
                  <a:cubicBezTo>
                    <a:pt x="8730" y="88"/>
                    <a:pt x="8196" y="1"/>
                    <a:pt x="7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64"/>
            <p:cNvSpPr/>
            <p:nvPr/>
          </p:nvSpPr>
          <p:spPr>
            <a:xfrm>
              <a:off x="2372330" y="4194015"/>
              <a:ext cx="800842" cy="3867805"/>
            </a:xfrm>
            <a:custGeom>
              <a:avLst/>
              <a:gdLst/>
              <a:ahLst/>
              <a:cxnLst/>
              <a:rect l="l" t="t" r="r" b="b"/>
              <a:pathLst>
                <a:path w="6448" h="31143" extrusionOk="0">
                  <a:moveTo>
                    <a:pt x="685" y="1"/>
                  </a:moveTo>
                  <a:cubicBezTo>
                    <a:pt x="0" y="6706"/>
                    <a:pt x="1294" y="9858"/>
                    <a:pt x="977" y="11423"/>
                  </a:cubicBezTo>
                  <a:cubicBezTo>
                    <a:pt x="660" y="12987"/>
                    <a:pt x="1890" y="28156"/>
                    <a:pt x="1807" y="29311"/>
                  </a:cubicBezTo>
                  <a:cubicBezTo>
                    <a:pt x="1737" y="30289"/>
                    <a:pt x="2182" y="31143"/>
                    <a:pt x="3197" y="31143"/>
                  </a:cubicBezTo>
                  <a:cubicBezTo>
                    <a:pt x="3381" y="31143"/>
                    <a:pt x="3584" y="31114"/>
                    <a:pt x="3806" y="31054"/>
                  </a:cubicBezTo>
                  <a:cubicBezTo>
                    <a:pt x="4477" y="30869"/>
                    <a:pt x="4888" y="29631"/>
                    <a:pt x="4980" y="27271"/>
                  </a:cubicBezTo>
                  <a:cubicBezTo>
                    <a:pt x="5033" y="25908"/>
                    <a:pt x="6218" y="12117"/>
                    <a:pt x="6307" y="10437"/>
                  </a:cubicBezTo>
                  <a:cubicBezTo>
                    <a:pt x="6447" y="7803"/>
                    <a:pt x="6390" y="371"/>
                    <a:pt x="6425" y="2"/>
                  </a:cubicBezTo>
                  <a:lnTo>
                    <a:pt x="6425" y="1"/>
                  </a:lnTo>
                  <a:close/>
                </a:path>
              </a:pathLst>
            </a:custGeom>
            <a:solidFill>
              <a:srgbClr val="5B0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64"/>
            <p:cNvSpPr/>
            <p:nvPr/>
          </p:nvSpPr>
          <p:spPr>
            <a:xfrm>
              <a:off x="2529941" y="7612536"/>
              <a:ext cx="1195177" cy="684811"/>
            </a:xfrm>
            <a:custGeom>
              <a:avLst/>
              <a:gdLst/>
              <a:ahLst/>
              <a:cxnLst/>
              <a:rect l="l" t="t" r="r" b="b"/>
              <a:pathLst>
                <a:path w="9623" h="5514" extrusionOk="0">
                  <a:moveTo>
                    <a:pt x="4110" y="1"/>
                  </a:moveTo>
                  <a:lnTo>
                    <a:pt x="266" y="319"/>
                  </a:lnTo>
                  <a:lnTo>
                    <a:pt x="0" y="5514"/>
                  </a:lnTo>
                  <a:lnTo>
                    <a:pt x="9460" y="5514"/>
                  </a:lnTo>
                  <a:cubicBezTo>
                    <a:pt x="9460" y="5514"/>
                    <a:pt x="9623" y="3689"/>
                    <a:pt x="8588" y="3527"/>
                  </a:cubicBezTo>
                  <a:cubicBezTo>
                    <a:pt x="7555" y="3367"/>
                    <a:pt x="5346" y="3044"/>
                    <a:pt x="4815" y="2104"/>
                  </a:cubicBezTo>
                  <a:cubicBezTo>
                    <a:pt x="4285" y="1164"/>
                    <a:pt x="4110" y="1"/>
                    <a:pt x="4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64"/>
            <p:cNvSpPr/>
            <p:nvPr/>
          </p:nvSpPr>
          <p:spPr>
            <a:xfrm>
              <a:off x="2978555" y="7709782"/>
              <a:ext cx="342419" cy="303284"/>
            </a:xfrm>
            <a:custGeom>
              <a:avLst/>
              <a:gdLst/>
              <a:ahLst/>
              <a:cxnLst/>
              <a:rect l="l" t="t" r="r" b="b"/>
              <a:pathLst>
                <a:path w="2757" h="2442" fill="none" extrusionOk="0">
                  <a:moveTo>
                    <a:pt x="1" y="426"/>
                  </a:moveTo>
                  <a:lnTo>
                    <a:pt x="1544" y="0"/>
                  </a:lnTo>
                  <a:lnTo>
                    <a:pt x="412" y="1495"/>
                  </a:lnTo>
                  <a:lnTo>
                    <a:pt x="2030" y="1043"/>
                  </a:lnTo>
                  <a:lnTo>
                    <a:pt x="1123" y="2442"/>
                  </a:lnTo>
                  <a:lnTo>
                    <a:pt x="2757" y="1782"/>
                  </a:ln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64"/>
            <p:cNvSpPr/>
            <p:nvPr/>
          </p:nvSpPr>
          <p:spPr>
            <a:xfrm>
              <a:off x="2169758" y="3403750"/>
              <a:ext cx="1133946" cy="1550947"/>
            </a:xfrm>
            <a:custGeom>
              <a:avLst/>
              <a:gdLst/>
              <a:ahLst/>
              <a:cxnLst/>
              <a:rect l="l" t="t" r="r" b="b"/>
              <a:pathLst>
                <a:path w="9130" h="12488" extrusionOk="0">
                  <a:moveTo>
                    <a:pt x="8124" y="1"/>
                  </a:moveTo>
                  <a:lnTo>
                    <a:pt x="1564" y="1560"/>
                  </a:lnTo>
                  <a:cubicBezTo>
                    <a:pt x="1564" y="1560"/>
                    <a:pt x="1324" y="3689"/>
                    <a:pt x="1564" y="5281"/>
                  </a:cubicBezTo>
                  <a:cubicBezTo>
                    <a:pt x="1808" y="6872"/>
                    <a:pt x="1305" y="9781"/>
                    <a:pt x="804" y="10383"/>
                  </a:cubicBezTo>
                  <a:cubicBezTo>
                    <a:pt x="303" y="10983"/>
                    <a:pt x="0" y="12488"/>
                    <a:pt x="0" y="12488"/>
                  </a:cubicBezTo>
                  <a:cubicBezTo>
                    <a:pt x="0" y="12488"/>
                    <a:pt x="844" y="12251"/>
                    <a:pt x="1957" y="11954"/>
                  </a:cubicBezTo>
                  <a:cubicBezTo>
                    <a:pt x="3584" y="11518"/>
                    <a:pt x="5788" y="10956"/>
                    <a:pt x="6808" y="10818"/>
                  </a:cubicBezTo>
                  <a:cubicBezTo>
                    <a:pt x="6884" y="10808"/>
                    <a:pt x="6958" y="10799"/>
                    <a:pt x="7030" y="10790"/>
                  </a:cubicBezTo>
                  <a:cubicBezTo>
                    <a:pt x="7500" y="10734"/>
                    <a:pt x="7877" y="10714"/>
                    <a:pt x="8175" y="10714"/>
                  </a:cubicBezTo>
                  <a:cubicBezTo>
                    <a:pt x="8862" y="10714"/>
                    <a:pt x="9129" y="10818"/>
                    <a:pt x="9129" y="10818"/>
                  </a:cubicBezTo>
                  <a:cubicBezTo>
                    <a:pt x="9129" y="10818"/>
                    <a:pt x="8428" y="4063"/>
                    <a:pt x="81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64"/>
            <p:cNvSpPr/>
            <p:nvPr/>
          </p:nvSpPr>
          <p:spPr>
            <a:xfrm>
              <a:off x="2413192" y="4052306"/>
              <a:ext cx="629942" cy="835957"/>
            </a:xfrm>
            <a:custGeom>
              <a:avLst/>
              <a:gdLst/>
              <a:ahLst/>
              <a:cxnLst/>
              <a:rect l="l" t="t" r="r" b="b"/>
              <a:pathLst>
                <a:path w="5072" h="6731" extrusionOk="0">
                  <a:moveTo>
                    <a:pt x="3523" y="0"/>
                  </a:moveTo>
                  <a:lnTo>
                    <a:pt x="758" y="817"/>
                  </a:lnTo>
                  <a:lnTo>
                    <a:pt x="0" y="6731"/>
                  </a:lnTo>
                  <a:cubicBezTo>
                    <a:pt x="1625" y="6295"/>
                    <a:pt x="3829" y="5733"/>
                    <a:pt x="4849" y="5593"/>
                  </a:cubicBezTo>
                  <a:cubicBezTo>
                    <a:pt x="4925" y="5585"/>
                    <a:pt x="4999" y="5576"/>
                    <a:pt x="5072" y="5567"/>
                  </a:cubicBezTo>
                  <a:cubicBezTo>
                    <a:pt x="4222" y="3276"/>
                    <a:pt x="3523" y="0"/>
                    <a:pt x="35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64"/>
            <p:cNvSpPr/>
            <p:nvPr/>
          </p:nvSpPr>
          <p:spPr>
            <a:xfrm>
              <a:off x="1794547" y="4800841"/>
              <a:ext cx="1101654" cy="328993"/>
            </a:xfrm>
            <a:custGeom>
              <a:avLst/>
              <a:gdLst/>
              <a:ahLst/>
              <a:cxnLst/>
              <a:rect l="l" t="t" r="r" b="b"/>
              <a:pathLst>
                <a:path w="8870" h="2649" extrusionOk="0">
                  <a:moveTo>
                    <a:pt x="7174" y="1"/>
                  </a:moveTo>
                  <a:cubicBezTo>
                    <a:pt x="5902" y="1"/>
                    <a:pt x="3716" y="414"/>
                    <a:pt x="0" y="1986"/>
                  </a:cubicBezTo>
                  <a:cubicBezTo>
                    <a:pt x="0" y="1986"/>
                    <a:pt x="1066" y="2649"/>
                    <a:pt x="2895" y="2649"/>
                  </a:cubicBezTo>
                  <a:cubicBezTo>
                    <a:pt x="4417" y="2649"/>
                    <a:pt x="6467" y="2189"/>
                    <a:pt x="8870" y="506"/>
                  </a:cubicBezTo>
                  <a:cubicBezTo>
                    <a:pt x="8869" y="506"/>
                    <a:pt x="8581" y="1"/>
                    <a:pt x="71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64"/>
            <p:cNvSpPr/>
            <p:nvPr/>
          </p:nvSpPr>
          <p:spPr>
            <a:xfrm>
              <a:off x="1919121" y="4142101"/>
              <a:ext cx="862072" cy="3919718"/>
            </a:xfrm>
            <a:custGeom>
              <a:avLst/>
              <a:gdLst/>
              <a:ahLst/>
              <a:cxnLst/>
              <a:rect l="l" t="t" r="r" b="b"/>
              <a:pathLst>
                <a:path w="6941" h="31561" extrusionOk="0">
                  <a:moveTo>
                    <a:pt x="417" y="1"/>
                  </a:moveTo>
                  <a:cubicBezTo>
                    <a:pt x="414" y="1473"/>
                    <a:pt x="394" y="8221"/>
                    <a:pt x="297" y="10855"/>
                  </a:cubicBezTo>
                  <a:cubicBezTo>
                    <a:pt x="237" y="12535"/>
                    <a:pt x="188" y="26326"/>
                    <a:pt x="119" y="27687"/>
                  </a:cubicBezTo>
                  <a:cubicBezTo>
                    <a:pt x="1" y="30049"/>
                    <a:pt x="299" y="31287"/>
                    <a:pt x="957" y="31472"/>
                  </a:cubicBezTo>
                  <a:cubicBezTo>
                    <a:pt x="1174" y="31532"/>
                    <a:pt x="1374" y="31561"/>
                    <a:pt x="1558" y="31561"/>
                  </a:cubicBezTo>
                  <a:cubicBezTo>
                    <a:pt x="2573" y="31561"/>
                    <a:pt x="3095" y="30707"/>
                    <a:pt x="3110" y="29729"/>
                  </a:cubicBezTo>
                  <a:cubicBezTo>
                    <a:pt x="3130" y="28574"/>
                    <a:pt x="5717" y="13404"/>
                    <a:pt x="5541" y="11840"/>
                  </a:cubicBezTo>
                  <a:cubicBezTo>
                    <a:pt x="5366" y="10276"/>
                    <a:pt x="6940" y="7124"/>
                    <a:pt x="6856" y="417"/>
                  </a:cubicBezTo>
                  <a:lnTo>
                    <a:pt x="417"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64"/>
            <p:cNvSpPr/>
            <p:nvPr/>
          </p:nvSpPr>
          <p:spPr>
            <a:xfrm>
              <a:off x="1155906" y="7612536"/>
              <a:ext cx="1199524" cy="684811"/>
            </a:xfrm>
            <a:custGeom>
              <a:avLst/>
              <a:gdLst/>
              <a:ahLst/>
              <a:cxnLst/>
              <a:rect l="l" t="t" r="r" b="b"/>
              <a:pathLst>
                <a:path w="9658" h="5514" extrusionOk="0">
                  <a:moveTo>
                    <a:pt x="5842" y="1"/>
                  </a:moveTo>
                  <a:cubicBezTo>
                    <a:pt x="5842" y="1"/>
                    <a:pt x="5562" y="1164"/>
                    <a:pt x="4949" y="2104"/>
                  </a:cubicBezTo>
                  <a:cubicBezTo>
                    <a:pt x="4336" y="3044"/>
                    <a:pt x="2099" y="3367"/>
                    <a:pt x="1051" y="3527"/>
                  </a:cubicBezTo>
                  <a:cubicBezTo>
                    <a:pt x="1" y="3689"/>
                    <a:pt x="1" y="5514"/>
                    <a:pt x="1" y="5514"/>
                  </a:cubicBezTo>
                  <a:lnTo>
                    <a:pt x="9458" y="5514"/>
                  </a:lnTo>
                  <a:lnTo>
                    <a:pt x="9658" y="319"/>
                  </a:lnTo>
                  <a:lnTo>
                    <a:pt x="58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64"/>
            <p:cNvSpPr/>
            <p:nvPr/>
          </p:nvSpPr>
          <p:spPr>
            <a:xfrm>
              <a:off x="1609861" y="7709782"/>
              <a:ext cx="342419" cy="303284"/>
            </a:xfrm>
            <a:custGeom>
              <a:avLst/>
              <a:gdLst/>
              <a:ahLst/>
              <a:cxnLst/>
              <a:rect l="l" t="t" r="r" b="b"/>
              <a:pathLst>
                <a:path w="2757" h="2442" fill="none" extrusionOk="0">
                  <a:moveTo>
                    <a:pt x="2756" y="426"/>
                  </a:moveTo>
                  <a:lnTo>
                    <a:pt x="1213" y="0"/>
                  </a:lnTo>
                  <a:lnTo>
                    <a:pt x="2344" y="1495"/>
                  </a:lnTo>
                  <a:lnTo>
                    <a:pt x="727" y="1043"/>
                  </a:lnTo>
                  <a:lnTo>
                    <a:pt x="1635" y="2442"/>
                  </a:lnTo>
                  <a:lnTo>
                    <a:pt x="0" y="1782"/>
                  </a:ln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64"/>
            <p:cNvSpPr/>
            <p:nvPr/>
          </p:nvSpPr>
          <p:spPr>
            <a:xfrm>
              <a:off x="1794299" y="3444362"/>
              <a:ext cx="1212192" cy="1603109"/>
            </a:xfrm>
            <a:custGeom>
              <a:avLst/>
              <a:gdLst/>
              <a:ahLst/>
              <a:cxnLst/>
              <a:rect l="l" t="t" r="r" b="b"/>
              <a:pathLst>
                <a:path w="9760" h="12908" extrusionOk="0">
                  <a:moveTo>
                    <a:pt x="9760" y="0"/>
                  </a:moveTo>
                  <a:lnTo>
                    <a:pt x="1049" y="2160"/>
                  </a:lnTo>
                  <a:cubicBezTo>
                    <a:pt x="1049" y="2160"/>
                    <a:pt x="732" y="4865"/>
                    <a:pt x="973" y="6455"/>
                  </a:cubicBezTo>
                  <a:cubicBezTo>
                    <a:pt x="1215" y="8045"/>
                    <a:pt x="696" y="10914"/>
                    <a:pt x="438" y="11465"/>
                  </a:cubicBezTo>
                  <a:cubicBezTo>
                    <a:pt x="109" y="12176"/>
                    <a:pt x="1" y="12908"/>
                    <a:pt x="1" y="12908"/>
                  </a:cubicBezTo>
                  <a:cubicBezTo>
                    <a:pt x="1" y="12908"/>
                    <a:pt x="5086" y="11471"/>
                    <a:pt x="6805" y="11236"/>
                  </a:cubicBezTo>
                  <a:cubicBezTo>
                    <a:pt x="7177" y="11185"/>
                    <a:pt x="7485" y="11165"/>
                    <a:pt x="7739" y="11165"/>
                  </a:cubicBezTo>
                  <a:cubicBezTo>
                    <a:pt x="8658" y="11165"/>
                    <a:pt x="8870" y="11427"/>
                    <a:pt x="8870" y="11427"/>
                  </a:cubicBezTo>
                  <a:cubicBezTo>
                    <a:pt x="8870" y="11427"/>
                    <a:pt x="8494" y="8680"/>
                    <a:pt x="8506" y="4891"/>
                  </a:cubicBezTo>
                  <a:cubicBezTo>
                    <a:pt x="8509" y="3577"/>
                    <a:pt x="8933" y="1468"/>
                    <a:pt x="97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64"/>
            <p:cNvSpPr/>
            <p:nvPr/>
          </p:nvSpPr>
          <p:spPr>
            <a:xfrm>
              <a:off x="2067044" y="3674127"/>
              <a:ext cx="240575" cy="465731"/>
            </a:xfrm>
            <a:custGeom>
              <a:avLst/>
              <a:gdLst/>
              <a:ahLst/>
              <a:cxnLst/>
              <a:rect l="l" t="t" r="r" b="b"/>
              <a:pathLst>
                <a:path w="1937" h="3750" fill="none" extrusionOk="0">
                  <a:moveTo>
                    <a:pt x="0" y="3749"/>
                  </a:moveTo>
                  <a:cubicBezTo>
                    <a:pt x="0" y="3749"/>
                    <a:pt x="1936" y="2783"/>
                    <a:pt x="1736" y="0"/>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64"/>
            <p:cNvSpPr/>
            <p:nvPr/>
          </p:nvSpPr>
          <p:spPr>
            <a:xfrm>
              <a:off x="2883541" y="3507454"/>
              <a:ext cx="69428" cy="430087"/>
            </a:xfrm>
            <a:custGeom>
              <a:avLst/>
              <a:gdLst/>
              <a:ahLst/>
              <a:cxnLst/>
              <a:rect l="l" t="t" r="r" b="b"/>
              <a:pathLst>
                <a:path w="559" h="3463" fill="none" extrusionOk="0">
                  <a:moveTo>
                    <a:pt x="256" y="0"/>
                  </a:moveTo>
                  <a:cubicBezTo>
                    <a:pt x="558" y="1141"/>
                    <a:pt x="468" y="2380"/>
                    <a:pt x="1" y="3462"/>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64"/>
            <p:cNvSpPr/>
            <p:nvPr/>
          </p:nvSpPr>
          <p:spPr>
            <a:xfrm>
              <a:off x="1978613" y="3674127"/>
              <a:ext cx="121343" cy="1330501"/>
            </a:xfrm>
            <a:custGeom>
              <a:avLst/>
              <a:gdLst/>
              <a:ahLst/>
              <a:cxnLst/>
              <a:rect l="l" t="t" r="r" b="b"/>
              <a:pathLst>
                <a:path w="977" h="10713" fill="none" extrusionOk="0">
                  <a:moveTo>
                    <a:pt x="1" y="10712"/>
                  </a:moveTo>
                  <a:cubicBezTo>
                    <a:pt x="491" y="9163"/>
                    <a:pt x="976" y="7577"/>
                    <a:pt x="949" y="5952"/>
                  </a:cubicBezTo>
                  <a:cubicBezTo>
                    <a:pt x="915" y="3951"/>
                    <a:pt x="109" y="1905"/>
                    <a:pt x="727" y="0"/>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64"/>
            <p:cNvSpPr/>
            <p:nvPr/>
          </p:nvSpPr>
          <p:spPr>
            <a:xfrm>
              <a:off x="1848823" y="4601505"/>
              <a:ext cx="1026265" cy="267019"/>
            </a:xfrm>
            <a:custGeom>
              <a:avLst/>
              <a:gdLst/>
              <a:ahLst/>
              <a:cxnLst/>
              <a:rect l="l" t="t" r="r" b="b"/>
              <a:pathLst>
                <a:path w="8263" h="2150" fill="none" extrusionOk="0">
                  <a:moveTo>
                    <a:pt x="1" y="2150"/>
                  </a:moveTo>
                  <a:cubicBezTo>
                    <a:pt x="1" y="2150"/>
                    <a:pt x="5890" y="0"/>
                    <a:pt x="8262" y="490"/>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64"/>
            <p:cNvSpPr/>
            <p:nvPr/>
          </p:nvSpPr>
          <p:spPr>
            <a:xfrm>
              <a:off x="1546145" y="2051245"/>
              <a:ext cx="1732093" cy="1849760"/>
            </a:xfrm>
            <a:custGeom>
              <a:avLst/>
              <a:gdLst/>
              <a:ahLst/>
              <a:cxnLst/>
              <a:rect l="l" t="t" r="r" b="b"/>
              <a:pathLst>
                <a:path w="13946" h="14894" extrusionOk="0">
                  <a:moveTo>
                    <a:pt x="5395" y="1"/>
                  </a:moveTo>
                  <a:lnTo>
                    <a:pt x="676" y="2128"/>
                  </a:lnTo>
                  <a:cubicBezTo>
                    <a:pt x="0" y="2334"/>
                    <a:pt x="2436" y="13377"/>
                    <a:pt x="2436" y="13377"/>
                  </a:cubicBezTo>
                  <a:cubicBezTo>
                    <a:pt x="2436" y="13377"/>
                    <a:pt x="2286" y="14518"/>
                    <a:pt x="2436" y="14894"/>
                  </a:cubicBezTo>
                  <a:cubicBezTo>
                    <a:pt x="2436" y="14894"/>
                    <a:pt x="9825" y="12541"/>
                    <a:pt x="11362" y="12046"/>
                  </a:cubicBezTo>
                  <a:cubicBezTo>
                    <a:pt x="12033" y="11829"/>
                    <a:pt x="12611" y="11768"/>
                    <a:pt x="13049" y="11768"/>
                  </a:cubicBezTo>
                  <a:cubicBezTo>
                    <a:pt x="13613" y="11768"/>
                    <a:pt x="13946" y="11869"/>
                    <a:pt x="13946" y="11869"/>
                  </a:cubicBezTo>
                  <a:cubicBezTo>
                    <a:pt x="13946" y="11869"/>
                    <a:pt x="13870" y="11073"/>
                    <a:pt x="13270" y="10387"/>
                  </a:cubicBezTo>
                  <a:cubicBezTo>
                    <a:pt x="12668" y="9703"/>
                    <a:pt x="11028" y="1545"/>
                    <a:pt x="11058" y="1181"/>
                  </a:cubicBezTo>
                  <a:cubicBezTo>
                    <a:pt x="11088" y="816"/>
                    <a:pt x="7730" y="164"/>
                    <a:pt x="7730" y="164"/>
                  </a:cubicBezTo>
                  <a:lnTo>
                    <a:pt x="53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64"/>
            <p:cNvSpPr/>
            <p:nvPr/>
          </p:nvSpPr>
          <p:spPr>
            <a:xfrm>
              <a:off x="2112253" y="1924068"/>
              <a:ext cx="488975" cy="339177"/>
            </a:xfrm>
            <a:custGeom>
              <a:avLst/>
              <a:gdLst/>
              <a:ahLst/>
              <a:cxnLst/>
              <a:rect l="l" t="t" r="r" b="b"/>
              <a:pathLst>
                <a:path w="3937" h="2731" extrusionOk="0">
                  <a:moveTo>
                    <a:pt x="896" y="0"/>
                  </a:moveTo>
                  <a:lnTo>
                    <a:pt x="1" y="922"/>
                  </a:lnTo>
                  <a:lnTo>
                    <a:pt x="701" y="2731"/>
                  </a:lnTo>
                  <a:lnTo>
                    <a:pt x="1445" y="1864"/>
                  </a:lnTo>
                  <a:lnTo>
                    <a:pt x="2453" y="2457"/>
                  </a:lnTo>
                  <a:lnTo>
                    <a:pt x="2797" y="1804"/>
                  </a:lnTo>
                  <a:lnTo>
                    <a:pt x="3937" y="2328"/>
                  </a:lnTo>
                  <a:lnTo>
                    <a:pt x="3937" y="721"/>
                  </a:lnTo>
                  <a:lnTo>
                    <a:pt x="3086" y="270"/>
                  </a:lnTo>
                  <a:lnTo>
                    <a:pt x="8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64"/>
            <p:cNvSpPr/>
            <p:nvPr/>
          </p:nvSpPr>
          <p:spPr>
            <a:xfrm>
              <a:off x="2796476" y="3153245"/>
              <a:ext cx="407128" cy="191260"/>
            </a:xfrm>
            <a:custGeom>
              <a:avLst/>
              <a:gdLst/>
              <a:ahLst/>
              <a:cxnLst/>
              <a:rect l="l" t="t" r="r" b="b"/>
              <a:pathLst>
                <a:path w="3278" h="1540" fill="none" extrusionOk="0">
                  <a:moveTo>
                    <a:pt x="566" y="46"/>
                  </a:moveTo>
                  <a:cubicBezTo>
                    <a:pt x="407" y="5"/>
                    <a:pt x="236" y="0"/>
                    <a:pt x="75" y="39"/>
                  </a:cubicBezTo>
                  <a:cubicBezTo>
                    <a:pt x="1" y="224"/>
                    <a:pt x="213" y="393"/>
                    <a:pt x="395" y="473"/>
                  </a:cubicBezTo>
                  <a:cubicBezTo>
                    <a:pt x="1341" y="879"/>
                    <a:pt x="2434" y="949"/>
                    <a:pt x="3277" y="1539"/>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64"/>
            <p:cNvSpPr/>
            <p:nvPr/>
          </p:nvSpPr>
          <p:spPr>
            <a:xfrm>
              <a:off x="1852673" y="3573527"/>
              <a:ext cx="382412" cy="141334"/>
            </a:xfrm>
            <a:custGeom>
              <a:avLst/>
              <a:gdLst/>
              <a:ahLst/>
              <a:cxnLst/>
              <a:rect l="l" t="t" r="r" b="b"/>
              <a:pathLst>
                <a:path w="3079" h="1138" fill="none" extrusionOk="0">
                  <a:moveTo>
                    <a:pt x="3078" y="1"/>
                  </a:moveTo>
                  <a:cubicBezTo>
                    <a:pt x="1995" y="190"/>
                    <a:pt x="948" y="579"/>
                    <a:pt x="1" y="1138"/>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64"/>
            <p:cNvSpPr/>
            <p:nvPr/>
          </p:nvSpPr>
          <p:spPr>
            <a:xfrm>
              <a:off x="2416794" y="2229095"/>
              <a:ext cx="42849" cy="146550"/>
            </a:xfrm>
            <a:custGeom>
              <a:avLst/>
              <a:gdLst/>
              <a:ahLst/>
              <a:cxnLst/>
              <a:rect l="l" t="t" r="r" b="b"/>
              <a:pathLst>
                <a:path w="345" h="1180" fill="none" extrusionOk="0">
                  <a:moveTo>
                    <a:pt x="1" y="1"/>
                  </a:moveTo>
                  <a:cubicBezTo>
                    <a:pt x="1" y="1"/>
                    <a:pt x="263" y="657"/>
                    <a:pt x="345" y="1179"/>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64"/>
            <p:cNvSpPr/>
            <p:nvPr/>
          </p:nvSpPr>
          <p:spPr>
            <a:xfrm>
              <a:off x="1216516" y="2747742"/>
              <a:ext cx="557285" cy="965492"/>
            </a:xfrm>
            <a:custGeom>
              <a:avLst/>
              <a:gdLst/>
              <a:ahLst/>
              <a:cxnLst/>
              <a:rect l="l" t="t" r="r" b="b"/>
              <a:pathLst>
                <a:path w="4487" h="7774" extrusionOk="0">
                  <a:moveTo>
                    <a:pt x="1188" y="1"/>
                  </a:moveTo>
                  <a:cubicBezTo>
                    <a:pt x="1188" y="1"/>
                    <a:pt x="1" y="6150"/>
                    <a:pt x="145" y="7459"/>
                  </a:cubicBezTo>
                  <a:cubicBezTo>
                    <a:pt x="169" y="7678"/>
                    <a:pt x="279" y="7774"/>
                    <a:pt x="447" y="7774"/>
                  </a:cubicBezTo>
                  <a:cubicBezTo>
                    <a:pt x="1282" y="7774"/>
                    <a:pt x="3551" y="5419"/>
                    <a:pt x="3886" y="4183"/>
                  </a:cubicBezTo>
                  <a:cubicBezTo>
                    <a:pt x="4291" y="2696"/>
                    <a:pt x="4487" y="597"/>
                    <a:pt x="4487" y="597"/>
                  </a:cubicBezTo>
                  <a:lnTo>
                    <a:pt x="1188"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64"/>
            <p:cNvSpPr/>
            <p:nvPr/>
          </p:nvSpPr>
          <p:spPr>
            <a:xfrm>
              <a:off x="1179753" y="2312183"/>
              <a:ext cx="614914" cy="871476"/>
            </a:xfrm>
            <a:custGeom>
              <a:avLst/>
              <a:gdLst/>
              <a:ahLst/>
              <a:cxnLst/>
              <a:rect l="l" t="t" r="r" b="b"/>
              <a:pathLst>
                <a:path w="4951" h="7017" extrusionOk="0">
                  <a:moveTo>
                    <a:pt x="3739" y="1"/>
                  </a:moveTo>
                  <a:cubicBezTo>
                    <a:pt x="3703" y="1"/>
                    <a:pt x="3665" y="10"/>
                    <a:pt x="3626" y="28"/>
                  </a:cubicBezTo>
                  <a:cubicBezTo>
                    <a:pt x="2188" y="725"/>
                    <a:pt x="1349" y="1450"/>
                    <a:pt x="1170" y="2863"/>
                  </a:cubicBezTo>
                  <a:cubicBezTo>
                    <a:pt x="989" y="4274"/>
                    <a:pt x="135" y="5815"/>
                    <a:pt x="0" y="6550"/>
                  </a:cubicBezTo>
                  <a:cubicBezTo>
                    <a:pt x="0" y="6550"/>
                    <a:pt x="494" y="6172"/>
                    <a:pt x="1604" y="6172"/>
                  </a:cubicBezTo>
                  <a:cubicBezTo>
                    <a:pt x="2393" y="6172"/>
                    <a:pt x="3494" y="6363"/>
                    <a:pt x="4950" y="7017"/>
                  </a:cubicBezTo>
                  <a:cubicBezTo>
                    <a:pt x="4950" y="7015"/>
                    <a:pt x="4758" y="1"/>
                    <a:pt x="3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64"/>
            <p:cNvSpPr/>
            <p:nvPr/>
          </p:nvSpPr>
          <p:spPr>
            <a:xfrm>
              <a:off x="1213784" y="2952170"/>
              <a:ext cx="618019" cy="119227"/>
            </a:xfrm>
            <a:custGeom>
              <a:avLst/>
              <a:gdLst/>
              <a:ahLst/>
              <a:cxnLst/>
              <a:rect l="l" t="t" r="r" b="b"/>
              <a:pathLst>
                <a:path w="4976" h="960" fill="none" extrusionOk="0">
                  <a:moveTo>
                    <a:pt x="0" y="550"/>
                  </a:moveTo>
                  <a:cubicBezTo>
                    <a:pt x="776" y="156"/>
                    <a:pt x="1645" y="0"/>
                    <a:pt x="2500" y="150"/>
                  </a:cubicBezTo>
                  <a:cubicBezTo>
                    <a:pt x="3355" y="300"/>
                    <a:pt x="4169" y="632"/>
                    <a:pt x="4976" y="960"/>
                  </a:cubicBezTo>
                </a:path>
              </a:pathLst>
            </a:custGeom>
            <a:noFill/>
            <a:ln w="1700"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64"/>
            <p:cNvSpPr/>
            <p:nvPr/>
          </p:nvSpPr>
          <p:spPr>
            <a:xfrm>
              <a:off x="1708103" y="2393905"/>
              <a:ext cx="127181" cy="830244"/>
            </a:xfrm>
            <a:custGeom>
              <a:avLst/>
              <a:gdLst/>
              <a:ahLst/>
              <a:cxnLst/>
              <a:rect l="l" t="t" r="r" b="b"/>
              <a:pathLst>
                <a:path w="1024" h="6685" fill="none" extrusionOk="0">
                  <a:moveTo>
                    <a:pt x="1" y="1"/>
                  </a:moveTo>
                  <a:cubicBezTo>
                    <a:pt x="498" y="359"/>
                    <a:pt x="787" y="949"/>
                    <a:pt x="905" y="1550"/>
                  </a:cubicBezTo>
                  <a:cubicBezTo>
                    <a:pt x="1024" y="2150"/>
                    <a:pt x="990" y="2771"/>
                    <a:pt x="956" y="3384"/>
                  </a:cubicBezTo>
                  <a:cubicBezTo>
                    <a:pt x="893" y="4484"/>
                    <a:pt x="831" y="5585"/>
                    <a:pt x="770" y="6685"/>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64"/>
            <p:cNvSpPr/>
            <p:nvPr/>
          </p:nvSpPr>
          <p:spPr>
            <a:xfrm>
              <a:off x="1843482" y="2595973"/>
              <a:ext cx="395329" cy="359545"/>
            </a:xfrm>
            <a:custGeom>
              <a:avLst/>
              <a:gdLst/>
              <a:ahLst/>
              <a:cxnLst/>
              <a:rect l="l" t="t" r="r" b="b"/>
              <a:pathLst>
                <a:path w="3183" h="2895" extrusionOk="0">
                  <a:moveTo>
                    <a:pt x="3038" y="0"/>
                  </a:moveTo>
                  <a:cubicBezTo>
                    <a:pt x="3028" y="0"/>
                    <a:pt x="3018" y="2"/>
                    <a:pt x="3007" y="4"/>
                  </a:cubicBezTo>
                  <a:cubicBezTo>
                    <a:pt x="2828" y="49"/>
                    <a:pt x="1434" y="723"/>
                    <a:pt x="1434" y="723"/>
                  </a:cubicBezTo>
                  <a:cubicBezTo>
                    <a:pt x="1434" y="723"/>
                    <a:pt x="1255" y="694"/>
                    <a:pt x="1102" y="694"/>
                  </a:cubicBezTo>
                  <a:cubicBezTo>
                    <a:pt x="1026" y="694"/>
                    <a:pt x="956" y="701"/>
                    <a:pt x="918" y="723"/>
                  </a:cubicBezTo>
                  <a:cubicBezTo>
                    <a:pt x="804" y="793"/>
                    <a:pt x="423" y="1331"/>
                    <a:pt x="310" y="1512"/>
                  </a:cubicBezTo>
                  <a:cubicBezTo>
                    <a:pt x="199" y="1691"/>
                    <a:pt x="1" y="2397"/>
                    <a:pt x="1" y="2397"/>
                  </a:cubicBezTo>
                  <a:lnTo>
                    <a:pt x="1465" y="2894"/>
                  </a:lnTo>
                  <a:cubicBezTo>
                    <a:pt x="1465" y="2894"/>
                    <a:pt x="1472" y="2894"/>
                    <a:pt x="1485" y="2894"/>
                  </a:cubicBezTo>
                  <a:cubicBezTo>
                    <a:pt x="1553" y="2894"/>
                    <a:pt x="1787" y="2879"/>
                    <a:pt x="2162" y="2692"/>
                  </a:cubicBezTo>
                  <a:cubicBezTo>
                    <a:pt x="2613" y="2467"/>
                    <a:pt x="2669" y="2006"/>
                    <a:pt x="2669" y="1871"/>
                  </a:cubicBezTo>
                  <a:cubicBezTo>
                    <a:pt x="2669" y="1736"/>
                    <a:pt x="2488" y="1669"/>
                    <a:pt x="2488" y="1669"/>
                  </a:cubicBezTo>
                  <a:cubicBezTo>
                    <a:pt x="2488" y="1669"/>
                    <a:pt x="2691" y="1512"/>
                    <a:pt x="2669" y="1396"/>
                  </a:cubicBezTo>
                  <a:cubicBezTo>
                    <a:pt x="2647" y="1282"/>
                    <a:pt x="2467" y="1196"/>
                    <a:pt x="2467" y="1196"/>
                  </a:cubicBezTo>
                  <a:cubicBezTo>
                    <a:pt x="2467" y="1196"/>
                    <a:pt x="2580" y="1152"/>
                    <a:pt x="2624" y="1017"/>
                  </a:cubicBezTo>
                  <a:cubicBezTo>
                    <a:pt x="2670" y="883"/>
                    <a:pt x="2399" y="771"/>
                    <a:pt x="2399" y="771"/>
                  </a:cubicBezTo>
                  <a:cubicBezTo>
                    <a:pt x="2399" y="771"/>
                    <a:pt x="2872" y="568"/>
                    <a:pt x="3007" y="433"/>
                  </a:cubicBezTo>
                  <a:cubicBezTo>
                    <a:pt x="3135" y="306"/>
                    <a:pt x="3182" y="0"/>
                    <a:pt x="3038"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64"/>
            <p:cNvSpPr/>
            <p:nvPr/>
          </p:nvSpPr>
          <p:spPr>
            <a:xfrm>
              <a:off x="1176524" y="2893549"/>
              <a:ext cx="849404" cy="980768"/>
            </a:xfrm>
            <a:custGeom>
              <a:avLst/>
              <a:gdLst/>
              <a:ahLst/>
              <a:cxnLst/>
              <a:rect l="l" t="t" r="r" b="b"/>
              <a:pathLst>
                <a:path w="6839" h="7897" extrusionOk="0">
                  <a:moveTo>
                    <a:pt x="5371" y="1"/>
                  </a:moveTo>
                  <a:cubicBezTo>
                    <a:pt x="5371" y="1"/>
                    <a:pt x="1464" y="4663"/>
                    <a:pt x="656" y="5679"/>
                  </a:cubicBezTo>
                  <a:cubicBezTo>
                    <a:pt x="1" y="6501"/>
                    <a:pt x="1155" y="7896"/>
                    <a:pt x="2264" y="7896"/>
                  </a:cubicBezTo>
                  <a:cubicBezTo>
                    <a:pt x="2524" y="7896"/>
                    <a:pt x="2782" y="7819"/>
                    <a:pt x="3013" y="7640"/>
                  </a:cubicBezTo>
                  <a:cubicBezTo>
                    <a:pt x="4231" y="6694"/>
                    <a:pt x="6838" y="499"/>
                    <a:pt x="6838" y="499"/>
                  </a:cubicBezTo>
                  <a:lnTo>
                    <a:pt x="5371"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64"/>
            <p:cNvSpPr/>
            <p:nvPr/>
          </p:nvSpPr>
          <p:spPr>
            <a:xfrm>
              <a:off x="1418219" y="3125425"/>
              <a:ext cx="231509" cy="278321"/>
            </a:xfrm>
            <a:custGeom>
              <a:avLst/>
              <a:gdLst/>
              <a:ahLst/>
              <a:cxnLst/>
              <a:rect l="l" t="t" r="r" b="b"/>
              <a:pathLst>
                <a:path w="1864" h="2241" fill="none" extrusionOk="0">
                  <a:moveTo>
                    <a:pt x="1863" y="0"/>
                  </a:moveTo>
                  <a:cubicBezTo>
                    <a:pt x="1863" y="0"/>
                    <a:pt x="1290" y="667"/>
                    <a:pt x="0" y="2240"/>
                  </a:cubicBezTo>
                </a:path>
              </a:pathLst>
            </a:custGeom>
            <a:noFill/>
            <a:ln w="1700" cap="flat" cmpd="sng">
              <a:solidFill>
                <a:schemeClr val="dk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64"/>
            <p:cNvSpPr/>
            <p:nvPr/>
          </p:nvSpPr>
          <p:spPr>
            <a:xfrm>
              <a:off x="1994511" y="1103250"/>
              <a:ext cx="792769" cy="775225"/>
            </a:xfrm>
            <a:custGeom>
              <a:avLst/>
              <a:gdLst/>
              <a:ahLst/>
              <a:cxnLst/>
              <a:rect l="l" t="t" r="r" b="b"/>
              <a:pathLst>
                <a:path w="6383" h="6242" extrusionOk="0">
                  <a:moveTo>
                    <a:pt x="4440" y="0"/>
                  </a:moveTo>
                  <a:cubicBezTo>
                    <a:pt x="4440" y="0"/>
                    <a:pt x="4442" y="427"/>
                    <a:pt x="4231" y="764"/>
                  </a:cubicBezTo>
                  <a:cubicBezTo>
                    <a:pt x="4019" y="1102"/>
                    <a:pt x="910" y="1318"/>
                    <a:pt x="719" y="1977"/>
                  </a:cubicBezTo>
                  <a:cubicBezTo>
                    <a:pt x="528" y="2633"/>
                    <a:pt x="0" y="4691"/>
                    <a:pt x="816" y="5509"/>
                  </a:cubicBezTo>
                  <a:cubicBezTo>
                    <a:pt x="1484" y="6181"/>
                    <a:pt x="1762" y="6242"/>
                    <a:pt x="1841" y="6242"/>
                  </a:cubicBezTo>
                  <a:cubicBezTo>
                    <a:pt x="1859" y="6242"/>
                    <a:pt x="1867" y="6239"/>
                    <a:pt x="1867" y="6239"/>
                  </a:cubicBezTo>
                  <a:cubicBezTo>
                    <a:pt x="1867" y="6239"/>
                    <a:pt x="3438" y="3671"/>
                    <a:pt x="4909" y="3506"/>
                  </a:cubicBezTo>
                  <a:cubicBezTo>
                    <a:pt x="6382" y="3342"/>
                    <a:pt x="5976" y="1013"/>
                    <a:pt x="5976" y="1013"/>
                  </a:cubicBezTo>
                  <a:lnTo>
                    <a:pt x="5976" y="1013"/>
                  </a:lnTo>
                  <a:cubicBezTo>
                    <a:pt x="5880" y="1215"/>
                    <a:pt x="5703" y="1283"/>
                    <a:pt x="5703" y="1283"/>
                  </a:cubicBezTo>
                  <a:cubicBezTo>
                    <a:pt x="5871" y="92"/>
                    <a:pt x="4440" y="0"/>
                    <a:pt x="44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64"/>
            <p:cNvSpPr/>
            <p:nvPr/>
          </p:nvSpPr>
          <p:spPr>
            <a:xfrm>
              <a:off x="2216209" y="1735288"/>
              <a:ext cx="290007" cy="400280"/>
            </a:xfrm>
            <a:custGeom>
              <a:avLst/>
              <a:gdLst/>
              <a:ahLst/>
              <a:cxnLst/>
              <a:rect l="l" t="t" r="r" b="b"/>
              <a:pathLst>
                <a:path w="2335" h="3223" extrusionOk="0">
                  <a:moveTo>
                    <a:pt x="150" y="1"/>
                  </a:moveTo>
                  <a:lnTo>
                    <a:pt x="0" y="2545"/>
                  </a:lnTo>
                  <a:cubicBezTo>
                    <a:pt x="0" y="2545"/>
                    <a:pt x="633" y="3223"/>
                    <a:pt x="1361" y="3223"/>
                  </a:cubicBezTo>
                  <a:cubicBezTo>
                    <a:pt x="1682" y="3223"/>
                    <a:pt x="2022" y="3091"/>
                    <a:pt x="2335" y="2709"/>
                  </a:cubicBezTo>
                  <a:lnTo>
                    <a:pt x="2335" y="105"/>
                  </a:lnTo>
                  <a:lnTo>
                    <a:pt x="150" y="1"/>
                  </a:ln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64"/>
            <p:cNvSpPr/>
            <p:nvPr/>
          </p:nvSpPr>
          <p:spPr>
            <a:xfrm>
              <a:off x="2291599" y="1829057"/>
              <a:ext cx="214618" cy="245037"/>
            </a:xfrm>
            <a:custGeom>
              <a:avLst/>
              <a:gdLst/>
              <a:ahLst/>
              <a:cxnLst/>
              <a:rect l="l" t="t" r="r" b="b"/>
              <a:pathLst>
                <a:path w="1728" h="1973" extrusionOk="0">
                  <a:moveTo>
                    <a:pt x="1" y="0"/>
                  </a:moveTo>
                  <a:cubicBezTo>
                    <a:pt x="1" y="0"/>
                    <a:pt x="1" y="1973"/>
                    <a:pt x="1470" y="1973"/>
                  </a:cubicBezTo>
                  <a:cubicBezTo>
                    <a:pt x="1552" y="1973"/>
                    <a:pt x="1637" y="1967"/>
                    <a:pt x="1728" y="1954"/>
                  </a:cubicBezTo>
                  <a:lnTo>
                    <a:pt x="1728" y="113"/>
                  </a:lnTo>
                  <a:lnTo>
                    <a:pt x="1" y="0"/>
                  </a:lnTo>
                  <a:close/>
                </a:path>
              </a:pathLst>
            </a:custGeom>
            <a:solidFill>
              <a:srgbClr val="332C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64"/>
            <p:cNvSpPr/>
            <p:nvPr/>
          </p:nvSpPr>
          <p:spPr>
            <a:xfrm>
              <a:off x="2209378" y="1390145"/>
              <a:ext cx="501395" cy="600607"/>
            </a:xfrm>
            <a:custGeom>
              <a:avLst/>
              <a:gdLst/>
              <a:ahLst/>
              <a:cxnLst/>
              <a:rect l="l" t="t" r="r" b="b"/>
              <a:pathLst>
                <a:path w="4037" h="4836" extrusionOk="0">
                  <a:moveTo>
                    <a:pt x="2045" y="0"/>
                  </a:moveTo>
                  <a:cubicBezTo>
                    <a:pt x="1190" y="0"/>
                    <a:pt x="198" y="330"/>
                    <a:pt x="108" y="897"/>
                  </a:cubicBezTo>
                  <a:cubicBezTo>
                    <a:pt x="0" y="1582"/>
                    <a:pt x="64" y="2173"/>
                    <a:pt x="221" y="3085"/>
                  </a:cubicBezTo>
                  <a:cubicBezTo>
                    <a:pt x="447" y="4406"/>
                    <a:pt x="1177" y="4836"/>
                    <a:pt x="1987" y="4836"/>
                  </a:cubicBezTo>
                  <a:cubicBezTo>
                    <a:pt x="2048" y="4836"/>
                    <a:pt x="2109" y="4833"/>
                    <a:pt x="2171" y="4829"/>
                  </a:cubicBezTo>
                  <a:cubicBezTo>
                    <a:pt x="3050" y="4762"/>
                    <a:pt x="3754" y="4528"/>
                    <a:pt x="3921" y="3986"/>
                  </a:cubicBezTo>
                  <a:cubicBezTo>
                    <a:pt x="4037" y="3617"/>
                    <a:pt x="3939" y="3122"/>
                    <a:pt x="3855" y="2674"/>
                  </a:cubicBezTo>
                  <a:cubicBezTo>
                    <a:pt x="3828" y="2534"/>
                    <a:pt x="3803" y="2394"/>
                    <a:pt x="3786" y="2268"/>
                  </a:cubicBezTo>
                  <a:cubicBezTo>
                    <a:pt x="3780" y="2212"/>
                    <a:pt x="3776" y="2160"/>
                    <a:pt x="3772" y="2108"/>
                  </a:cubicBezTo>
                  <a:cubicBezTo>
                    <a:pt x="3739" y="1569"/>
                    <a:pt x="3632" y="641"/>
                    <a:pt x="3076" y="245"/>
                  </a:cubicBezTo>
                  <a:cubicBezTo>
                    <a:pt x="2845" y="78"/>
                    <a:pt x="2461" y="0"/>
                    <a:pt x="2045"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64"/>
            <p:cNvSpPr/>
            <p:nvPr/>
          </p:nvSpPr>
          <p:spPr>
            <a:xfrm>
              <a:off x="2077850" y="1655057"/>
              <a:ext cx="235607" cy="179710"/>
            </a:xfrm>
            <a:custGeom>
              <a:avLst/>
              <a:gdLst/>
              <a:ahLst/>
              <a:cxnLst/>
              <a:rect l="l" t="t" r="r" b="b"/>
              <a:pathLst>
                <a:path w="1897" h="1447" extrusionOk="0">
                  <a:moveTo>
                    <a:pt x="444" y="0"/>
                  </a:moveTo>
                  <a:cubicBezTo>
                    <a:pt x="177" y="0"/>
                    <a:pt x="1" y="149"/>
                    <a:pt x="17" y="573"/>
                  </a:cubicBezTo>
                  <a:cubicBezTo>
                    <a:pt x="37" y="1118"/>
                    <a:pt x="458" y="1446"/>
                    <a:pt x="895" y="1446"/>
                  </a:cubicBezTo>
                  <a:cubicBezTo>
                    <a:pt x="1052" y="1446"/>
                    <a:pt x="1211" y="1404"/>
                    <a:pt x="1354" y="1314"/>
                  </a:cubicBezTo>
                  <a:cubicBezTo>
                    <a:pt x="1897" y="970"/>
                    <a:pt x="1599" y="390"/>
                    <a:pt x="1156" y="198"/>
                  </a:cubicBezTo>
                  <a:cubicBezTo>
                    <a:pt x="895" y="84"/>
                    <a:pt x="644" y="0"/>
                    <a:pt x="444"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64"/>
            <p:cNvSpPr/>
            <p:nvPr/>
          </p:nvSpPr>
          <p:spPr>
            <a:xfrm>
              <a:off x="2129269" y="1699644"/>
              <a:ext cx="80233" cy="84949"/>
            </a:xfrm>
            <a:custGeom>
              <a:avLst/>
              <a:gdLst/>
              <a:ahLst/>
              <a:cxnLst/>
              <a:rect l="l" t="t" r="r" b="b"/>
              <a:pathLst>
                <a:path w="646" h="684" fill="none" extrusionOk="0">
                  <a:moveTo>
                    <a:pt x="0" y="46"/>
                  </a:moveTo>
                  <a:cubicBezTo>
                    <a:pt x="0" y="46"/>
                    <a:pt x="645" y="0"/>
                    <a:pt x="555" y="684"/>
                  </a:cubicBezTo>
                </a:path>
              </a:pathLst>
            </a:custGeom>
            <a:noFill/>
            <a:ln w="1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64"/>
            <p:cNvSpPr/>
            <p:nvPr/>
          </p:nvSpPr>
          <p:spPr>
            <a:xfrm>
              <a:off x="2159946" y="1735288"/>
              <a:ext cx="31795" cy="20616"/>
            </a:xfrm>
            <a:custGeom>
              <a:avLst/>
              <a:gdLst/>
              <a:ahLst/>
              <a:cxnLst/>
              <a:rect l="l" t="t" r="r" b="b"/>
              <a:pathLst>
                <a:path w="256" h="166" fill="none" extrusionOk="0">
                  <a:moveTo>
                    <a:pt x="256" y="1"/>
                  </a:moveTo>
                  <a:lnTo>
                    <a:pt x="1" y="165"/>
                  </a:lnTo>
                </a:path>
              </a:pathLst>
            </a:custGeom>
            <a:noFill/>
            <a:ln w="17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64"/>
            <p:cNvSpPr/>
            <p:nvPr/>
          </p:nvSpPr>
          <p:spPr>
            <a:xfrm>
              <a:off x="2496531" y="1641768"/>
              <a:ext cx="77004" cy="160708"/>
            </a:xfrm>
            <a:custGeom>
              <a:avLst/>
              <a:gdLst/>
              <a:ahLst/>
              <a:cxnLst/>
              <a:rect l="l" t="t" r="r" b="b"/>
              <a:pathLst>
                <a:path w="620" h="1294" fill="none" extrusionOk="0">
                  <a:moveTo>
                    <a:pt x="1" y="1"/>
                  </a:moveTo>
                  <a:cubicBezTo>
                    <a:pt x="60" y="362"/>
                    <a:pt x="257" y="659"/>
                    <a:pt x="575" y="844"/>
                  </a:cubicBezTo>
                  <a:cubicBezTo>
                    <a:pt x="606" y="863"/>
                    <a:pt x="619" y="911"/>
                    <a:pt x="589" y="939"/>
                  </a:cubicBezTo>
                  <a:cubicBezTo>
                    <a:pt x="428" y="1096"/>
                    <a:pt x="248" y="1212"/>
                    <a:pt x="38" y="1293"/>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64"/>
            <p:cNvSpPr/>
            <p:nvPr/>
          </p:nvSpPr>
          <p:spPr>
            <a:xfrm>
              <a:off x="2291848" y="1703121"/>
              <a:ext cx="86071" cy="57999"/>
            </a:xfrm>
            <a:custGeom>
              <a:avLst/>
              <a:gdLst/>
              <a:ahLst/>
              <a:cxnLst/>
              <a:rect l="l" t="t" r="r" b="b"/>
              <a:pathLst>
                <a:path w="693" h="467" extrusionOk="0">
                  <a:moveTo>
                    <a:pt x="377" y="1"/>
                  </a:moveTo>
                  <a:cubicBezTo>
                    <a:pt x="351" y="1"/>
                    <a:pt x="325" y="3"/>
                    <a:pt x="298" y="8"/>
                  </a:cubicBezTo>
                  <a:cubicBezTo>
                    <a:pt x="122" y="37"/>
                    <a:pt x="0" y="163"/>
                    <a:pt x="26" y="289"/>
                  </a:cubicBezTo>
                  <a:cubicBezTo>
                    <a:pt x="48" y="395"/>
                    <a:pt x="170" y="467"/>
                    <a:pt x="316" y="467"/>
                  </a:cubicBezTo>
                  <a:cubicBezTo>
                    <a:pt x="342" y="467"/>
                    <a:pt x="368" y="465"/>
                    <a:pt x="395" y="460"/>
                  </a:cubicBezTo>
                  <a:cubicBezTo>
                    <a:pt x="571" y="429"/>
                    <a:pt x="693" y="303"/>
                    <a:pt x="667" y="178"/>
                  </a:cubicBezTo>
                  <a:cubicBezTo>
                    <a:pt x="645" y="72"/>
                    <a:pt x="523" y="1"/>
                    <a:pt x="377"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64"/>
            <p:cNvSpPr/>
            <p:nvPr/>
          </p:nvSpPr>
          <p:spPr>
            <a:xfrm>
              <a:off x="2622346" y="1670582"/>
              <a:ext cx="65826" cy="58372"/>
            </a:xfrm>
            <a:custGeom>
              <a:avLst/>
              <a:gdLst/>
              <a:ahLst/>
              <a:cxnLst/>
              <a:rect l="l" t="t" r="r" b="b"/>
              <a:pathLst>
                <a:path w="530" h="470" extrusionOk="0">
                  <a:moveTo>
                    <a:pt x="378" y="1"/>
                  </a:moveTo>
                  <a:cubicBezTo>
                    <a:pt x="352" y="1"/>
                    <a:pt x="326" y="3"/>
                    <a:pt x="300" y="9"/>
                  </a:cubicBezTo>
                  <a:cubicBezTo>
                    <a:pt x="125" y="40"/>
                    <a:pt x="0" y="166"/>
                    <a:pt x="29" y="289"/>
                  </a:cubicBezTo>
                  <a:cubicBezTo>
                    <a:pt x="50" y="397"/>
                    <a:pt x="172" y="469"/>
                    <a:pt x="318" y="469"/>
                  </a:cubicBezTo>
                  <a:cubicBezTo>
                    <a:pt x="343" y="469"/>
                    <a:pt x="370" y="467"/>
                    <a:pt x="396" y="462"/>
                  </a:cubicBezTo>
                  <a:cubicBezTo>
                    <a:pt x="447" y="454"/>
                    <a:pt x="491" y="437"/>
                    <a:pt x="530" y="416"/>
                  </a:cubicBezTo>
                  <a:cubicBezTo>
                    <a:pt x="503" y="276"/>
                    <a:pt x="478" y="136"/>
                    <a:pt x="460" y="10"/>
                  </a:cubicBezTo>
                  <a:cubicBezTo>
                    <a:pt x="434" y="4"/>
                    <a:pt x="406" y="1"/>
                    <a:pt x="378"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64"/>
            <p:cNvSpPr/>
            <p:nvPr/>
          </p:nvSpPr>
          <p:spPr>
            <a:xfrm>
              <a:off x="2390463" y="1600162"/>
              <a:ext cx="32168" cy="40860"/>
            </a:xfrm>
            <a:custGeom>
              <a:avLst/>
              <a:gdLst/>
              <a:ahLst/>
              <a:cxnLst/>
              <a:rect l="l" t="t" r="r" b="b"/>
              <a:pathLst>
                <a:path w="259" h="329" extrusionOk="0">
                  <a:moveTo>
                    <a:pt x="124" y="1"/>
                  </a:moveTo>
                  <a:cubicBezTo>
                    <a:pt x="122" y="1"/>
                    <a:pt x="121" y="1"/>
                    <a:pt x="120" y="1"/>
                  </a:cubicBezTo>
                  <a:cubicBezTo>
                    <a:pt x="53" y="4"/>
                    <a:pt x="1" y="81"/>
                    <a:pt x="7" y="171"/>
                  </a:cubicBezTo>
                  <a:cubicBezTo>
                    <a:pt x="13" y="259"/>
                    <a:pt x="69" y="328"/>
                    <a:pt x="134" y="328"/>
                  </a:cubicBezTo>
                  <a:cubicBezTo>
                    <a:pt x="136" y="328"/>
                    <a:pt x="138" y="328"/>
                    <a:pt x="140" y="328"/>
                  </a:cubicBezTo>
                  <a:cubicBezTo>
                    <a:pt x="208" y="325"/>
                    <a:pt x="259" y="248"/>
                    <a:pt x="253" y="158"/>
                  </a:cubicBezTo>
                  <a:cubicBezTo>
                    <a:pt x="247" y="69"/>
                    <a:pt x="190" y="1"/>
                    <a:pt x="1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64"/>
            <p:cNvSpPr/>
            <p:nvPr/>
          </p:nvSpPr>
          <p:spPr>
            <a:xfrm>
              <a:off x="2569809" y="1597430"/>
              <a:ext cx="32044" cy="40860"/>
            </a:xfrm>
            <a:custGeom>
              <a:avLst/>
              <a:gdLst/>
              <a:ahLst/>
              <a:cxnLst/>
              <a:rect l="l" t="t" r="r" b="b"/>
              <a:pathLst>
                <a:path w="258" h="329" extrusionOk="0">
                  <a:moveTo>
                    <a:pt x="124" y="0"/>
                  </a:moveTo>
                  <a:cubicBezTo>
                    <a:pt x="122" y="0"/>
                    <a:pt x="121" y="0"/>
                    <a:pt x="119" y="0"/>
                  </a:cubicBezTo>
                  <a:cubicBezTo>
                    <a:pt x="51" y="5"/>
                    <a:pt x="1" y="80"/>
                    <a:pt x="7" y="171"/>
                  </a:cubicBezTo>
                  <a:cubicBezTo>
                    <a:pt x="11" y="259"/>
                    <a:pt x="67" y="328"/>
                    <a:pt x="134" y="328"/>
                  </a:cubicBezTo>
                  <a:cubicBezTo>
                    <a:pt x="136" y="328"/>
                    <a:pt x="138" y="328"/>
                    <a:pt x="140" y="328"/>
                  </a:cubicBezTo>
                  <a:cubicBezTo>
                    <a:pt x="208" y="325"/>
                    <a:pt x="257" y="248"/>
                    <a:pt x="253" y="158"/>
                  </a:cubicBezTo>
                  <a:cubicBezTo>
                    <a:pt x="247" y="69"/>
                    <a:pt x="190" y="0"/>
                    <a:pt x="1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64"/>
            <p:cNvSpPr/>
            <p:nvPr/>
          </p:nvSpPr>
          <p:spPr>
            <a:xfrm>
              <a:off x="2356308" y="1524899"/>
              <a:ext cx="65578" cy="68928"/>
            </a:xfrm>
            <a:custGeom>
              <a:avLst/>
              <a:gdLst/>
              <a:ahLst/>
              <a:cxnLst/>
              <a:rect l="l" t="t" r="r" b="b"/>
              <a:pathLst>
                <a:path w="528" h="555" fill="none" extrusionOk="0">
                  <a:moveTo>
                    <a:pt x="528" y="383"/>
                  </a:moveTo>
                  <a:cubicBezTo>
                    <a:pt x="223" y="0"/>
                    <a:pt x="0" y="555"/>
                    <a:pt x="73" y="43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64"/>
            <p:cNvSpPr/>
            <p:nvPr/>
          </p:nvSpPr>
          <p:spPr>
            <a:xfrm>
              <a:off x="2538759" y="1508256"/>
              <a:ext cx="65702" cy="69052"/>
            </a:xfrm>
            <a:custGeom>
              <a:avLst/>
              <a:gdLst/>
              <a:ahLst/>
              <a:cxnLst/>
              <a:rect l="l" t="t" r="r" b="b"/>
              <a:pathLst>
                <a:path w="529" h="556" fill="none" extrusionOk="0">
                  <a:moveTo>
                    <a:pt x="528" y="383"/>
                  </a:moveTo>
                  <a:cubicBezTo>
                    <a:pt x="223" y="1"/>
                    <a:pt x="0" y="555"/>
                    <a:pt x="73" y="43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64"/>
            <p:cNvSpPr/>
            <p:nvPr/>
          </p:nvSpPr>
          <p:spPr>
            <a:xfrm>
              <a:off x="2421762" y="1807447"/>
              <a:ext cx="234986" cy="112272"/>
            </a:xfrm>
            <a:custGeom>
              <a:avLst/>
              <a:gdLst/>
              <a:ahLst/>
              <a:cxnLst/>
              <a:rect l="l" t="t" r="r" b="b"/>
              <a:pathLst>
                <a:path w="1892" h="904" extrusionOk="0">
                  <a:moveTo>
                    <a:pt x="1639" y="1"/>
                  </a:moveTo>
                  <a:cubicBezTo>
                    <a:pt x="1119" y="42"/>
                    <a:pt x="1" y="278"/>
                    <a:pt x="1" y="278"/>
                  </a:cubicBezTo>
                  <a:cubicBezTo>
                    <a:pt x="1" y="278"/>
                    <a:pt x="73" y="904"/>
                    <a:pt x="761" y="904"/>
                  </a:cubicBezTo>
                  <a:cubicBezTo>
                    <a:pt x="833" y="904"/>
                    <a:pt x="913" y="897"/>
                    <a:pt x="1000" y="881"/>
                  </a:cubicBezTo>
                  <a:cubicBezTo>
                    <a:pt x="1891" y="723"/>
                    <a:pt x="1639" y="1"/>
                    <a:pt x="16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4" name="Google Shape;1874;p64"/>
          <p:cNvGrpSpPr/>
          <p:nvPr/>
        </p:nvGrpSpPr>
        <p:grpSpPr>
          <a:xfrm>
            <a:off x="6197323" y="322253"/>
            <a:ext cx="2181927" cy="1037013"/>
            <a:chOff x="6197323" y="322253"/>
            <a:chExt cx="2181927" cy="1037013"/>
          </a:xfrm>
        </p:grpSpPr>
        <p:grpSp>
          <p:nvGrpSpPr>
            <p:cNvPr id="1875" name="Google Shape;1875;p64"/>
            <p:cNvGrpSpPr/>
            <p:nvPr/>
          </p:nvGrpSpPr>
          <p:grpSpPr>
            <a:xfrm>
              <a:off x="8094847" y="1074880"/>
              <a:ext cx="284403" cy="284387"/>
              <a:chOff x="1252775" y="959150"/>
              <a:chExt cx="154575" cy="154575"/>
            </a:xfrm>
          </p:grpSpPr>
          <p:sp>
            <p:nvSpPr>
              <p:cNvPr id="1876" name="Google Shape;1876;p64"/>
              <p:cNvSpPr/>
              <p:nvPr/>
            </p:nvSpPr>
            <p:spPr>
              <a:xfrm>
                <a:off x="1252775" y="959150"/>
                <a:ext cx="154575" cy="154575"/>
              </a:xfrm>
              <a:custGeom>
                <a:avLst/>
                <a:gdLst/>
                <a:ahLst/>
                <a:cxnLst/>
                <a:rect l="l" t="t" r="r" b="b"/>
                <a:pathLst>
                  <a:path w="6183" h="6183" extrusionOk="0">
                    <a:moveTo>
                      <a:pt x="3092" y="0"/>
                    </a:moveTo>
                    <a:cubicBezTo>
                      <a:pt x="1386" y="0"/>
                      <a:pt x="1" y="1385"/>
                      <a:pt x="1" y="3091"/>
                    </a:cubicBezTo>
                    <a:cubicBezTo>
                      <a:pt x="1" y="4798"/>
                      <a:pt x="1386" y="6182"/>
                      <a:pt x="3092" y="6182"/>
                    </a:cubicBezTo>
                    <a:cubicBezTo>
                      <a:pt x="4798" y="6182"/>
                      <a:pt x="6183" y="4798"/>
                      <a:pt x="6183" y="3091"/>
                    </a:cubicBezTo>
                    <a:cubicBezTo>
                      <a:pt x="6183" y="1385"/>
                      <a:pt x="4798" y="0"/>
                      <a:pt x="30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64"/>
              <p:cNvSpPr/>
              <p:nvPr/>
            </p:nvSpPr>
            <p:spPr>
              <a:xfrm>
                <a:off x="1281950" y="1000925"/>
                <a:ext cx="30900" cy="29375"/>
              </a:xfrm>
              <a:custGeom>
                <a:avLst/>
                <a:gdLst/>
                <a:ahLst/>
                <a:cxnLst/>
                <a:rect l="l" t="t" r="r" b="b"/>
                <a:pathLst>
                  <a:path w="1236" h="1175" extrusionOk="0">
                    <a:moveTo>
                      <a:pt x="159" y="1"/>
                    </a:moveTo>
                    <a:cubicBezTo>
                      <a:pt x="110" y="1"/>
                      <a:pt x="63" y="26"/>
                      <a:pt x="38" y="73"/>
                    </a:cubicBezTo>
                    <a:cubicBezTo>
                      <a:pt x="1" y="143"/>
                      <a:pt x="27" y="226"/>
                      <a:pt x="94" y="263"/>
                    </a:cubicBezTo>
                    <a:lnTo>
                      <a:pt x="770" y="627"/>
                    </a:lnTo>
                    <a:lnTo>
                      <a:pt x="107" y="907"/>
                    </a:lnTo>
                    <a:cubicBezTo>
                      <a:pt x="36" y="937"/>
                      <a:pt x="4" y="1019"/>
                      <a:pt x="33" y="1088"/>
                    </a:cubicBezTo>
                    <a:cubicBezTo>
                      <a:pt x="56" y="1143"/>
                      <a:pt x="107" y="1174"/>
                      <a:pt x="161" y="1174"/>
                    </a:cubicBezTo>
                    <a:cubicBezTo>
                      <a:pt x="177" y="1174"/>
                      <a:pt x="196" y="1170"/>
                      <a:pt x="214" y="1162"/>
                    </a:cubicBezTo>
                    <a:lnTo>
                      <a:pt x="1147" y="773"/>
                    </a:lnTo>
                    <a:cubicBezTo>
                      <a:pt x="1197" y="752"/>
                      <a:pt x="1230" y="706"/>
                      <a:pt x="1231" y="651"/>
                    </a:cubicBezTo>
                    <a:cubicBezTo>
                      <a:pt x="1236" y="598"/>
                      <a:pt x="1206" y="547"/>
                      <a:pt x="1160" y="522"/>
                    </a:cubicBezTo>
                    <a:lnTo>
                      <a:pt x="228" y="18"/>
                    </a:lnTo>
                    <a:cubicBezTo>
                      <a:pt x="206" y="6"/>
                      <a:pt x="182" y="1"/>
                      <a:pt x="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64"/>
              <p:cNvSpPr/>
              <p:nvPr/>
            </p:nvSpPr>
            <p:spPr>
              <a:xfrm>
                <a:off x="1347325" y="1000925"/>
                <a:ext cx="30875" cy="29375"/>
              </a:xfrm>
              <a:custGeom>
                <a:avLst/>
                <a:gdLst/>
                <a:ahLst/>
                <a:cxnLst/>
                <a:rect l="l" t="t" r="r" b="b"/>
                <a:pathLst>
                  <a:path w="1235" h="1175" extrusionOk="0">
                    <a:moveTo>
                      <a:pt x="1074" y="1"/>
                    </a:moveTo>
                    <a:cubicBezTo>
                      <a:pt x="1052" y="1"/>
                      <a:pt x="1029" y="6"/>
                      <a:pt x="1007" y="18"/>
                    </a:cubicBezTo>
                    <a:lnTo>
                      <a:pt x="75" y="522"/>
                    </a:lnTo>
                    <a:cubicBezTo>
                      <a:pt x="29" y="547"/>
                      <a:pt x="1" y="598"/>
                      <a:pt x="4" y="651"/>
                    </a:cubicBezTo>
                    <a:cubicBezTo>
                      <a:pt x="7" y="703"/>
                      <a:pt x="38" y="752"/>
                      <a:pt x="88" y="773"/>
                    </a:cubicBezTo>
                    <a:lnTo>
                      <a:pt x="1021" y="1162"/>
                    </a:lnTo>
                    <a:cubicBezTo>
                      <a:pt x="1037" y="1170"/>
                      <a:pt x="1056" y="1174"/>
                      <a:pt x="1074" y="1174"/>
                    </a:cubicBezTo>
                    <a:cubicBezTo>
                      <a:pt x="1127" y="1174"/>
                      <a:pt x="1179" y="1143"/>
                      <a:pt x="1202" y="1088"/>
                    </a:cubicBezTo>
                    <a:cubicBezTo>
                      <a:pt x="1231" y="1019"/>
                      <a:pt x="1199" y="937"/>
                      <a:pt x="1127" y="907"/>
                    </a:cubicBezTo>
                    <a:lnTo>
                      <a:pt x="465" y="627"/>
                    </a:lnTo>
                    <a:lnTo>
                      <a:pt x="1141" y="263"/>
                    </a:lnTo>
                    <a:cubicBezTo>
                      <a:pt x="1207" y="226"/>
                      <a:pt x="1234" y="140"/>
                      <a:pt x="1197" y="73"/>
                    </a:cubicBezTo>
                    <a:cubicBezTo>
                      <a:pt x="1172" y="27"/>
                      <a:pt x="1124" y="1"/>
                      <a:pt x="1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64"/>
              <p:cNvSpPr/>
              <p:nvPr/>
            </p:nvSpPr>
            <p:spPr>
              <a:xfrm>
                <a:off x="1280725" y="1044625"/>
                <a:ext cx="98625" cy="49300"/>
              </a:xfrm>
              <a:custGeom>
                <a:avLst/>
                <a:gdLst/>
                <a:ahLst/>
                <a:cxnLst/>
                <a:rect l="l" t="t" r="r" b="b"/>
                <a:pathLst>
                  <a:path w="3945" h="1972" extrusionOk="0">
                    <a:moveTo>
                      <a:pt x="1" y="0"/>
                    </a:moveTo>
                    <a:cubicBezTo>
                      <a:pt x="1" y="1090"/>
                      <a:pt x="883" y="1972"/>
                      <a:pt x="1972" y="1972"/>
                    </a:cubicBezTo>
                    <a:cubicBezTo>
                      <a:pt x="3062" y="1972"/>
                      <a:pt x="3944" y="1090"/>
                      <a:pt x="39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64"/>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rgbClr val="FF9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64"/>
              <p:cNvSpPr/>
              <p:nvPr/>
            </p:nvSpPr>
            <p:spPr>
              <a:xfrm>
                <a:off x="1291100" y="1055800"/>
                <a:ext cx="77875" cy="38100"/>
              </a:xfrm>
              <a:custGeom>
                <a:avLst/>
                <a:gdLst/>
                <a:ahLst/>
                <a:cxnLst/>
                <a:rect l="l" t="t" r="r" b="b"/>
                <a:pathLst>
                  <a:path w="3115" h="1524" extrusionOk="0">
                    <a:moveTo>
                      <a:pt x="1557" y="1"/>
                    </a:moveTo>
                    <a:cubicBezTo>
                      <a:pt x="923" y="1"/>
                      <a:pt x="363" y="299"/>
                      <a:pt x="1" y="761"/>
                    </a:cubicBezTo>
                    <a:cubicBezTo>
                      <a:pt x="363" y="1225"/>
                      <a:pt x="923" y="1523"/>
                      <a:pt x="1557" y="1523"/>
                    </a:cubicBezTo>
                    <a:cubicBezTo>
                      <a:pt x="2190" y="1523"/>
                      <a:pt x="2752" y="1225"/>
                      <a:pt x="3114" y="761"/>
                    </a:cubicBezTo>
                    <a:cubicBezTo>
                      <a:pt x="2754" y="300"/>
                      <a:pt x="2190" y="1"/>
                      <a:pt x="15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2" name="Google Shape;1882;p64"/>
            <p:cNvGrpSpPr/>
            <p:nvPr/>
          </p:nvGrpSpPr>
          <p:grpSpPr>
            <a:xfrm>
              <a:off x="6409539" y="322253"/>
              <a:ext cx="485454" cy="442220"/>
              <a:chOff x="1453550" y="959950"/>
              <a:chExt cx="167925" cy="152975"/>
            </a:xfrm>
          </p:grpSpPr>
          <p:sp>
            <p:nvSpPr>
              <p:cNvPr id="1883" name="Google Shape;1883;p64"/>
              <p:cNvSpPr/>
              <p:nvPr/>
            </p:nvSpPr>
            <p:spPr>
              <a:xfrm>
                <a:off x="1453550" y="959950"/>
                <a:ext cx="167925" cy="152975"/>
              </a:xfrm>
              <a:custGeom>
                <a:avLst/>
                <a:gdLst/>
                <a:ahLst/>
                <a:cxnLst/>
                <a:rect l="l" t="t" r="r" b="b"/>
                <a:pathLst>
                  <a:path w="6717" h="6119" extrusionOk="0">
                    <a:moveTo>
                      <a:pt x="3359" y="0"/>
                    </a:moveTo>
                    <a:cubicBezTo>
                      <a:pt x="2576" y="0"/>
                      <a:pt x="1793" y="299"/>
                      <a:pt x="1195" y="896"/>
                    </a:cubicBezTo>
                    <a:cubicBezTo>
                      <a:pt x="1" y="2091"/>
                      <a:pt x="1" y="4027"/>
                      <a:pt x="1195" y="5222"/>
                    </a:cubicBezTo>
                    <a:cubicBezTo>
                      <a:pt x="1793" y="5820"/>
                      <a:pt x="2576" y="6118"/>
                      <a:pt x="3359" y="6118"/>
                    </a:cubicBezTo>
                    <a:cubicBezTo>
                      <a:pt x="4142" y="6118"/>
                      <a:pt x="4925" y="5820"/>
                      <a:pt x="5523" y="5222"/>
                    </a:cubicBezTo>
                    <a:cubicBezTo>
                      <a:pt x="6716" y="4027"/>
                      <a:pt x="6716" y="2091"/>
                      <a:pt x="5523" y="896"/>
                    </a:cubicBezTo>
                    <a:cubicBezTo>
                      <a:pt x="4925" y="299"/>
                      <a:pt x="4142" y="0"/>
                      <a:pt x="3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64"/>
              <p:cNvSpPr/>
              <p:nvPr/>
            </p:nvSpPr>
            <p:spPr>
              <a:xfrm>
                <a:off x="1495475" y="998925"/>
                <a:ext cx="84150" cy="80175"/>
              </a:xfrm>
              <a:custGeom>
                <a:avLst/>
                <a:gdLst/>
                <a:ahLst/>
                <a:cxnLst/>
                <a:rect l="l" t="t" r="r" b="b"/>
                <a:pathLst>
                  <a:path w="3366" h="3207" extrusionOk="0">
                    <a:moveTo>
                      <a:pt x="909" y="0"/>
                    </a:moveTo>
                    <a:cubicBezTo>
                      <a:pt x="863" y="0"/>
                      <a:pt x="811" y="2"/>
                      <a:pt x="758" y="8"/>
                    </a:cubicBezTo>
                    <a:cubicBezTo>
                      <a:pt x="427" y="40"/>
                      <a:pt x="46" y="343"/>
                      <a:pt x="0" y="921"/>
                    </a:cubicBezTo>
                    <a:lnTo>
                      <a:pt x="0" y="1113"/>
                    </a:lnTo>
                    <a:cubicBezTo>
                      <a:pt x="42" y="1668"/>
                      <a:pt x="461" y="2351"/>
                      <a:pt x="1683" y="3207"/>
                    </a:cubicBezTo>
                    <a:cubicBezTo>
                      <a:pt x="2903" y="2350"/>
                      <a:pt x="3322" y="1668"/>
                      <a:pt x="3365" y="1113"/>
                    </a:cubicBezTo>
                    <a:lnTo>
                      <a:pt x="3365" y="921"/>
                    </a:lnTo>
                    <a:cubicBezTo>
                      <a:pt x="3318" y="341"/>
                      <a:pt x="2937" y="39"/>
                      <a:pt x="2606" y="8"/>
                    </a:cubicBezTo>
                    <a:cubicBezTo>
                      <a:pt x="2553" y="2"/>
                      <a:pt x="2503" y="0"/>
                      <a:pt x="2455" y="0"/>
                    </a:cubicBezTo>
                    <a:cubicBezTo>
                      <a:pt x="2076" y="0"/>
                      <a:pt x="1892" y="165"/>
                      <a:pt x="1683" y="412"/>
                    </a:cubicBezTo>
                    <a:cubicBezTo>
                      <a:pt x="1472" y="165"/>
                      <a:pt x="1291" y="0"/>
                      <a:pt x="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5" name="Google Shape;1885;p64"/>
            <p:cNvSpPr/>
            <p:nvPr/>
          </p:nvSpPr>
          <p:spPr>
            <a:xfrm>
              <a:off x="6197329" y="485049"/>
              <a:ext cx="99956" cy="99903"/>
            </a:xfrm>
            <a:custGeom>
              <a:avLst/>
              <a:gdLst/>
              <a:ahLst/>
              <a:cxnLst/>
              <a:rect l="l" t="t" r="r" b="b"/>
              <a:pathLst>
                <a:path w="3762" h="3760" extrusionOk="0">
                  <a:moveTo>
                    <a:pt x="1884" y="0"/>
                  </a:moveTo>
                  <a:cubicBezTo>
                    <a:pt x="1883" y="0"/>
                    <a:pt x="1882" y="0"/>
                    <a:pt x="1881" y="0"/>
                  </a:cubicBezTo>
                  <a:cubicBezTo>
                    <a:pt x="842" y="0"/>
                    <a:pt x="0" y="842"/>
                    <a:pt x="0" y="1880"/>
                  </a:cubicBezTo>
                  <a:cubicBezTo>
                    <a:pt x="0" y="2919"/>
                    <a:pt x="844" y="3760"/>
                    <a:pt x="1881" y="3760"/>
                  </a:cubicBezTo>
                  <a:cubicBezTo>
                    <a:pt x="2919" y="3760"/>
                    <a:pt x="3761" y="2918"/>
                    <a:pt x="3761" y="1880"/>
                  </a:cubicBezTo>
                  <a:cubicBezTo>
                    <a:pt x="3761" y="843"/>
                    <a:pt x="2920" y="0"/>
                    <a:pt x="18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64"/>
            <p:cNvSpPr/>
            <p:nvPr/>
          </p:nvSpPr>
          <p:spPr>
            <a:xfrm>
              <a:off x="6197323" y="689126"/>
              <a:ext cx="245769" cy="245689"/>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64"/>
            <p:cNvSpPr/>
            <p:nvPr/>
          </p:nvSpPr>
          <p:spPr>
            <a:xfrm>
              <a:off x="6582227" y="934827"/>
              <a:ext cx="140104" cy="140038"/>
            </a:xfrm>
            <a:custGeom>
              <a:avLst/>
              <a:gdLst/>
              <a:ahLst/>
              <a:cxnLst/>
              <a:rect l="l" t="t" r="r" b="b"/>
              <a:pathLst>
                <a:path w="5276" h="5274" extrusionOk="0">
                  <a:moveTo>
                    <a:pt x="2638" y="1"/>
                  </a:moveTo>
                  <a:lnTo>
                    <a:pt x="1706" y="1706"/>
                  </a:lnTo>
                  <a:lnTo>
                    <a:pt x="1" y="2638"/>
                  </a:lnTo>
                  <a:lnTo>
                    <a:pt x="1706" y="3569"/>
                  </a:lnTo>
                  <a:lnTo>
                    <a:pt x="2638" y="5274"/>
                  </a:lnTo>
                  <a:lnTo>
                    <a:pt x="3571" y="3569"/>
                  </a:lnTo>
                  <a:lnTo>
                    <a:pt x="5275" y="2638"/>
                  </a:lnTo>
                  <a:lnTo>
                    <a:pt x="3571" y="1706"/>
                  </a:lnTo>
                  <a:lnTo>
                    <a:pt x="26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8" name="Google Shape;1888;p64"/>
          <p:cNvGrpSpPr/>
          <p:nvPr/>
        </p:nvGrpSpPr>
        <p:grpSpPr>
          <a:xfrm>
            <a:off x="4860150" y="2414670"/>
            <a:ext cx="2182236" cy="3126960"/>
            <a:chOff x="9387600" y="2571758"/>
            <a:chExt cx="2182236" cy="3126960"/>
          </a:xfrm>
        </p:grpSpPr>
        <p:sp>
          <p:nvSpPr>
            <p:cNvPr id="1889" name="Google Shape;1889;p64"/>
            <p:cNvSpPr/>
            <p:nvPr/>
          </p:nvSpPr>
          <p:spPr>
            <a:xfrm>
              <a:off x="9387602" y="3259609"/>
              <a:ext cx="2127196" cy="1914484"/>
            </a:xfrm>
            <a:custGeom>
              <a:avLst/>
              <a:gdLst/>
              <a:ahLst/>
              <a:cxnLst/>
              <a:rect l="l" t="t" r="r" b="b"/>
              <a:pathLst>
                <a:path w="30077" h="26733" extrusionOk="0">
                  <a:moveTo>
                    <a:pt x="30076" y="21175"/>
                  </a:moveTo>
                  <a:cubicBezTo>
                    <a:pt x="30076" y="21176"/>
                    <a:pt x="30076" y="21177"/>
                    <a:pt x="30076" y="21178"/>
                  </a:cubicBezTo>
                  <a:lnTo>
                    <a:pt x="30076" y="21175"/>
                  </a:lnTo>
                  <a:close/>
                  <a:moveTo>
                    <a:pt x="13714" y="1"/>
                  </a:moveTo>
                  <a:cubicBezTo>
                    <a:pt x="11753" y="1"/>
                    <a:pt x="10128" y="1167"/>
                    <a:pt x="9839" y="2693"/>
                  </a:cubicBezTo>
                  <a:cubicBezTo>
                    <a:pt x="8704" y="3169"/>
                    <a:pt x="6778" y="4006"/>
                    <a:pt x="4711" y="5035"/>
                  </a:cubicBezTo>
                  <a:cubicBezTo>
                    <a:pt x="1426" y="6672"/>
                    <a:pt x="0" y="19267"/>
                    <a:pt x="101" y="21462"/>
                  </a:cubicBezTo>
                  <a:lnTo>
                    <a:pt x="7872" y="21127"/>
                  </a:lnTo>
                  <a:lnTo>
                    <a:pt x="7770" y="26733"/>
                  </a:lnTo>
                  <a:lnTo>
                    <a:pt x="27497" y="26733"/>
                  </a:lnTo>
                  <a:lnTo>
                    <a:pt x="26926" y="21175"/>
                  </a:lnTo>
                  <a:lnTo>
                    <a:pt x="30076" y="21175"/>
                  </a:lnTo>
                  <a:cubicBezTo>
                    <a:pt x="29254" y="15707"/>
                    <a:pt x="26197" y="9433"/>
                    <a:pt x="24968" y="7075"/>
                  </a:cubicBezTo>
                  <a:cubicBezTo>
                    <a:pt x="24820" y="6743"/>
                    <a:pt x="24649" y="6421"/>
                    <a:pt x="24455" y="6116"/>
                  </a:cubicBezTo>
                  <a:cubicBezTo>
                    <a:pt x="24455" y="6113"/>
                    <a:pt x="24452" y="6111"/>
                    <a:pt x="24452" y="6111"/>
                  </a:cubicBezTo>
                  <a:cubicBezTo>
                    <a:pt x="24066" y="5511"/>
                    <a:pt x="23582" y="4983"/>
                    <a:pt x="22969" y="4607"/>
                  </a:cubicBezTo>
                  <a:cubicBezTo>
                    <a:pt x="21357" y="3613"/>
                    <a:pt x="18893" y="3006"/>
                    <a:pt x="17538" y="2476"/>
                  </a:cubicBezTo>
                  <a:cubicBezTo>
                    <a:pt x="17142" y="1058"/>
                    <a:pt x="15579" y="1"/>
                    <a:pt x="137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64"/>
            <p:cNvSpPr/>
            <p:nvPr/>
          </p:nvSpPr>
          <p:spPr>
            <a:xfrm>
              <a:off x="9418294" y="4199387"/>
              <a:ext cx="2021446" cy="319116"/>
            </a:xfrm>
            <a:custGeom>
              <a:avLst/>
              <a:gdLst/>
              <a:ahLst/>
              <a:cxnLst/>
              <a:rect l="l" t="t" r="r" b="b"/>
              <a:pathLst>
                <a:path w="28602" h="4456" extrusionOk="0">
                  <a:moveTo>
                    <a:pt x="27313" y="0"/>
                  </a:moveTo>
                  <a:cubicBezTo>
                    <a:pt x="25928" y="5"/>
                    <a:pt x="24760" y="346"/>
                    <a:pt x="24090" y="595"/>
                  </a:cubicBezTo>
                  <a:cubicBezTo>
                    <a:pt x="22374" y="274"/>
                    <a:pt x="20337" y="113"/>
                    <a:pt x="18000" y="113"/>
                  </a:cubicBezTo>
                  <a:cubicBezTo>
                    <a:pt x="16563" y="113"/>
                    <a:pt x="15012" y="174"/>
                    <a:pt x="13353" y="295"/>
                  </a:cubicBezTo>
                  <a:cubicBezTo>
                    <a:pt x="10699" y="490"/>
                    <a:pt x="8549" y="788"/>
                    <a:pt x="7670" y="920"/>
                  </a:cubicBezTo>
                  <a:cubicBezTo>
                    <a:pt x="6087" y="426"/>
                    <a:pt x="4622" y="256"/>
                    <a:pt x="3352" y="256"/>
                  </a:cubicBezTo>
                  <a:cubicBezTo>
                    <a:pt x="2273" y="256"/>
                    <a:pt x="1336" y="379"/>
                    <a:pt x="586" y="531"/>
                  </a:cubicBezTo>
                  <a:cubicBezTo>
                    <a:pt x="341" y="1787"/>
                    <a:pt x="147" y="3035"/>
                    <a:pt x="0" y="4163"/>
                  </a:cubicBezTo>
                  <a:lnTo>
                    <a:pt x="43" y="4255"/>
                  </a:lnTo>
                  <a:lnTo>
                    <a:pt x="33" y="4261"/>
                  </a:lnTo>
                  <a:cubicBezTo>
                    <a:pt x="112" y="4226"/>
                    <a:pt x="1378" y="3694"/>
                    <a:pt x="3323" y="3694"/>
                  </a:cubicBezTo>
                  <a:cubicBezTo>
                    <a:pt x="4368" y="3694"/>
                    <a:pt x="5609" y="3848"/>
                    <a:pt x="6968" y="4314"/>
                  </a:cubicBezTo>
                  <a:lnTo>
                    <a:pt x="7380" y="4455"/>
                  </a:lnTo>
                  <a:lnTo>
                    <a:pt x="7808" y="4386"/>
                  </a:lnTo>
                  <a:cubicBezTo>
                    <a:pt x="7879" y="4373"/>
                    <a:pt x="12926" y="3559"/>
                    <a:pt x="18012" y="3559"/>
                  </a:cubicBezTo>
                  <a:cubicBezTo>
                    <a:pt x="20080" y="3559"/>
                    <a:pt x="22155" y="3694"/>
                    <a:pt x="23903" y="4071"/>
                  </a:cubicBezTo>
                  <a:lnTo>
                    <a:pt x="24501" y="4202"/>
                  </a:lnTo>
                  <a:lnTo>
                    <a:pt x="25045" y="3925"/>
                  </a:lnTo>
                  <a:cubicBezTo>
                    <a:pt x="25059" y="3918"/>
                    <a:pt x="26048" y="3442"/>
                    <a:pt x="27307" y="3442"/>
                  </a:cubicBezTo>
                  <a:cubicBezTo>
                    <a:pt x="27718" y="3442"/>
                    <a:pt x="28157" y="3493"/>
                    <a:pt x="28601" y="3627"/>
                  </a:cubicBezTo>
                  <a:cubicBezTo>
                    <a:pt x="28216" y="2377"/>
                    <a:pt x="27771" y="1151"/>
                    <a:pt x="273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64"/>
            <p:cNvSpPr/>
            <p:nvPr/>
          </p:nvSpPr>
          <p:spPr>
            <a:xfrm>
              <a:off x="10140762" y="3397321"/>
              <a:ext cx="490061" cy="447021"/>
            </a:xfrm>
            <a:custGeom>
              <a:avLst/>
              <a:gdLst/>
              <a:ahLst/>
              <a:cxnLst/>
              <a:rect l="l" t="t" r="r" b="b"/>
              <a:pathLst>
                <a:path w="6843" h="6242" extrusionOk="0">
                  <a:moveTo>
                    <a:pt x="5703" y="0"/>
                  </a:moveTo>
                  <a:lnTo>
                    <a:pt x="0" y="341"/>
                  </a:lnTo>
                  <a:lnTo>
                    <a:pt x="0" y="341"/>
                  </a:lnTo>
                  <a:cubicBezTo>
                    <a:pt x="0" y="341"/>
                    <a:pt x="0" y="341"/>
                    <a:pt x="0" y="341"/>
                  </a:cubicBezTo>
                  <a:cubicBezTo>
                    <a:pt x="0" y="341"/>
                    <a:pt x="0" y="341"/>
                    <a:pt x="0" y="341"/>
                  </a:cubicBezTo>
                  <a:lnTo>
                    <a:pt x="0" y="341"/>
                  </a:lnTo>
                  <a:lnTo>
                    <a:pt x="0" y="341"/>
                  </a:lnTo>
                  <a:cubicBezTo>
                    <a:pt x="1" y="343"/>
                    <a:pt x="892" y="5194"/>
                    <a:pt x="4581" y="6199"/>
                  </a:cubicBezTo>
                  <a:cubicBezTo>
                    <a:pt x="4688" y="6228"/>
                    <a:pt x="4788" y="6242"/>
                    <a:pt x="4881" y="6242"/>
                  </a:cubicBezTo>
                  <a:cubicBezTo>
                    <a:pt x="6843" y="6242"/>
                    <a:pt x="5703" y="0"/>
                    <a:pt x="57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64"/>
            <p:cNvSpPr/>
            <p:nvPr/>
          </p:nvSpPr>
          <p:spPr>
            <a:xfrm>
              <a:off x="9876078" y="4060178"/>
              <a:ext cx="54571" cy="572777"/>
            </a:xfrm>
            <a:custGeom>
              <a:avLst/>
              <a:gdLst/>
              <a:ahLst/>
              <a:cxnLst/>
              <a:rect l="l" t="t" r="r" b="b"/>
              <a:pathLst>
                <a:path w="762" h="7998" fill="none" extrusionOk="0">
                  <a:moveTo>
                    <a:pt x="761" y="7997"/>
                  </a:moveTo>
                  <a:lnTo>
                    <a:pt x="761" y="2038"/>
                  </a:lnTo>
                  <a:lnTo>
                    <a:pt x="1" y="1"/>
                  </a:ln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64"/>
            <p:cNvSpPr/>
            <p:nvPr/>
          </p:nvSpPr>
          <p:spPr>
            <a:xfrm>
              <a:off x="11105686" y="4060178"/>
              <a:ext cx="62305" cy="636228"/>
            </a:xfrm>
            <a:custGeom>
              <a:avLst/>
              <a:gdLst/>
              <a:ahLst/>
              <a:cxnLst/>
              <a:rect l="l" t="t" r="r" b="b"/>
              <a:pathLst>
                <a:path w="870" h="8884" fill="none" extrusionOk="0">
                  <a:moveTo>
                    <a:pt x="869" y="8884"/>
                  </a:moveTo>
                  <a:lnTo>
                    <a:pt x="0" y="1537"/>
                  </a:lnTo>
                  <a:lnTo>
                    <a:pt x="161" y="1"/>
                  </a:ln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64"/>
            <p:cNvSpPr/>
            <p:nvPr/>
          </p:nvSpPr>
          <p:spPr>
            <a:xfrm>
              <a:off x="10506350" y="3810604"/>
              <a:ext cx="604717" cy="528161"/>
            </a:xfrm>
            <a:custGeom>
              <a:avLst/>
              <a:gdLst/>
              <a:ahLst/>
              <a:cxnLst/>
              <a:rect l="l" t="t" r="r" b="b"/>
              <a:pathLst>
                <a:path w="8444" h="7375" extrusionOk="0">
                  <a:moveTo>
                    <a:pt x="3871" y="1"/>
                  </a:moveTo>
                  <a:cubicBezTo>
                    <a:pt x="3583" y="1"/>
                    <a:pt x="3314" y="158"/>
                    <a:pt x="3175" y="417"/>
                  </a:cubicBezTo>
                  <a:lnTo>
                    <a:pt x="198" y="5919"/>
                  </a:lnTo>
                  <a:cubicBezTo>
                    <a:pt x="1" y="6286"/>
                    <a:pt x="226" y="6739"/>
                    <a:pt x="637" y="6799"/>
                  </a:cubicBezTo>
                  <a:lnTo>
                    <a:pt x="4428" y="7366"/>
                  </a:lnTo>
                  <a:cubicBezTo>
                    <a:pt x="4468" y="7372"/>
                    <a:pt x="4508" y="7375"/>
                    <a:pt x="4547" y="7375"/>
                  </a:cubicBezTo>
                  <a:cubicBezTo>
                    <a:pt x="4836" y="7375"/>
                    <a:pt x="5104" y="7217"/>
                    <a:pt x="5244" y="6958"/>
                  </a:cubicBezTo>
                  <a:lnTo>
                    <a:pt x="8270" y="1362"/>
                  </a:lnTo>
                  <a:cubicBezTo>
                    <a:pt x="8444" y="1041"/>
                    <a:pt x="8246" y="647"/>
                    <a:pt x="7888" y="594"/>
                  </a:cubicBezTo>
                  <a:lnTo>
                    <a:pt x="3990" y="10"/>
                  </a:lnTo>
                  <a:cubicBezTo>
                    <a:pt x="3950" y="3"/>
                    <a:pt x="3910" y="1"/>
                    <a:pt x="38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64"/>
            <p:cNvSpPr/>
            <p:nvPr/>
          </p:nvSpPr>
          <p:spPr>
            <a:xfrm>
              <a:off x="10506494" y="3810676"/>
              <a:ext cx="596839" cy="486910"/>
            </a:xfrm>
            <a:custGeom>
              <a:avLst/>
              <a:gdLst/>
              <a:ahLst/>
              <a:cxnLst/>
              <a:rect l="l" t="t" r="r" b="b"/>
              <a:pathLst>
                <a:path w="8334" h="6799" extrusionOk="0">
                  <a:moveTo>
                    <a:pt x="3870" y="1"/>
                  </a:moveTo>
                  <a:cubicBezTo>
                    <a:pt x="3582" y="1"/>
                    <a:pt x="3313" y="158"/>
                    <a:pt x="3174" y="418"/>
                  </a:cubicBezTo>
                  <a:lnTo>
                    <a:pt x="198" y="5919"/>
                  </a:lnTo>
                  <a:cubicBezTo>
                    <a:pt x="0" y="6285"/>
                    <a:pt x="224" y="6735"/>
                    <a:pt x="635" y="6798"/>
                  </a:cubicBezTo>
                  <a:cubicBezTo>
                    <a:pt x="503" y="6613"/>
                    <a:pt x="470" y="6361"/>
                    <a:pt x="592" y="6137"/>
                  </a:cubicBezTo>
                  <a:lnTo>
                    <a:pt x="3441" y="929"/>
                  </a:lnTo>
                  <a:cubicBezTo>
                    <a:pt x="3586" y="661"/>
                    <a:pt x="3866" y="497"/>
                    <a:pt x="4165" y="497"/>
                  </a:cubicBezTo>
                  <a:cubicBezTo>
                    <a:pt x="4205" y="497"/>
                    <a:pt x="4247" y="500"/>
                    <a:pt x="4288" y="507"/>
                  </a:cubicBezTo>
                  <a:lnTo>
                    <a:pt x="8333" y="1113"/>
                  </a:lnTo>
                  <a:cubicBezTo>
                    <a:pt x="8333" y="864"/>
                    <a:pt x="8155" y="633"/>
                    <a:pt x="7887" y="594"/>
                  </a:cubicBezTo>
                  <a:lnTo>
                    <a:pt x="3990" y="10"/>
                  </a:lnTo>
                  <a:cubicBezTo>
                    <a:pt x="3950" y="4"/>
                    <a:pt x="3910" y="1"/>
                    <a:pt x="38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64"/>
            <p:cNvSpPr/>
            <p:nvPr/>
          </p:nvSpPr>
          <p:spPr>
            <a:xfrm>
              <a:off x="10786647" y="3880786"/>
              <a:ext cx="125326" cy="64955"/>
            </a:xfrm>
            <a:custGeom>
              <a:avLst/>
              <a:gdLst/>
              <a:ahLst/>
              <a:cxnLst/>
              <a:rect l="l" t="t" r="r" b="b"/>
              <a:pathLst>
                <a:path w="1750" h="907" fill="none" extrusionOk="0">
                  <a:moveTo>
                    <a:pt x="1179" y="883"/>
                  </a:moveTo>
                  <a:lnTo>
                    <a:pt x="275" y="760"/>
                  </a:lnTo>
                  <a:cubicBezTo>
                    <a:pt x="87" y="734"/>
                    <a:pt x="1" y="549"/>
                    <a:pt x="82" y="347"/>
                  </a:cubicBezTo>
                  <a:lnTo>
                    <a:pt x="82" y="347"/>
                  </a:lnTo>
                  <a:cubicBezTo>
                    <a:pt x="164" y="144"/>
                    <a:pt x="383" y="1"/>
                    <a:pt x="571" y="26"/>
                  </a:cubicBezTo>
                  <a:lnTo>
                    <a:pt x="1476" y="149"/>
                  </a:lnTo>
                  <a:cubicBezTo>
                    <a:pt x="1662" y="174"/>
                    <a:pt x="1750" y="359"/>
                    <a:pt x="1668" y="562"/>
                  </a:cubicBezTo>
                  <a:lnTo>
                    <a:pt x="1668" y="562"/>
                  </a:lnTo>
                  <a:cubicBezTo>
                    <a:pt x="1587" y="764"/>
                    <a:pt x="1366" y="906"/>
                    <a:pt x="1179" y="883"/>
                  </a:cubicBezTo>
                  <a:close/>
                </a:path>
              </a:pathLst>
            </a:custGeom>
            <a:noFill/>
            <a:ln w="2525" cap="flat" cmpd="sng">
              <a:solidFill>
                <a:schemeClr val="lt1"/>
              </a:solidFill>
              <a:prstDash val="solid"/>
              <a:miter lim="148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64"/>
            <p:cNvSpPr/>
            <p:nvPr/>
          </p:nvSpPr>
          <p:spPr>
            <a:xfrm>
              <a:off x="10180723" y="5148063"/>
              <a:ext cx="201811" cy="293908"/>
            </a:xfrm>
            <a:custGeom>
              <a:avLst/>
              <a:gdLst/>
              <a:ahLst/>
              <a:cxnLst/>
              <a:rect l="l" t="t" r="r" b="b"/>
              <a:pathLst>
                <a:path w="2818" h="4104" extrusionOk="0">
                  <a:moveTo>
                    <a:pt x="2481" y="1"/>
                  </a:moveTo>
                  <a:cubicBezTo>
                    <a:pt x="2481" y="1"/>
                    <a:pt x="1349" y="3095"/>
                    <a:pt x="490" y="3485"/>
                  </a:cubicBezTo>
                  <a:cubicBezTo>
                    <a:pt x="1" y="3709"/>
                    <a:pt x="404" y="4103"/>
                    <a:pt x="1084" y="4103"/>
                  </a:cubicBezTo>
                  <a:cubicBezTo>
                    <a:pt x="1594" y="4103"/>
                    <a:pt x="2258" y="3882"/>
                    <a:pt x="2818" y="3201"/>
                  </a:cubicBezTo>
                  <a:lnTo>
                    <a:pt x="2481" y="1"/>
                  </a:ln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64"/>
            <p:cNvSpPr/>
            <p:nvPr/>
          </p:nvSpPr>
          <p:spPr>
            <a:xfrm>
              <a:off x="10300533" y="4685008"/>
              <a:ext cx="1269304" cy="1013710"/>
            </a:xfrm>
            <a:custGeom>
              <a:avLst/>
              <a:gdLst/>
              <a:ahLst/>
              <a:cxnLst/>
              <a:rect l="l" t="t" r="r" b="b"/>
              <a:pathLst>
                <a:path w="17724" h="14155" extrusionOk="0">
                  <a:moveTo>
                    <a:pt x="13769" y="1"/>
                  </a:moveTo>
                  <a:cubicBezTo>
                    <a:pt x="12849" y="1"/>
                    <a:pt x="12114" y="159"/>
                    <a:pt x="12114" y="159"/>
                  </a:cubicBezTo>
                  <a:cubicBezTo>
                    <a:pt x="12114" y="159"/>
                    <a:pt x="4566" y="2289"/>
                    <a:pt x="2538" y="3809"/>
                  </a:cubicBezTo>
                  <a:cubicBezTo>
                    <a:pt x="1581" y="4525"/>
                    <a:pt x="1041" y="5672"/>
                    <a:pt x="740" y="6685"/>
                  </a:cubicBezTo>
                  <a:cubicBezTo>
                    <a:pt x="484" y="7537"/>
                    <a:pt x="367" y="8427"/>
                    <a:pt x="367" y="9318"/>
                  </a:cubicBezTo>
                  <a:cubicBezTo>
                    <a:pt x="367" y="11414"/>
                    <a:pt x="0" y="12677"/>
                    <a:pt x="236" y="13206"/>
                  </a:cubicBezTo>
                  <a:cubicBezTo>
                    <a:pt x="291" y="13331"/>
                    <a:pt x="399" y="13375"/>
                    <a:pt x="522" y="13375"/>
                  </a:cubicBezTo>
                  <a:cubicBezTo>
                    <a:pt x="797" y="13375"/>
                    <a:pt x="1148" y="13157"/>
                    <a:pt x="1148" y="13157"/>
                  </a:cubicBezTo>
                  <a:lnTo>
                    <a:pt x="1148" y="13157"/>
                  </a:lnTo>
                  <a:cubicBezTo>
                    <a:pt x="1148" y="13157"/>
                    <a:pt x="784" y="14154"/>
                    <a:pt x="1347" y="14154"/>
                  </a:cubicBezTo>
                  <a:cubicBezTo>
                    <a:pt x="1379" y="14154"/>
                    <a:pt x="1414" y="14151"/>
                    <a:pt x="1452" y="14145"/>
                  </a:cubicBezTo>
                  <a:cubicBezTo>
                    <a:pt x="2160" y="14019"/>
                    <a:pt x="2464" y="12827"/>
                    <a:pt x="2464" y="12827"/>
                  </a:cubicBezTo>
                  <a:cubicBezTo>
                    <a:pt x="2464" y="12827"/>
                    <a:pt x="2505" y="13664"/>
                    <a:pt x="2826" y="13664"/>
                  </a:cubicBezTo>
                  <a:cubicBezTo>
                    <a:pt x="2948" y="13664"/>
                    <a:pt x="3110" y="13543"/>
                    <a:pt x="3327" y="13208"/>
                  </a:cubicBezTo>
                  <a:cubicBezTo>
                    <a:pt x="4113" y="11992"/>
                    <a:pt x="4113" y="10295"/>
                    <a:pt x="4113" y="10295"/>
                  </a:cubicBezTo>
                  <a:cubicBezTo>
                    <a:pt x="5480" y="9281"/>
                    <a:pt x="4872" y="6949"/>
                    <a:pt x="4872" y="6949"/>
                  </a:cubicBezTo>
                  <a:cubicBezTo>
                    <a:pt x="5116" y="6932"/>
                    <a:pt x="5340" y="6924"/>
                    <a:pt x="5550" y="6924"/>
                  </a:cubicBezTo>
                  <a:cubicBezTo>
                    <a:pt x="7267" y="6924"/>
                    <a:pt x="8117" y="7427"/>
                    <a:pt x="11863" y="7607"/>
                  </a:cubicBezTo>
                  <a:cubicBezTo>
                    <a:pt x="12042" y="7616"/>
                    <a:pt x="12217" y="7620"/>
                    <a:pt x="12386" y="7620"/>
                  </a:cubicBezTo>
                  <a:cubicBezTo>
                    <a:pt x="16207" y="7620"/>
                    <a:pt x="17724" y="5444"/>
                    <a:pt x="17336" y="2351"/>
                  </a:cubicBezTo>
                  <a:cubicBezTo>
                    <a:pt x="17089" y="385"/>
                    <a:pt x="15204" y="1"/>
                    <a:pt x="13769" y="1"/>
                  </a:cubicBez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64"/>
            <p:cNvSpPr/>
            <p:nvPr/>
          </p:nvSpPr>
          <p:spPr>
            <a:xfrm>
              <a:off x="10618927" y="5113616"/>
              <a:ext cx="30436" cy="69037"/>
            </a:xfrm>
            <a:custGeom>
              <a:avLst/>
              <a:gdLst/>
              <a:ahLst/>
              <a:cxnLst/>
              <a:rect l="l" t="t" r="r" b="b"/>
              <a:pathLst>
                <a:path w="425" h="964" fill="none" extrusionOk="0">
                  <a:moveTo>
                    <a:pt x="424" y="964"/>
                  </a:moveTo>
                  <a:cubicBezTo>
                    <a:pt x="424" y="964"/>
                    <a:pt x="337" y="374"/>
                    <a:pt x="0" y="0"/>
                  </a:cubicBez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64"/>
            <p:cNvSpPr/>
            <p:nvPr/>
          </p:nvSpPr>
          <p:spPr>
            <a:xfrm>
              <a:off x="10476846" y="5425709"/>
              <a:ext cx="18692" cy="177892"/>
            </a:xfrm>
            <a:custGeom>
              <a:avLst/>
              <a:gdLst/>
              <a:ahLst/>
              <a:cxnLst/>
              <a:rect l="l" t="t" r="r" b="b"/>
              <a:pathLst>
                <a:path w="261" h="2484" fill="none" extrusionOk="0">
                  <a:moveTo>
                    <a:pt x="1" y="2484"/>
                  </a:moveTo>
                  <a:cubicBezTo>
                    <a:pt x="1" y="2484"/>
                    <a:pt x="260" y="948"/>
                    <a:pt x="228" y="0"/>
                  </a:cubicBez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64"/>
            <p:cNvSpPr/>
            <p:nvPr/>
          </p:nvSpPr>
          <p:spPr>
            <a:xfrm>
              <a:off x="10382459" y="5411171"/>
              <a:ext cx="25996" cy="215991"/>
            </a:xfrm>
            <a:custGeom>
              <a:avLst/>
              <a:gdLst/>
              <a:ahLst/>
              <a:cxnLst/>
              <a:rect l="l" t="t" r="r" b="b"/>
              <a:pathLst>
                <a:path w="363" h="3016" fill="none" extrusionOk="0">
                  <a:moveTo>
                    <a:pt x="1" y="3016"/>
                  </a:moveTo>
                  <a:cubicBezTo>
                    <a:pt x="1" y="3016"/>
                    <a:pt x="327" y="980"/>
                    <a:pt x="363" y="0"/>
                  </a:cubicBez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64"/>
            <p:cNvSpPr/>
            <p:nvPr/>
          </p:nvSpPr>
          <p:spPr>
            <a:xfrm>
              <a:off x="9387600" y="4014274"/>
              <a:ext cx="1664547" cy="1383530"/>
            </a:xfrm>
            <a:custGeom>
              <a:avLst/>
              <a:gdLst/>
              <a:ahLst/>
              <a:cxnLst/>
              <a:rect l="l" t="t" r="r" b="b"/>
              <a:pathLst>
                <a:path w="23243" h="19319" extrusionOk="0">
                  <a:moveTo>
                    <a:pt x="17457" y="0"/>
                  </a:moveTo>
                  <a:lnTo>
                    <a:pt x="17457" y="0"/>
                  </a:lnTo>
                  <a:cubicBezTo>
                    <a:pt x="17457" y="0"/>
                    <a:pt x="16419" y="101"/>
                    <a:pt x="16099" y="606"/>
                  </a:cubicBezTo>
                  <a:cubicBezTo>
                    <a:pt x="14679" y="2836"/>
                    <a:pt x="7585" y="8637"/>
                    <a:pt x="7585" y="8637"/>
                  </a:cubicBezTo>
                  <a:cubicBezTo>
                    <a:pt x="7585" y="8637"/>
                    <a:pt x="2266" y="9724"/>
                    <a:pt x="47" y="10855"/>
                  </a:cubicBezTo>
                  <a:cubicBezTo>
                    <a:pt x="47" y="10855"/>
                    <a:pt x="1" y="18790"/>
                    <a:pt x="6266" y="19305"/>
                  </a:cubicBezTo>
                  <a:cubicBezTo>
                    <a:pt x="6374" y="19314"/>
                    <a:pt x="6482" y="19318"/>
                    <a:pt x="6588" y="19318"/>
                  </a:cubicBezTo>
                  <a:cubicBezTo>
                    <a:pt x="12551" y="19318"/>
                    <a:pt x="15878" y="5684"/>
                    <a:pt x="15878" y="5684"/>
                  </a:cubicBezTo>
                  <a:lnTo>
                    <a:pt x="18428" y="6105"/>
                  </a:lnTo>
                  <a:cubicBezTo>
                    <a:pt x="18428" y="6105"/>
                    <a:pt x="18730" y="6149"/>
                    <a:pt x="19087" y="6149"/>
                  </a:cubicBezTo>
                  <a:cubicBezTo>
                    <a:pt x="19490" y="6149"/>
                    <a:pt x="19963" y="6093"/>
                    <a:pt x="20152" y="5851"/>
                  </a:cubicBezTo>
                  <a:cubicBezTo>
                    <a:pt x="20152" y="5851"/>
                    <a:pt x="20505" y="5648"/>
                    <a:pt x="20303" y="5269"/>
                  </a:cubicBezTo>
                  <a:lnTo>
                    <a:pt x="20303" y="5269"/>
                  </a:lnTo>
                  <a:cubicBezTo>
                    <a:pt x="20303" y="5269"/>
                    <a:pt x="20330" y="5272"/>
                    <a:pt x="20374" y="5272"/>
                  </a:cubicBezTo>
                  <a:cubicBezTo>
                    <a:pt x="20508" y="5272"/>
                    <a:pt x="20803" y="5243"/>
                    <a:pt x="21013" y="5015"/>
                  </a:cubicBezTo>
                  <a:cubicBezTo>
                    <a:pt x="21293" y="4711"/>
                    <a:pt x="21013" y="4203"/>
                    <a:pt x="21013" y="4203"/>
                  </a:cubicBezTo>
                  <a:lnTo>
                    <a:pt x="21013" y="4203"/>
                  </a:lnTo>
                  <a:cubicBezTo>
                    <a:pt x="21013" y="4203"/>
                    <a:pt x="21057" y="4208"/>
                    <a:pt x="21128" y="4208"/>
                  </a:cubicBezTo>
                  <a:cubicBezTo>
                    <a:pt x="21342" y="4208"/>
                    <a:pt x="21799" y="4165"/>
                    <a:pt x="22027" y="3823"/>
                  </a:cubicBezTo>
                  <a:cubicBezTo>
                    <a:pt x="22331" y="3368"/>
                    <a:pt x="23243" y="3318"/>
                    <a:pt x="23066" y="2836"/>
                  </a:cubicBezTo>
                  <a:cubicBezTo>
                    <a:pt x="22987" y="2621"/>
                    <a:pt x="22737" y="2538"/>
                    <a:pt x="22453" y="2538"/>
                  </a:cubicBezTo>
                  <a:cubicBezTo>
                    <a:pt x="22099" y="2538"/>
                    <a:pt x="21692" y="2667"/>
                    <a:pt x="21495" y="2836"/>
                  </a:cubicBezTo>
                  <a:cubicBezTo>
                    <a:pt x="21408" y="2911"/>
                    <a:pt x="21225" y="2942"/>
                    <a:pt x="20988" y="2942"/>
                  </a:cubicBezTo>
                  <a:cubicBezTo>
                    <a:pt x="20259" y="2942"/>
                    <a:pt x="19016" y="2641"/>
                    <a:pt x="18480" y="2354"/>
                  </a:cubicBezTo>
                  <a:cubicBezTo>
                    <a:pt x="17770" y="1973"/>
                    <a:pt x="16825" y="1518"/>
                    <a:pt x="16825" y="1518"/>
                  </a:cubicBezTo>
                  <a:lnTo>
                    <a:pt x="17457" y="0"/>
                  </a:ln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64"/>
            <p:cNvSpPr/>
            <p:nvPr/>
          </p:nvSpPr>
          <p:spPr>
            <a:xfrm>
              <a:off x="9389606" y="4632873"/>
              <a:ext cx="541051" cy="528017"/>
            </a:xfrm>
            <a:custGeom>
              <a:avLst/>
              <a:gdLst/>
              <a:ahLst/>
              <a:cxnLst/>
              <a:rect l="l" t="t" r="r" b="b"/>
              <a:pathLst>
                <a:path w="7555" h="7373" extrusionOk="0">
                  <a:moveTo>
                    <a:pt x="7554" y="0"/>
                  </a:moveTo>
                  <a:cubicBezTo>
                    <a:pt x="7554" y="0"/>
                    <a:pt x="2238" y="1086"/>
                    <a:pt x="17" y="2214"/>
                  </a:cubicBezTo>
                  <a:cubicBezTo>
                    <a:pt x="17" y="2214"/>
                    <a:pt x="1" y="4998"/>
                    <a:pt x="1289" y="7373"/>
                  </a:cubicBezTo>
                  <a:cubicBezTo>
                    <a:pt x="2506" y="2745"/>
                    <a:pt x="7554" y="1"/>
                    <a:pt x="75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64"/>
            <p:cNvSpPr/>
            <p:nvPr/>
          </p:nvSpPr>
          <p:spPr>
            <a:xfrm>
              <a:off x="10650867" y="4362460"/>
              <a:ext cx="190639" cy="29147"/>
            </a:xfrm>
            <a:custGeom>
              <a:avLst/>
              <a:gdLst/>
              <a:ahLst/>
              <a:cxnLst/>
              <a:rect l="l" t="t" r="r" b="b"/>
              <a:pathLst>
                <a:path w="2662" h="407" fill="none" extrusionOk="0">
                  <a:moveTo>
                    <a:pt x="2662" y="407"/>
                  </a:moveTo>
                  <a:cubicBezTo>
                    <a:pt x="2662" y="407"/>
                    <a:pt x="558" y="178"/>
                    <a:pt x="1" y="1"/>
                  </a:cubicBez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64"/>
            <p:cNvSpPr/>
            <p:nvPr/>
          </p:nvSpPr>
          <p:spPr>
            <a:xfrm>
              <a:off x="10696127" y="4277311"/>
              <a:ext cx="196010" cy="38171"/>
            </a:xfrm>
            <a:custGeom>
              <a:avLst/>
              <a:gdLst/>
              <a:ahLst/>
              <a:cxnLst/>
              <a:rect l="l" t="t" r="r" b="b"/>
              <a:pathLst>
                <a:path w="2737" h="533" fill="none" extrusionOk="0">
                  <a:moveTo>
                    <a:pt x="2737" y="533"/>
                  </a:moveTo>
                  <a:cubicBezTo>
                    <a:pt x="2737" y="533"/>
                    <a:pt x="1419" y="407"/>
                    <a:pt x="0" y="1"/>
                  </a:cubicBez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4"/>
            <p:cNvSpPr/>
            <p:nvPr/>
          </p:nvSpPr>
          <p:spPr>
            <a:xfrm>
              <a:off x="10467536" y="4419393"/>
              <a:ext cx="65886" cy="3438"/>
            </a:xfrm>
            <a:custGeom>
              <a:avLst/>
              <a:gdLst/>
              <a:ahLst/>
              <a:cxnLst/>
              <a:rect l="l" t="t" r="r" b="b"/>
              <a:pathLst>
                <a:path w="920" h="48" fill="none" extrusionOk="0">
                  <a:moveTo>
                    <a:pt x="919" y="48"/>
                  </a:moveTo>
                  <a:lnTo>
                    <a:pt x="0" y="0"/>
                  </a:lnTo>
                </a:path>
              </a:pathLst>
            </a:custGeom>
            <a:noFill/>
            <a:ln w="50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4"/>
            <p:cNvSpPr/>
            <p:nvPr/>
          </p:nvSpPr>
          <p:spPr>
            <a:xfrm>
              <a:off x="10140762" y="3013830"/>
              <a:ext cx="464781" cy="590108"/>
            </a:xfrm>
            <a:custGeom>
              <a:avLst/>
              <a:gdLst/>
              <a:ahLst/>
              <a:cxnLst/>
              <a:rect l="l" t="t" r="r" b="b"/>
              <a:pathLst>
                <a:path w="6490" h="8240" extrusionOk="0">
                  <a:moveTo>
                    <a:pt x="467" y="1"/>
                  </a:moveTo>
                  <a:lnTo>
                    <a:pt x="467" y="2"/>
                  </a:lnTo>
                  <a:cubicBezTo>
                    <a:pt x="467" y="2"/>
                    <a:pt x="604" y="3796"/>
                    <a:pt x="0" y="5695"/>
                  </a:cubicBezTo>
                  <a:cubicBezTo>
                    <a:pt x="0" y="5695"/>
                    <a:pt x="958" y="8239"/>
                    <a:pt x="3374" y="8239"/>
                  </a:cubicBezTo>
                  <a:cubicBezTo>
                    <a:pt x="3504" y="8239"/>
                    <a:pt x="3638" y="8232"/>
                    <a:pt x="3776" y="8217"/>
                  </a:cubicBezTo>
                  <a:cubicBezTo>
                    <a:pt x="6489" y="7913"/>
                    <a:pt x="5703" y="5354"/>
                    <a:pt x="5703" y="5354"/>
                  </a:cubicBezTo>
                  <a:cubicBezTo>
                    <a:pt x="5703" y="5354"/>
                    <a:pt x="4562" y="4122"/>
                    <a:pt x="4360" y="1"/>
                  </a:cubicBez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64"/>
            <p:cNvSpPr/>
            <p:nvPr/>
          </p:nvSpPr>
          <p:spPr>
            <a:xfrm>
              <a:off x="10174206" y="3013973"/>
              <a:ext cx="325132" cy="282163"/>
            </a:xfrm>
            <a:custGeom>
              <a:avLst/>
              <a:gdLst/>
              <a:ahLst/>
              <a:cxnLst/>
              <a:rect l="l" t="t" r="r" b="b"/>
              <a:pathLst>
                <a:path w="4540" h="3940" extrusionOk="0">
                  <a:moveTo>
                    <a:pt x="0" y="0"/>
                  </a:moveTo>
                  <a:cubicBezTo>
                    <a:pt x="0" y="0"/>
                    <a:pt x="534" y="3939"/>
                    <a:pt x="4314" y="3939"/>
                  </a:cubicBezTo>
                  <a:cubicBezTo>
                    <a:pt x="4388" y="3939"/>
                    <a:pt x="4463" y="3938"/>
                    <a:pt x="4540" y="3935"/>
                  </a:cubicBezTo>
                  <a:cubicBezTo>
                    <a:pt x="4259" y="3099"/>
                    <a:pt x="3984" y="1837"/>
                    <a:pt x="38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4"/>
            <p:cNvSpPr/>
            <p:nvPr/>
          </p:nvSpPr>
          <p:spPr>
            <a:xfrm>
              <a:off x="10405876" y="2869886"/>
              <a:ext cx="111003" cy="140580"/>
            </a:xfrm>
            <a:custGeom>
              <a:avLst/>
              <a:gdLst/>
              <a:ahLst/>
              <a:cxnLst/>
              <a:rect l="l" t="t" r="r" b="b"/>
              <a:pathLst>
                <a:path w="1550" h="1963" extrusionOk="0">
                  <a:moveTo>
                    <a:pt x="914" y="0"/>
                  </a:moveTo>
                  <a:cubicBezTo>
                    <a:pt x="593" y="0"/>
                    <a:pt x="260" y="340"/>
                    <a:pt x="138" y="819"/>
                  </a:cubicBezTo>
                  <a:cubicBezTo>
                    <a:pt x="0" y="1353"/>
                    <a:pt x="175" y="1858"/>
                    <a:pt x="526" y="1948"/>
                  </a:cubicBezTo>
                  <a:cubicBezTo>
                    <a:pt x="563" y="1958"/>
                    <a:pt x="601" y="1963"/>
                    <a:pt x="638" y="1963"/>
                  </a:cubicBezTo>
                  <a:cubicBezTo>
                    <a:pt x="959" y="1963"/>
                    <a:pt x="1289" y="1623"/>
                    <a:pt x="1413" y="1145"/>
                  </a:cubicBezTo>
                  <a:cubicBezTo>
                    <a:pt x="1549" y="611"/>
                    <a:pt x="1376" y="106"/>
                    <a:pt x="1023" y="14"/>
                  </a:cubicBezTo>
                  <a:cubicBezTo>
                    <a:pt x="987" y="5"/>
                    <a:pt x="951" y="0"/>
                    <a:pt x="914" y="0"/>
                  </a:cubicBezTo>
                  <a:close/>
                </a:path>
              </a:pathLst>
            </a:custGeom>
            <a:solidFill>
              <a:srgbClr val="FFE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4"/>
            <p:cNvSpPr/>
            <p:nvPr/>
          </p:nvSpPr>
          <p:spPr>
            <a:xfrm>
              <a:off x="10300318" y="2688632"/>
              <a:ext cx="222078" cy="254806"/>
            </a:xfrm>
            <a:custGeom>
              <a:avLst/>
              <a:gdLst/>
              <a:ahLst/>
              <a:cxnLst/>
              <a:rect l="l" t="t" r="r" b="b"/>
              <a:pathLst>
                <a:path w="3101" h="3558" extrusionOk="0">
                  <a:moveTo>
                    <a:pt x="1383" y="1"/>
                  </a:moveTo>
                  <a:cubicBezTo>
                    <a:pt x="1304" y="1"/>
                    <a:pt x="1225" y="10"/>
                    <a:pt x="1146" y="28"/>
                  </a:cubicBezTo>
                  <a:cubicBezTo>
                    <a:pt x="414" y="197"/>
                    <a:pt x="0" y="1119"/>
                    <a:pt x="223" y="2085"/>
                  </a:cubicBezTo>
                  <a:cubicBezTo>
                    <a:pt x="423" y="2950"/>
                    <a:pt x="1061" y="3558"/>
                    <a:pt x="1718" y="3558"/>
                  </a:cubicBezTo>
                  <a:cubicBezTo>
                    <a:pt x="1797" y="3558"/>
                    <a:pt x="1876" y="3549"/>
                    <a:pt x="1954" y="3531"/>
                  </a:cubicBezTo>
                  <a:cubicBezTo>
                    <a:pt x="2687" y="3363"/>
                    <a:pt x="3100" y="2441"/>
                    <a:pt x="2878" y="1475"/>
                  </a:cubicBezTo>
                  <a:cubicBezTo>
                    <a:pt x="2679" y="610"/>
                    <a:pt x="204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4"/>
            <p:cNvSpPr/>
            <p:nvPr/>
          </p:nvSpPr>
          <p:spPr>
            <a:xfrm>
              <a:off x="10066857" y="2716274"/>
              <a:ext cx="492783" cy="524293"/>
            </a:xfrm>
            <a:custGeom>
              <a:avLst/>
              <a:gdLst/>
              <a:ahLst/>
              <a:cxnLst/>
              <a:rect l="l" t="t" r="r" b="b"/>
              <a:pathLst>
                <a:path w="6881" h="7321" extrusionOk="0">
                  <a:moveTo>
                    <a:pt x="3737" y="1"/>
                  </a:moveTo>
                  <a:cubicBezTo>
                    <a:pt x="3458" y="1"/>
                    <a:pt x="3150" y="53"/>
                    <a:pt x="2811" y="169"/>
                  </a:cubicBezTo>
                  <a:cubicBezTo>
                    <a:pt x="1" y="1132"/>
                    <a:pt x="1695" y="4645"/>
                    <a:pt x="1695" y="4645"/>
                  </a:cubicBezTo>
                  <a:cubicBezTo>
                    <a:pt x="1695" y="4645"/>
                    <a:pt x="2836" y="7320"/>
                    <a:pt x="4558" y="7320"/>
                  </a:cubicBezTo>
                  <a:cubicBezTo>
                    <a:pt x="4622" y="7320"/>
                    <a:pt x="4687" y="7317"/>
                    <a:pt x="4753" y="7309"/>
                  </a:cubicBezTo>
                  <a:cubicBezTo>
                    <a:pt x="6881" y="7055"/>
                    <a:pt x="5705" y="5441"/>
                    <a:pt x="5935" y="3655"/>
                  </a:cubicBezTo>
                  <a:cubicBezTo>
                    <a:pt x="6126" y="2173"/>
                    <a:pt x="5531" y="1"/>
                    <a:pt x="3737" y="1"/>
                  </a:cubicBez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4"/>
            <p:cNvSpPr/>
            <p:nvPr/>
          </p:nvSpPr>
          <p:spPr>
            <a:xfrm>
              <a:off x="10183874" y="2716274"/>
              <a:ext cx="302000" cy="155763"/>
            </a:xfrm>
            <a:custGeom>
              <a:avLst/>
              <a:gdLst/>
              <a:ahLst/>
              <a:cxnLst/>
              <a:rect l="l" t="t" r="r" b="b"/>
              <a:pathLst>
                <a:path w="4217" h="2175" extrusionOk="0">
                  <a:moveTo>
                    <a:pt x="2102" y="1"/>
                  </a:moveTo>
                  <a:cubicBezTo>
                    <a:pt x="1823" y="1"/>
                    <a:pt x="1514" y="53"/>
                    <a:pt x="1174" y="169"/>
                  </a:cubicBezTo>
                  <a:cubicBezTo>
                    <a:pt x="629" y="356"/>
                    <a:pt x="252" y="639"/>
                    <a:pt x="0" y="977"/>
                  </a:cubicBezTo>
                  <a:cubicBezTo>
                    <a:pt x="900" y="1586"/>
                    <a:pt x="2086" y="2174"/>
                    <a:pt x="3312" y="2174"/>
                  </a:cubicBezTo>
                  <a:cubicBezTo>
                    <a:pt x="3612" y="2174"/>
                    <a:pt x="3915" y="2139"/>
                    <a:pt x="4216" y="2060"/>
                  </a:cubicBezTo>
                  <a:cubicBezTo>
                    <a:pt x="3965" y="972"/>
                    <a:pt x="3303" y="1"/>
                    <a:pt x="2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4"/>
            <p:cNvSpPr/>
            <p:nvPr/>
          </p:nvSpPr>
          <p:spPr>
            <a:xfrm>
              <a:off x="10067215" y="2571758"/>
              <a:ext cx="524079" cy="416441"/>
            </a:xfrm>
            <a:custGeom>
              <a:avLst/>
              <a:gdLst/>
              <a:ahLst/>
              <a:cxnLst/>
              <a:rect l="l" t="t" r="r" b="b"/>
              <a:pathLst>
                <a:path w="7318" h="5815" extrusionOk="0">
                  <a:moveTo>
                    <a:pt x="4826" y="1"/>
                  </a:moveTo>
                  <a:cubicBezTo>
                    <a:pt x="3368" y="1"/>
                    <a:pt x="2196" y="1544"/>
                    <a:pt x="2196" y="1544"/>
                  </a:cubicBezTo>
                  <a:cubicBezTo>
                    <a:pt x="2062" y="1518"/>
                    <a:pt x="1933" y="1506"/>
                    <a:pt x="1808" y="1506"/>
                  </a:cubicBezTo>
                  <a:cubicBezTo>
                    <a:pt x="721" y="1506"/>
                    <a:pt x="0" y="2449"/>
                    <a:pt x="30" y="3572"/>
                  </a:cubicBezTo>
                  <a:cubicBezTo>
                    <a:pt x="64" y="4822"/>
                    <a:pt x="1382" y="5815"/>
                    <a:pt x="1382" y="5815"/>
                  </a:cubicBezTo>
                  <a:cubicBezTo>
                    <a:pt x="2880" y="5410"/>
                    <a:pt x="2365" y="2847"/>
                    <a:pt x="2365" y="2846"/>
                  </a:cubicBezTo>
                  <a:lnTo>
                    <a:pt x="2365" y="2846"/>
                  </a:lnTo>
                  <a:cubicBezTo>
                    <a:pt x="3020" y="3298"/>
                    <a:pt x="3651" y="3482"/>
                    <a:pt x="4217" y="3482"/>
                  </a:cubicBezTo>
                  <a:cubicBezTo>
                    <a:pt x="6143" y="3482"/>
                    <a:pt x="7317" y="1353"/>
                    <a:pt x="6166" y="481"/>
                  </a:cubicBezTo>
                  <a:cubicBezTo>
                    <a:pt x="5709" y="135"/>
                    <a:pt x="5255" y="1"/>
                    <a:pt x="48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4"/>
            <p:cNvSpPr/>
            <p:nvPr/>
          </p:nvSpPr>
          <p:spPr>
            <a:xfrm>
              <a:off x="10056043" y="2917294"/>
              <a:ext cx="133061" cy="145522"/>
            </a:xfrm>
            <a:custGeom>
              <a:avLst/>
              <a:gdLst/>
              <a:ahLst/>
              <a:cxnLst/>
              <a:rect l="l" t="t" r="r" b="b"/>
              <a:pathLst>
                <a:path w="1858" h="2032" extrusionOk="0">
                  <a:moveTo>
                    <a:pt x="640" y="1"/>
                  </a:moveTo>
                  <a:cubicBezTo>
                    <a:pt x="547" y="1"/>
                    <a:pt x="460" y="22"/>
                    <a:pt x="381" y="68"/>
                  </a:cubicBezTo>
                  <a:cubicBezTo>
                    <a:pt x="36" y="267"/>
                    <a:pt x="0" y="854"/>
                    <a:pt x="303" y="1377"/>
                  </a:cubicBezTo>
                  <a:cubicBezTo>
                    <a:pt x="536" y="1782"/>
                    <a:pt x="904" y="2031"/>
                    <a:pt x="1218" y="2031"/>
                  </a:cubicBezTo>
                  <a:cubicBezTo>
                    <a:pt x="1310" y="2031"/>
                    <a:pt x="1398" y="2010"/>
                    <a:pt x="1477" y="1964"/>
                  </a:cubicBezTo>
                  <a:cubicBezTo>
                    <a:pt x="1822" y="1765"/>
                    <a:pt x="1858" y="1178"/>
                    <a:pt x="1555" y="655"/>
                  </a:cubicBezTo>
                  <a:cubicBezTo>
                    <a:pt x="1322" y="250"/>
                    <a:pt x="954" y="1"/>
                    <a:pt x="640" y="1"/>
                  </a:cubicBezTo>
                  <a:close/>
                </a:path>
              </a:pathLst>
            </a:custGeom>
            <a:solidFill>
              <a:srgbClr val="F4C4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4"/>
            <p:cNvSpPr/>
            <p:nvPr/>
          </p:nvSpPr>
          <p:spPr>
            <a:xfrm>
              <a:off x="10085405" y="2958973"/>
              <a:ext cx="64024" cy="55072"/>
            </a:xfrm>
            <a:custGeom>
              <a:avLst/>
              <a:gdLst/>
              <a:ahLst/>
              <a:cxnLst/>
              <a:rect l="l" t="t" r="r" b="b"/>
              <a:pathLst>
                <a:path w="894" h="769" fill="none" extrusionOk="0">
                  <a:moveTo>
                    <a:pt x="1" y="0"/>
                  </a:moveTo>
                  <a:cubicBezTo>
                    <a:pt x="232" y="15"/>
                    <a:pt x="699" y="126"/>
                    <a:pt x="893" y="768"/>
                  </a:cubicBezTo>
                </a:path>
              </a:pathLst>
            </a:custGeom>
            <a:noFill/>
            <a:ln w="2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4"/>
            <p:cNvSpPr/>
            <p:nvPr/>
          </p:nvSpPr>
          <p:spPr>
            <a:xfrm>
              <a:off x="10373220" y="3096114"/>
              <a:ext cx="68034" cy="19408"/>
            </a:xfrm>
            <a:custGeom>
              <a:avLst/>
              <a:gdLst/>
              <a:ahLst/>
              <a:cxnLst/>
              <a:rect l="l" t="t" r="r" b="b"/>
              <a:pathLst>
                <a:path w="950" h="271" fill="none" extrusionOk="0">
                  <a:moveTo>
                    <a:pt x="1" y="1"/>
                  </a:moveTo>
                  <a:cubicBezTo>
                    <a:pt x="1" y="1"/>
                    <a:pt x="530" y="270"/>
                    <a:pt x="950" y="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4"/>
            <p:cNvSpPr/>
            <p:nvPr/>
          </p:nvSpPr>
          <p:spPr>
            <a:xfrm>
              <a:off x="10258280" y="2877119"/>
              <a:ext cx="123536" cy="123536"/>
            </a:xfrm>
            <a:custGeom>
              <a:avLst/>
              <a:gdLst/>
              <a:ahLst/>
              <a:cxnLst/>
              <a:rect l="l" t="t" r="r" b="b"/>
              <a:pathLst>
                <a:path w="1725" h="1725" fill="none" extrusionOk="0">
                  <a:moveTo>
                    <a:pt x="1725" y="862"/>
                  </a:moveTo>
                  <a:cubicBezTo>
                    <a:pt x="1725" y="1338"/>
                    <a:pt x="1339" y="1724"/>
                    <a:pt x="863" y="1724"/>
                  </a:cubicBezTo>
                  <a:cubicBezTo>
                    <a:pt x="386" y="1724"/>
                    <a:pt x="0" y="1338"/>
                    <a:pt x="0" y="862"/>
                  </a:cubicBezTo>
                  <a:cubicBezTo>
                    <a:pt x="0" y="386"/>
                    <a:pt x="386" y="0"/>
                    <a:pt x="863" y="0"/>
                  </a:cubicBezTo>
                  <a:cubicBezTo>
                    <a:pt x="1339" y="0"/>
                    <a:pt x="1725" y="386"/>
                    <a:pt x="1725" y="862"/>
                  </a:cubicBezTo>
                  <a:close/>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4"/>
            <p:cNvSpPr/>
            <p:nvPr/>
          </p:nvSpPr>
          <p:spPr>
            <a:xfrm>
              <a:off x="10410818" y="2862653"/>
              <a:ext cx="111791" cy="123464"/>
            </a:xfrm>
            <a:custGeom>
              <a:avLst/>
              <a:gdLst/>
              <a:ahLst/>
              <a:cxnLst/>
              <a:rect l="l" t="t" r="r" b="b"/>
              <a:pathLst>
                <a:path w="1561" h="1724" fill="none" extrusionOk="0">
                  <a:moveTo>
                    <a:pt x="1560" y="862"/>
                  </a:moveTo>
                  <a:cubicBezTo>
                    <a:pt x="1560" y="1338"/>
                    <a:pt x="1210" y="1723"/>
                    <a:pt x="780" y="1723"/>
                  </a:cubicBezTo>
                  <a:cubicBezTo>
                    <a:pt x="349" y="1723"/>
                    <a:pt x="1" y="1338"/>
                    <a:pt x="1" y="862"/>
                  </a:cubicBezTo>
                  <a:cubicBezTo>
                    <a:pt x="1" y="386"/>
                    <a:pt x="349" y="1"/>
                    <a:pt x="780" y="1"/>
                  </a:cubicBezTo>
                  <a:cubicBezTo>
                    <a:pt x="1210" y="1"/>
                    <a:pt x="1560" y="386"/>
                    <a:pt x="1560" y="862"/>
                  </a:cubicBezTo>
                  <a:close/>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4"/>
            <p:cNvSpPr/>
            <p:nvPr/>
          </p:nvSpPr>
          <p:spPr>
            <a:xfrm>
              <a:off x="10381957" y="2924384"/>
              <a:ext cx="28932" cy="4798"/>
            </a:xfrm>
            <a:custGeom>
              <a:avLst/>
              <a:gdLst/>
              <a:ahLst/>
              <a:cxnLst/>
              <a:rect l="l" t="t" r="r" b="b"/>
              <a:pathLst>
                <a:path w="404" h="67" fill="none" extrusionOk="0">
                  <a:moveTo>
                    <a:pt x="0" y="67"/>
                  </a:moveTo>
                  <a:lnTo>
                    <a:pt x="404" y="0"/>
                  </a:ln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4"/>
            <p:cNvSpPr/>
            <p:nvPr/>
          </p:nvSpPr>
          <p:spPr>
            <a:xfrm>
              <a:off x="10100730" y="2917366"/>
              <a:ext cx="157625" cy="17975"/>
            </a:xfrm>
            <a:custGeom>
              <a:avLst/>
              <a:gdLst/>
              <a:ahLst/>
              <a:cxnLst/>
              <a:rect l="l" t="t" r="r" b="b"/>
              <a:pathLst>
                <a:path w="2201" h="251" fill="none" extrusionOk="0">
                  <a:moveTo>
                    <a:pt x="2200" y="251"/>
                  </a:moveTo>
                  <a:lnTo>
                    <a:pt x="0" y="0"/>
                  </a:ln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64"/>
            <p:cNvSpPr/>
            <p:nvPr/>
          </p:nvSpPr>
          <p:spPr>
            <a:xfrm>
              <a:off x="10396138" y="2985263"/>
              <a:ext cx="30450" cy="69023"/>
            </a:xfrm>
            <a:custGeom>
              <a:avLst/>
              <a:gdLst/>
              <a:ahLst/>
              <a:cxnLst/>
              <a:rect l="l" t="t" r="r" b="b"/>
              <a:pathLst>
                <a:path w="761" h="1605" fill="none" extrusionOk="0">
                  <a:moveTo>
                    <a:pt x="0" y="1"/>
                  </a:moveTo>
                  <a:cubicBezTo>
                    <a:pt x="0" y="1"/>
                    <a:pt x="694" y="964"/>
                    <a:pt x="727" y="1285"/>
                  </a:cubicBezTo>
                  <a:cubicBezTo>
                    <a:pt x="761" y="1605"/>
                    <a:pt x="69" y="1605"/>
                    <a:pt x="69" y="1605"/>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64"/>
            <p:cNvSpPr/>
            <p:nvPr/>
          </p:nvSpPr>
          <p:spPr>
            <a:xfrm>
              <a:off x="10880103" y="3363161"/>
              <a:ext cx="485335" cy="430549"/>
            </a:xfrm>
            <a:custGeom>
              <a:avLst/>
              <a:gdLst/>
              <a:ahLst/>
              <a:cxnLst/>
              <a:rect l="l" t="t" r="r" b="b"/>
              <a:pathLst>
                <a:path w="6777" h="6012" extrusionOk="0">
                  <a:moveTo>
                    <a:pt x="1115" y="0"/>
                  </a:moveTo>
                  <a:cubicBezTo>
                    <a:pt x="501" y="0"/>
                    <a:pt x="0" y="501"/>
                    <a:pt x="0" y="1115"/>
                  </a:cubicBezTo>
                  <a:lnTo>
                    <a:pt x="0" y="3899"/>
                  </a:lnTo>
                  <a:cubicBezTo>
                    <a:pt x="0" y="4511"/>
                    <a:pt x="501" y="5014"/>
                    <a:pt x="1115" y="5014"/>
                  </a:cubicBezTo>
                  <a:lnTo>
                    <a:pt x="1864" y="5014"/>
                  </a:lnTo>
                  <a:lnTo>
                    <a:pt x="1864" y="5727"/>
                  </a:lnTo>
                  <a:cubicBezTo>
                    <a:pt x="1864" y="5899"/>
                    <a:pt x="2005" y="6011"/>
                    <a:pt x="2150" y="6011"/>
                  </a:cubicBezTo>
                  <a:cubicBezTo>
                    <a:pt x="2224" y="6011"/>
                    <a:pt x="2299" y="5982"/>
                    <a:pt x="2357" y="5918"/>
                  </a:cubicBezTo>
                  <a:lnTo>
                    <a:pt x="3173" y="5015"/>
                  </a:lnTo>
                  <a:lnTo>
                    <a:pt x="5660" y="5015"/>
                  </a:lnTo>
                  <a:cubicBezTo>
                    <a:pt x="6274" y="5015"/>
                    <a:pt x="6777" y="4514"/>
                    <a:pt x="6777" y="3900"/>
                  </a:cubicBezTo>
                  <a:lnTo>
                    <a:pt x="6777" y="1116"/>
                  </a:lnTo>
                  <a:cubicBezTo>
                    <a:pt x="6775" y="501"/>
                    <a:pt x="6274" y="0"/>
                    <a:pt x="56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64"/>
            <p:cNvSpPr/>
            <p:nvPr/>
          </p:nvSpPr>
          <p:spPr>
            <a:xfrm>
              <a:off x="10976280" y="3427972"/>
              <a:ext cx="300926" cy="208614"/>
            </a:xfrm>
            <a:custGeom>
              <a:avLst/>
              <a:gdLst/>
              <a:ahLst/>
              <a:cxnLst/>
              <a:rect l="l" t="t" r="r" b="b"/>
              <a:pathLst>
                <a:path w="4202" h="2913" extrusionOk="0">
                  <a:moveTo>
                    <a:pt x="3658" y="274"/>
                  </a:moveTo>
                  <a:cubicBezTo>
                    <a:pt x="3665" y="274"/>
                    <a:pt x="3672" y="275"/>
                    <a:pt x="3683" y="275"/>
                  </a:cubicBezTo>
                  <a:lnTo>
                    <a:pt x="2395" y="1503"/>
                  </a:lnTo>
                  <a:cubicBezTo>
                    <a:pt x="2305" y="1560"/>
                    <a:pt x="2203" y="1589"/>
                    <a:pt x="2101" y="1589"/>
                  </a:cubicBezTo>
                  <a:cubicBezTo>
                    <a:pt x="1999" y="1589"/>
                    <a:pt x="1897" y="1560"/>
                    <a:pt x="1807" y="1503"/>
                  </a:cubicBezTo>
                  <a:lnTo>
                    <a:pt x="519" y="275"/>
                  </a:lnTo>
                  <a:cubicBezTo>
                    <a:pt x="527" y="275"/>
                    <a:pt x="534" y="274"/>
                    <a:pt x="543" y="274"/>
                  </a:cubicBezTo>
                  <a:close/>
                  <a:moveTo>
                    <a:pt x="3908" y="434"/>
                  </a:moveTo>
                  <a:cubicBezTo>
                    <a:pt x="3923" y="468"/>
                    <a:pt x="3930" y="505"/>
                    <a:pt x="3930" y="543"/>
                  </a:cubicBezTo>
                  <a:lnTo>
                    <a:pt x="3930" y="2373"/>
                  </a:lnTo>
                  <a:cubicBezTo>
                    <a:pt x="3930" y="2523"/>
                    <a:pt x="3807" y="2643"/>
                    <a:pt x="3659" y="2643"/>
                  </a:cubicBezTo>
                  <a:lnTo>
                    <a:pt x="543" y="2643"/>
                  </a:lnTo>
                  <a:cubicBezTo>
                    <a:pt x="393" y="2643"/>
                    <a:pt x="272" y="2521"/>
                    <a:pt x="272" y="2373"/>
                  </a:cubicBezTo>
                  <a:lnTo>
                    <a:pt x="272" y="543"/>
                  </a:lnTo>
                  <a:cubicBezTo>
                    <a:pt x="272" y="505"/>
                    <a:pt x="282" y="468"/>
                    <a:pt x="294" y="434"/>
                  </a:cubicBezTo>
                  <a:lnTo>
                    <a:pt x="1628" y="1707"/>
                  </a:lnTo>
                  <a:lnTo>
                    <a:pt x="1647" y="1722"/>
                  </a:lnTo>
                  <a:cubicBezTo>
                    <a:pt x="1784" y="1814"/>
                    <a:pt x="1944" y="1861"/>
                    <a:pt x="2101" y="1861"/>
                  </a:cubicBezTo>
                  <a:cubicBezTo>
                    <a:pt x="2258" y="1861"/>
                    <a:pt x="2417" y="1814"/>
                    <a:pt x="2555" y="1722"/>
                  </a:cubicBezTo>
                  <a:lnTo>
                    <a:pt x="3908" y="434"/>
                  </a:lnTo>
                  <a:close/>
                  <a:moveTo>
                    <a:pt x="541" y="1"/>
                  </a:moveTo>
                  <a:cubicBezTo>
                    <a:pt x="243" y="1"/>
                    <a:pt x="0" y="243"/>
                    <a:pt x="0" y="542"/>
                  </a:cubicBezTo>
                  <a:lnTo>
                    <a:pt x="0" y="2371"/>
                  </a:lnTo>
                  <a:cubicBezTo>
                    <a:pt x="0" y="2669"/>
                    <a:pt x="243" y="2912"/>
                    <a:pt x="541" y="2912"/>
                  </a:cubicBezTo>
                  <a:lnTo>
                    <a:pt x="3658" y="2912"/>
                  </a:lnTo>
                  <a:cubicBezTo>
                    <a:pt x="3957" y="2912"/>
                    <a:pt x="4199" y="2669"/>
                    <a:pt x="4199" y="2371"/>
                  </a:cubicBezTo>
                  <a:lnTo>
                    <a:pt x="4199" y="542"/>
                  </a:lnTo>
                  <a:cubicBezTo>
                    <a:pt x="4202" y="245"/>
                    <a:pt x="3959" y="1"/>
                    <a:pt x="36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4"/>
            <p:cNvSpPr/>
            <p:nvPr/>
          </p:nvSpPr>
          <p:spPr>
            <a:xfrm rot="9699406">
              <a:off x="10286134" y="2929189"/>
              <a:ext cx="68033" cy="19407"/>
            </a:xfrm>
            <a:custGeom>
              <a:avLst/>
              <a:gdLst/>
              <a:ahLst/>
              <a:cxnLst/>
              <a:rect l="l" t="t" r="r" b="b"/>
              <a:pathLst>
                <a:path w="950" h="271" fill="none" extrusionOk="0">
                  <a:moveTo>
                    <a:pt x="1" y="1"/>
                  </a:moveTo>
                  <a:cubicBezTo>
                    <a:pt x="1" y="1"/>
                    <a:pt x="530" y="270"/>
                    <a:pt x="950" y="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64"/>
            <p:cNvSpPr/>
            <p:nvPr/>
          </p:nvSpPr>
          <p:spPr>
            <a:xfrm rot="10800000">
              <a:off x="10427350" y="2914675"/>
              <a:ext cx="57501" cy="16300"/>
            </a:xfrm>
            <a:custGeom>
              <a:avLst/>
              <a:gdLst/>
              <a:ahLst/>
              <a:cxnLst/>
              <a:rect l="l" t="t" r="r" b="b"/>
              <a:pathLst>
                <a:path w="950" h="271" fill="none" extrusionOk="0">
                  <a:moveTo>
                    <a:pt x="1" y="1"/>
                  </a:moveTo>
                  <a:cubicBezTo>
                    <a:pt x="1" y="1"/>
                    <a:pt x="530" y="270"/>
                    <a:pt x="950" y="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6" name="Google Shape;1926;p64"/>
          <p:cNvSpPr txBox="1"/>
          <p:nvPr/>
        </p:nvSpPr>
        <p:spPr>
          <a:xfrm>
            <a:off x="1927388" y="2640628"/>
            <a:ext cx="2687100" cy="48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i="1">
                <a:solidFill>
                  <a:schemeClr val="dk1"/>
                </a:solidFill>
                <a:latin typeface="DM Sans Medium"/>
                <a:ea typeface="DM Sans Medium"/>
                <a:cs typeface="DM Sans Medium"/>
                <a:sym typeface="DM Sans Medium"/>
              </a:rPr>
              <a:t>Any Questions?</a:t>
            </a:r>
            <a:endParaRPr sz="2200" i="1">
              <a:solidFill>
                <a:schemeClr val="dk1"/>
              </a:solidFill>
              <a:latin typeface="DM Sans Medium"/>
              <a:ea typeface="DM Sans Medium"/>
              <a:cs typeface="DM Sans Medium"/>
              <a:sym typeface="DM Sans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808"/>
                                        </p:tgtEl>
                                        <p:attrNameLst>
                                          <p:attrName>style.visibility</p:attrName>
                                        </p:attrNameLst>
                                      </p:cBhvr>
                                      <p:to>
                                        <p:strVal val="visible"/>
                                      </p:to>
                                    </p:set>
                                    <p:anim calcmode="lin" valueType="num">
                                      <p:cBhvr additive="base">
                                        <p:cTn id="7" dur="800"/>
                                        <p:tgtEl>
                                          <p:spTgt spid="1808"/>
                                        </p:tgtEl>
                                        <p:attrNameLst>
                                          <p:attrName>ppt_w</p:attrName>
                                        </p:attrNameLst>
                                      </p:cBhvr>
                                      <p:tavLst>
                                        <p:tav tm="0">
                                          <p:val>
                                            <p:strVal val="0"/>
                                          </p:val>
                                        </p:tav>
                                        <p:tav tm="100000">
                                          <p:val>
                                            <p:strVal val="#ppt_w"/>
                                          </p:val>
                                        </p:tav>
                                      </p:tavLst>
                                    </p:anim>
                                    <p:anim calcmode="lin" valueType="num">
                                      <p:cBhvr additive="base">
                                        <p:cTn id="8" dur="800"/>
                                        <p:tgtEl>
                                          <p:spTgt spid="1808"/>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809"/>
                                        </p:tgtEl>
                                        <p:attrNameLst>
                                          <p:attrName>style.visibility</p:attrName>
                                        </p:attrNameLst>
                                      </p:cBhvr>
                                      <p:to>
                                        <p:strVal val="visible"/>
                                      </p:to>
                                    </p:set>
                                    <p:anim calcmode="lin" valueType="num">
                                      <p:cBhvr additive="base">
                                        <p:cTn id="11" dur="1000"/>
                                        <p:tgtEl>
                                          <p:spTgt spid="1809"/>
                                        </p:tgtEl>
                                        <p:attrNameLst>
                                          <p:attrName>ppt_w</p:attrName>
                                        </p:attrNameLst>
                                      </p:cBhvr>
                                      <p:tavLst>
                                        <p:tav tm="0">
                                          <p:val>
                                            <p:strVal val="0"/>
                                          </p:val>
                                        </p:tav>
                                        <p:tav tm="100000">
                                          <p:val>
                                            <p:strVal val="#ppt_w"/>
                                          </p:val>
                                        </p:tav>
                                      </p:tavLst>
                                    </p:anim>
                                    <p:anim calcmode="lin" valueType="num">
                                      <p:cBhvr additive="base">
                                        <p:cTn id="12" dur="1000"/>
                                        <p:tgtEl>
                                          <p:spTgt spid="1809"/>
                                        </p:tgtEl>
                                        <p:attrNameLst>
                                          <p:attrName>ppt_h</p:attrName>
                                        </p:attrNameLst>
                                      </p:cBhvr>
                                      <p:tavLst>
                                        <p:tav tm="0">
                                          <p:val>
                                            <p:strVal val="0"/>
                                          </p:val>
                                        </p:tav>
                                        <p:tav tm="100000">
                                          <p:val>
                                            <p:strVal val="#ppt_h"/>
                                          </p:val>
                                        </p:tav>
                                      </p:tavLst>
                                    </p:anim>
                                  </p:childTnLst>
                                </p:cTn>
                              </p:par>
                              <p:par>
                                <p:cTn id="13" presetID="2" presetClass="entr" presetSubtype="4" fill="hold" nodeType="withEffect">
                                  <p:stCondLst>
                                    <p:cond delay="0"/>
                                  </p:stCondLst>
                                  <p:childTnLst>
                                    <p:set>
                                      <p:cBhvr>
                                        <p:cTn id="14" dur="1" fill="hold">
                                          <p:stCondLst>
                                            <p:cond delay="0"/>
                                          </p:stCondLst>
                                        </p:cTn>
                                        <p:tgtEl>
                                          <p:spTgt spid="1818"/>
                                        </p:tgtEl>
                                        <p:attrNameLst>
                                          <p:attrName>style.visibility</p:attrName>
                                        </p:attrNameLst>
                                      </p:cBhvr>
                                      <p:to>
                                        <p:strVal val="visible"/>
                                      </p:to>
                                    </p:set>
                                    <p:anim calcmode="lin" valueType="num">
                                      <p:cBhvr additive="base">
                                        <p:cTn id="15" dur="1000"/>
                                        <p:tgtEl>
                                          <p:spTgt spid="1818"/>
                                        </p:tgtEl>
                                        <p:attrNameLst>
                                          <p:attrName>ppt_y</p:attrName>
                                        </p:attrNameLst>
                                      </p:cBhvr>
                                      <p:tavLst>
                                        <p:tav tm="0">
                                          <p:val>
                                            <p:strVal val="#ppt_y+1"/>
                                          </p:val>
                                        </p:tav>
                                        <p:tav tm="100000">
                                          <p:val>
                                            <p:strVal val="#ppt_y"/>
                                          </p:val>
                                        </p:tav>
                                      </p:tavLst>
                                    </p:anim>
                                  </p:childTnLst>
                                </p:cTn>
                              </p:par>
                              <p:par>
                                <p:cTn id="16" presetID="23" presetClass="entr" presetSubtype="16" fill="hold" nodeType="withEffect">
                                  <p:stCondLst>
                                    <p:cond delay="0"/>
                                  </p:stCondLst>
                                  <p:childTnLst>
                                    <p:set>
                                      <p:cBhvr>
                                        <p:cTn id="17" dur="1" fill="hold">
                                          <p:stCondLst>
                                            <p:cond delay="0"/>
                                          </p:stCondLst>
                                        </p:cTn>
                                        <p:tgtEl>
                                          <p:spTgt spid="1874"/>
                                        </p:tgtEl>
                                        <p:attrNameLst>
                                          <p:attrName>style.visibility</p:attrName>
                                        </p:attrNameLst>
                                      </p:cBhvr>
                                      <p:to>
                                        <p:strVal val="visible"/>
                                      </p:to>
                                    </p:set>
                                    <p:anim calcmode="lin" valueType="num">
                                      <p:cBhvr additive="base">
                                        <p:cTn id="18" dur="1000"/>
                                        <p:tgtEl>
                                          <p:spTgt spid="1874"/>
                                        </p:tgtEl>
                                        <p:attrNameLst>
                                          <p:attrName>ppt_w</p:attrName>
                                        </p:attrNameLst>
                                      </p:cBhvr>
                                      <p:tavLst>
                                        <p:tav tm="0">
                                          <p:val>
                                            <p:strVal val="0"/>
                                          </p:val>
                                        </p:tav>
                                        <p:tav tm="100000">
                                          <p:val>
                                            <p:strVal val="#ppt_w"/>
                                          </p:val>
                                        </p:tav>
                                      </p:tavLst>
                                    </p:anim>
                                    <p:anim calcmode="lin" valueType="num">
                                      <p:cBhvr additive="base">
                                        <p:cTn id="19" dur="1000"/>
                                        <p:tgtEl>
                                          <p:spTgt spid="1874"/>
                                        </p:tgtEl>
                                        <p:attrNameLst>
                                          <p:attrName>ppt_h</p:attrName>
                                        </p:attrNameLst>
                                      </p:cBhvr>
                                      <p:tavLst>
                                        <p:tav tm="0">
                                          <p:val>
                                            <p:strVal val="0"/>
                                          </p:val>
                                        </p:tav>
                                        <p:tav tm="100000">
                                          <p:val>
                                            <p:strVal val="#ppt_h"/>
                                          </p:val>
                                        </p:tav>
                                      </p:tavLst>
                                    </p:anim>
                                  </p:childTnLst>
                                </p:cTn>
                              </p:par>
                              <p:par>
                                <p:cTn id="20" presetID="2" presetClass="entr" presetSubtype="4" fill="hold" nodeType="withEffect">
                                  <p:stCondLst>
                                    <p:cond delay="0"/>
                                  </p:stCondLst>
                                  <p:childTnLst>
                                    <p:set>
                                      <p:cBhvr>
                                        <p:cTn id="21" dur="1" fill="hold">
                                          <p:stCondLst>
                                            <p:cond delay="0"/>
                                          </p:stCondLst>
                                        </p:cTn>
                                        <p:tgtEl>
                                          <p:spTgt spid="1888"/>
                                        </p:tgtEl>
                                        <p:attrNameLst>
                                          <p:attrName>style.visibility</p:attrName>
                                        </p:attrNameLst>
                                      </p:cBhvr>
                                      <p:to>
                                        <p:strVal val="visible"/>
                                      </p:to>
                                    </p:set>
                                    <p:anim calcmode="lin" valueType="num">
                                      <p:cBhvr additive="base">
                                        <p:cTn id="22" dur="1000"/>
                                        <p:tgtEl>
                                          <p:spTgt spid="1888"/>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1926"/>
                                        </p:tgtEl>
                                        <p:attrNameLst>
                                          <p:attrName>style.visibility</p:attrName>
                                        </p:attrNameLst>
                                      </p:cBhvr>
                                      <p:to>
                                        <p:strVal val="visible"/>
                                      </p:to>
                                    </p:set>
                                    <p:animEffect transition="in" filter="fade">
                                      <p:cBhvr>
                                        <p:cTn id="26" dur="600"/>
                                        <p:tgtEl>
                                          <p:spTgt spid="1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hone Addiction by Slidesgo">
  <a:themeElements>
    <a:clrScheme name="Simple Light">
      <a:dk1>
        <a:srgbClr val="332C33"/>
      </a:dk1>
      <a:lt1>
        <a:srgbClr val="FFF6F7"/>
      </a:lt1>
      <a:dk2>
        <a:srgbClr val="FFE5E6"/>
      </a:dk2>
      <a:lt2>
        <a:srgbClr val="F9677A"/>
      </a:lt2>
      <a:accent1>
        <a:srgbClr val="EA6557"/>
      </a:accent1>
      <a:accent2>
        <a:srgbClr val="EEC12B"/>
      </a:accent2>
      <a:accent3>
        <a:srgbClr val="6E597A"/>
      </a:accent3>
      <a:accent4>
        <a:srgbClr val="88BFFF"/>
      </a:accent4>
      <a:accent5>
        <a:srgbClr val="BFEDEB"/>
      </a:accent5>
      <a:accent6>
        <a:srgbClr val="468478"/>
      </a:accent6>
      <a:hlink>
        <a:srgbClr val="332C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2849</Words>
  <Application>Microsoft Office PowerPoint</Application>
  <PresentationFormat>On-screen Show (16:9)</PresentationFormat>
  <Paragraphs>386</Paragraphs>
  <Slides>33</Slides>
  <Notes>33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DM Sans</vt:lpstr>
      <vt:lpstr>Bebas Neue</vt:lpstr>
      <vt:lpstr>DM Sans Light</vt:lpstr>
      <vt:lpstr>Bowlby One</vt:lpstr>
      <vt:lpstr>Arial</vt:lpstr>
      <vt:lpstr>DM Sans Medium</vt:lpstr>
      <vt:lpstr>DM Sans SemiBold</vt:lpstr>
      <vt:lpstr>Phone Addiction by Slidesgo</vt:lpstr>
      <vt:lpstr>TEEN PHONE ADDICTION</vt:lpstr>
      <vt:lpstr>TABLE OF CONTENTS</vt:lpstr>
      <vt:lpstr>01</vt:lpstr>
      <vt:lpstr>OUR DATA</vt:lpstr>
      <vt:lpstr>DATA DICTIONARY</vt:lpstr>
      <vt:lpstr>DATA DICTIONARY CONT.</vt:lpstr>
      <vt:lpstr>DATA DICTIONARY CONT.</vt:lpstr>
      <vt:lpstr>PowerPoint Presentation</vt:lpstr>
      <vt:lpstr>RESEARCH QUESTIONS </vt:lpstr>
      <vt:lpstr>QUESTION 1</vt:lpstr>
      <vt:lpstr>QUESTION 2</vt:lpstr>
      <vt:lpstr>QUESTION 3</vt:lpstr>
      <vt:lpstr>QUESTION 4</vt:lpstr>
      <vt:lpstr>RESULTS</vt:lpstr>
      <vt:lpstr>CLUSTERING METHOD OVERVIEW</vt:lpstr>
      <vt:lpstr>PROFILE INSIGHTS</vt:lpstr>
      <vt:lpstr>PAIRWISE CORRELATION ANALYSIS</vt:lpstr>
      <vt:lpstr>PEARSON CORRELATION COEFFICIENT</vt:lpstr>
      <vt:lpstr>KEY TAKEAWAYS</vt:lpstr>
      <vt:lpstr>ACADEMICS &amp; MENTAL HEALTH</vt:lpstr>
      <vt:lpstr>VARIOUS ANALYSES</vt:lpstr>
      <vt:lpstr>REGRESSION: ACADEMICS &amp; DEPRESSION</vt:lpstr>
      <vt:lpstr>CLUSTER: USAGE PROFILES</vt:lpstr>
      <vt:lpstr>PowerPoint Presentation</vt:lpstr>
      <vt:lpstr>HEALTHY SMARTPHONE USE</vt:lpstr>
      <vt:lpstr>PowerPoint Presentation</vt:lpstr>
      <vt:lpstr>LIMITATIONS </vt:lpstr>
      <vt:lpstr>FUTURE WORKS</vt:lpstr>
      <vt:lpstr>PowerPoint Presentation</vt:lpstr>
      <vt:lpstr>CONCLUSIONS</vt:lpstr>
      <vt:lpstr>REFERENCES</vt:lpstr>
      <vt:lpstr>REFERENCES CONT.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zz-Ellur, Keerthanaa</cp:lastModifiedBy>
  <cp:revision>2</cp:revision>
  <dcterms:modified xsi:type="dcterms:W3CDTF">2025-12-23T19:37:24Z</dcterms:modified>
</cp:coreProperties>
</file>